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891" r:id="rId1"/>
  </p:sldMasterIdLst>
  <p:notesMasterIdLst>
    <p:notesMasterId r:id="rId9"/>
  </p:notesMasterIdLst>
  <p:handoutMasterIdLst>
    <p:handoutMasterId r:id="rId10"/>
  </p:handoutMasterIdLst>
  <p:sldIdLst>
    <p:sldId id="296" r:id="rId2"/>
    <p:sldId id="302" r:id="rId3"/>
    <p:sldId id="301" r:id="rId4"/>
    <p:sldId id="303" r:id="rId5"/>
    <p:sldId id="304" r:id="rId6"/>
    <p:sldId id="305" r:id="rId7"/>
    <p:sldId id="306" r:id="rId8"/>
  </p:sldIdLst>
  <p:sldSz cx="12192000" cy="6858000"/>
  <p:notesSz cx="6797675" cy="9926638"/>
  <p:embeddedFontLst>
    <p:embeddedFont>
      <p:font typeface="Open Sans" panose="020B0606030504020204" pitchFamily="34" charset="0"/>
      <p:regular r:id="rId11"/>
      <p:bold r:id="rId12"/>
      <p:italic r:id="rId13"/>
      <p:boldItalic r:id="rId14"/>
    </p:embeddedFont>
  </p:embeddedFontLst>
  <p:defaultTextStyle>
    <a:defPPr>
      <a:defRPr lang="de-DE"/>
    </a:defPPr>
    <a:lvl1pPr marL="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1pPr>
    <a:lvl2pPr marL="41148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2pPr>
    <a:lvl3pPr marL="82296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3pPr>
    <a:lvl4pPr marL="123444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4pPr>
    <a:lvl5pPr marL="164592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5pPr>
    <a:lvl6pPr marL="205740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6pPr>
    <a:lvl7pPr marL="246888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7pPr>
    <a:lvl8pPr marL="288036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8pPr>
    <a:lvl9pPr marL="329184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2939B5E8-EF71-43FF-B7B6-C3DB42F2B419}">
          <p14:sldIdLst>
            <p14:sldId id="296"/>
            <p14:sldId id="302"/>
            <p14:sldId id="301"/>
            <p14:sldId id="303"/>
            <p14:sldId id="304"/>
            <p14:sldId id="305"/>
            <p14:sldId id="30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nöfel,Anja" initials="K" lastIdx="10" clrIdx="0">
    <p:extLst>
      <p:ext uri="{19B8F6BF-5375-455C-9EA6-DF929625EA0E}">
        <p15:presenceInfo xmlns:p15="http://schemas.microsoft.com/office/powerpoint/2012/main" userId="S-1-5-21-1982228756-150042506-1537001085-1885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6C6C9"/>
    <a:srgbClr val="CBCDD2"/>
    <a:srgbClr val="CD1719"/>
    <a:srgbClr val="DE2526"/>
    <a:srgbClr val="951B81"/>
    <a:srgbClr val="59358C"/>
    <a:srgbClr val="0069B4"/>
    <a:srgbClr val="F2F2F2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8FB837D-C827-4EFA-A057-4D05807E0F7C}" styleName="Designformatvorlage 1 - Akz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8D230F3-CF80-4859-8CE7-A43EE81993B5}" styleName="Helle Formatvorlage 1 - Akz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113A9D2-9D6B-4929-AA2D-F23B5EE8CBE7}" styleName="Designformatvorlage 2 - Akz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F1AB2-1976-4502-BF36-3FF5EA218861}" styleName="Mittlere Formatvorlage 4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25E5076-3810-47DD-B79F-674D7AD40C01}" styleName="Dunkle Formatvorlage 1 - Akz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ittlere Formatvorlage 1 - Akz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ittlere Formatvorlage 1 - Akz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E8034E78-7F5D-4C2E-B375-FC64B27BC917}" styleName="Dunkle Formatvorlag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93D81CF-94F2-401A-BA57-92F5A7B2D0C5}" styleName="Mittlere Formatvorlag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C89EF96-8CEA-46FF-86C4-4CE0E7609802}" styleName="Helle Formatvorlage 3 - Akz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Helle Formatvorlag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Helle Formatvorlage 3 - Akz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Helle Formatvorlage 1 - Akz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15" autoAdjust="0"/>
    <p:restoredTop sz="84462" autoAdjust="0"/>
  </p:normalViewPr>
  <p:slideViewPr>
    <p:cSldViewPr snapToGrid="0" snapToObjects="1">
      <p:cViewPr varScale="1">
        <p:scale>
          <a:sx n="134" d="100"/>
          <a:sy n="134" d="100"/>
        </p:scale>
        <p:origin x="1500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handoutMaster" Target="handoutMasters/handout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4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AC6211-610F-44E5-BF19-D3CDF6EDD281}" type="datetimeFigureOut">
              <a:rPr lang="de-DE" smtClean="0"/>
              <a:t>11.11.2025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D61AA8-FB04-42D1-9939-D1A1356F808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315604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7435D3-23A6-45D3-8DFA-7317DC1E7A64}" type="datetimeFigureOut">
              <a:rPr lang="de-DE" smtClean="0"/>
              <a:t>11.11.2025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69AC09-DF60-43F4-96BF-67D4D9A7409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318259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AC09-DF60-43F4-96BF-67D4D9A74094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2769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AC09-DF60-43F4-96BF-67D4D9A74094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3912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folie_TUD_weiß-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 descr="Logo. Acht unregelmäßige Dreiecksflächen sind, im Uhrzeigersinn einen Farbverlauf von dunkelblau bis hellgrün ergebend, zu einem regelmäßig achteckigen Ring angeordnet. Links daneben zweizeilig der Schriftzug &quot;DRESDEN concept" title="Logo Dresden concept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348" y="327901"/>
            <a:ext cx="1468046" cy="548987"/>
          </a:xfrm>
          <a:prstGeom prst="rect">
            <a:avLst/>
          </a:prstGeom>
        </p:spPr>
      </p:pic>
      <p:pic>
        <p:nvPicPr>
          <p:cNvPr id="12" name="Grafik 11" descr="Logo. Schriftzug &quot;Technische Universität Dresden&quot;. Links davon befindet sich ein Achteck, das in zwei Bereiche aufgeteilt ist, die zusammen die Buchstaben &quot;T&quot; und &quot;U&quot; ergeben." title="Logo der TU Dresden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04" y="348373"/>
            <a:ext cx="1764000" cy="514800"/>
          </a:xfrm>
          <a:prstGeom prst="rect">
            <a:avLst/>
          </a:prstGeom>
        </p:spPr>
      </p:pic>
      <p:sp>
        <p:nvSpPr>
          <p:cNvPr id="13" name="Rechteck 12"/>
          <p:cNvSpPr/>
          <p:nvPr/>
        </p:nvSpPr>
        <p:spPr>
          <a:xfrm>
            <a:off x="0" y="1204912"/>
            <a:ext cx="12192000" cy="5653089"/>
          </a:xfrm>
          <a:prstGeom prst="rect">
            <a:avLst/>
          </a:prstGeom>
          <a:gradFill>
            <a:gsLst>
              <a:gs pos="14000">
                <a:schemeClr val="accent2"/>
              </a:gs>
              <a:gs pos="100000">
                <a:schemeClr val="accent1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18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82808" y="2852116"/>
            <a:ext cx="1692959" cy="246221"/>
          </a:xfrm>
          <a:prstGeom prst="rect">
            <a:avLst/>
          </a:prstGeom>
          <a:noFill/>
          <a:ln>
            <a:noFill/>
          </a:ln>
        </p:spPr>
        <p:txBody>
          <a:bodyPr wrap="none" lIns="0">
            <a:spAutoFit/>
          </a:bodyPr>
          <a:lstStyle>
            <a:lvl1pPr>
              <a:spcBef>
                <a:spcPts val="0"/>
              </a:spcBef>
              <a:defRPr sz="1600" b="1">
                <a:solidFill>
                  <a:schemeClr val="bg1">
                    <a:alpha val="70000"/>
                  </a:schemeClr>
                </a:solidFill>
              </a:defRPr>
            </a:lvl1pPr>
          </a:lstStyle>
          <a:p>
            <a:pPr lvl="0"/>
            <a:r>
              <a:rPr lang="de-DE" dirty="0"/>
              <a:t>Vorname, Name</a:t>
            </a:r>
          </a:p>
        </p:txBody>
      </p:sp>
      <p:sp>
        <p:nvSpPr>
          <p:cNvPr id="19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881437" cy="492443"/>
          </a:xfrm>
          <a:noFill/>
          <a:ln>
            <a:noFill/>
          </a:ln>
        </p:spPr>
        <p:txBody>
          <a:bodyPr wrap="none" lIns="0">
            <a:sp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20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2772" y="5028236"/>
            <a:ext cx="5981697" cy="246221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 marL="0" indent="0" algn="l">
              <a:buNone/>
              <a:defRPr b="0">
                <a:solidFill>
                  <a:schemeClr val="bg1">
                    <a:alpha val="7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21" name="Textplatzhalter 25">
            <a:extLst>
              <a:ext uri="{FF2B5EF4-FFF2-40B4-BE49-F238E27FC236}">
                <a16:creationId xmlns:a16="http://schemas.microsoft.com/office/drawing/2014/main" id="{78DD96F1-BE0C-4FE4-B69F-BA8592656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808" y="3138045"/>
            <a:ext cx="3028966" cy="246221"/>
          </a:xfrm>
          <a:prstGeom prst="rect">
            <a:avLst/>
          </a:prstGeom>
          <a:noFill/>
          <a:ln>
            <a:noFill/>
          </a:ln>
        </p:spPr>
        <p:txBody>
          <a:bodyPr wrap="none" lIns="0">
            <a:spAutoFit/>
          </a:bodyPr>
          <a:lstStyle>
            <a:lvl1pPr>
              <a:spcBef>
                <a:spcPts val="0"/>
              </a:spcBef>
              <a:defRPr sz="1600" b="0">
                <a:solidFill>
                  <a:schemeClr val="bg1">
                    <a:alpha val="70000"/>
                  </a:schemeClr>
                </a:solidFill>
              </a:defRPr>
            </a:lvl1pPr>
          </a:lstStyle>
          <a:p>
            <a:pPr lvl="0"/>
            <a:r>
              <a:rPr lang="de-DE" dirty="0"/>
              <a:t>Struktureinheit der TU Dresden</a:t>
            </a:r>
          </a:p>
        </p:txBody>
      </p:sp>
      <p:sp>
        <p:nvSpPr>
          <p:cNvPr id="22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694293" cy="492443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Kicken bearbeiten</a:t>
            </a:r>
          </a:p>
        </p:txBody>
      </p:sp>
      <p:sp>
        <p:nvSpPr>
          <p:cNvPr id="23" name="Textplatzhalter 7">
            <a:extLst>
              <a:ext uri="{FF2B5EF4-FFF2-40B4-BE49-F238E27FC236}">
                <a16:creationId xmlns:a16="http://schemas.microsoft.com/office/drawing/2014/main" id="{F1D71DE1-F9B2-4550-A173-A1C0CE63C0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808" y="5312641"/>
            <a:ext cx="4602029" cy="246221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>
              <a:defRPr b="0">
                <a:solidFill>
                  <a:schemeClr val="bg1">
                    <a:alpha val="70000"/>
                  </a:schemeClr>
                </a:solidFill>
              </a:defRPr>
            </a:lvl1pPr>
          </a:lstStyle>
          <a:p>
            <a:pPr lvl="0"/>
            <a:r>
              <a:rPr lang="de-DE" dirty="0"/>
              <a:t>Ort oder Anlass des Vortrags // 18. Februar 2022</a:t>
            </a:r>
          </a:p>
        </p:txBody>
      </p:sp>
    </p:spTree>
    <p:extLst>
      <p:ext uri="{BB962C8B-B14F-4D97-AF65-F5344CB8AC3E}">
        <p14:creationId xmlns:p14="http://schemas.microsoft.com/office/powerpoint/2010/main" val="1330912023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folie_TUD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/>
          <p:cNvSpPr/>
          <p:nvPr/>
        </p:nvSpPr>
        <p:spPr>
          <a:xfrm>
            <a:off x="0" y="0"/>
            <a:ext cx="12192000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pic>
        <p:nvPicPr>
          <p:cNvPr id="4" name="Grafik 3" descr="Logo. Acht unregelmäßige Dreiecksflächen sind, im Uhrzeigersinn zu einem regelmäßig achteckigen Ring angeordnet. Links daneben zweizeilig der Schriftzug &quot;DRESDEN concept" title="Logo Dresden concept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7694" y="329323"/>
            <a:ext cx="1463906" cy="543600"/>
          </a:xfrm>
          <a:prstGeom prst="rect">
            <a:avLst/>
          </a:prstGeom>
        </p:spPr>
      </p:pic>
      <p:pic>
        <p:nvPicPr>
          <p:cNvPr id="3" name="Grafik 2" descr="Logo. Schriftzug &quot;Technische Universität Dresden&quot;. Links davon befindet sich ein Achteck, das in zwei Bereiche aufgeteilt ist, die zusammen die Buchstaben &quot;T&quot; und &quot;U&quot; ergeben." title="Logo der TU Dresden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04" y="349731"/>
            <a:ext cx="1765029" cy="514800"/>
          </a:xfrm>
          <a:prstGeom prst="rect">
            <a:avLst/>
          </a:prstGeom>
        </p:spPr>
      </p:pic>
      <p:sp>
        <p:nvSpPr>
          <p:cNvPr id="12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82808" y="2852116"/>
            <a:ext cx="1692959" cy="246221"/>
          </a:xfrm>
          <a:prstGeom prst="rect">
            <a:avLst/>
          </a:prstGeom>
          <a:noFill/>
          <a:ln>
            <a:noFill/>
          </a:ln>
        </p:spPr>
        <p:txBody>
          <a:bodyPr wrap="none" lIns="0">
            <a:spAutoFit/>
          </a:bodyPr>
          <a:lstStyle>
            <a:lvl1pPr>
              <a:spcBef>
                <a:spcPts val="0"/>
              </a:spcBef>
              <a:defRPr sz="1600" b="1">
                <a:solidFill>
                  <a:schemeClr val="bg1">
                    <a:alpha val="70000"/>
                  </a:schemeClr>
                </a:solidFill>
              </a:defRPr>
            </a:lvl1pPr>
          </a:lstStyle>
          <a:p>
            <a:pPr lvl="0"/>
            <a:r>
              <a:rPr lang="de-DE" dirty="0"/>
              <a:t>Vorname, Name</a:t>
            </a:r>
          </a:p>
        </p:txBody>
      </p:sp>
      <p:sp>
        <p:nvSpPr>
          <p:cNvPr id="14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881437" cy="492443"/>
          </a:xfrm>
          <a:noFill/>
          <a:ln>
            <a:noFill/>
          </a:ln>
        </p:spPr>
        <p:txBody>
          <a:bodyPr wrap="none" lIns="0">
            <a:sp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15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2772" y="5028236"/>
            <a:ext cx="5981697" cy="246221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 marL="0" indent="0" algn="l">
              <a:buNone/>
              <a:defRPr b="0">
                <a:solidFill>
                  <a:schemeClr val="bg1">
                    <a:alpha val="7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16" name="Textplatzhalter 25">
            <a:extLst>
              <a:ext uri="{FF2B5EF4-FFF2-40B4-BE49-F238E27FC236}">
                <a16:creationId xmlns:a16="http://schemas.microsoft.com/office/drawing/2014/main" id="{78DD96F1-BE0C-4FE4-B69F-BA8592656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808" y="3138045"/>
            <a:ext cx="3028966" cy="246221"/>
          </a:xfrm>
          <a:prstGeom prst="rect">
            <a:avLst/>
          </a:prstGeom>
          <a:noFill/>
          <a:ln>
            <a:noFill/>
          </a:ln>
        </p:spPr>
        <p:txBody>
          <a:bodyPr wrap="none" lIns="0">
            <a:spAutoFit/>
          </a:bodyPr>
          <a:lstStyle>
            <a:lvl1pPr>
              <a:spcBef>
                <a:spcPts val="0"/>
              </a:spcBef>
              <a:defRPr sz="1600" b="0">
                <a:solidFill>
                  <a:schemeClr val="bg1">
                    <a:alpha val="70000"/>
                  </a:schemeClr>
                </a:solidFill>
              </a:defRPr>
            </a:lvl1pPr>
          </a:lstStyle>
          <a:p>
            <a:pPr lvl="0"/>
            <a:r>
              <a:rPr lang="de-DE" dirty="0"/>
              <a:t>Struktureinheit der TU Dresden</a:t>
            </a:r>
          </a:p>
        </p:txBody>
      </p:sp>
      <p:sp>
        <p:nvSpPr>
          <p:cNvPr id="17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694293" cy="492443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Kicken bearbeiten</a:t>
            </a:r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F1D71DE1-F9B2-4550-A173-A1C0CE63C0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808" y="5312641"/>
            <a:ext cx="4602029" cy="246221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>
              <a:defRPr b="0">
                <a:solidFill>
                  <a:schemeClr val="bg1">
                    <a:alpha val="70000"/>
                  </a:schemeClr>
                </a:solidFill>
              </a:defRPr>
            </a:lvl1pPr>
          </a:lstStyle>
          <a:p>
            <a:pPr lvl="0"/>
            <a:r>
              <a:rPr lang="de-DE" dirty="0"/>
              <a:t>Ort oder Anlass des Vortrags // 18. Februar 2022</a:t>
            </a:r>
          </a:p>
        </p:txBody>
      </p:sp>
    </p:spTree>
    <p:extLst>
      <p:ext uri="{BB962C8B-B14F-4D97-AF65-F5344CB8AC3E}">
        <p14:creationId xmlns:p14="http://schemas.microsoft.com/office/powerpoint/2010/main" val="1396564381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folie_TUD_blauverlau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/>
          <p:cNvSpPr/>
          <p:nvPr/>
        </p:nvSpPr>
        <p:spPr>
          <a:xfrm>
            <a:off x="0" y="0"/>
            <a:ext cx="12192000" cy="6858001"/>
          </a:xfrm>
          <a:prstGeom prst="rect">
            <a:avLst/>
          </a:prstGeom>
          <a:gradFill>
            <a:gsLst>
              <a:gs pos="14000">
                <a:schemeClr val="accent2"/>
              </a:gs>
              <a:gs pos="100000">
                <a:schemeClr val="accent1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12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82808" y="2852116"/>
            <a:ext cx="1692959" cy="246221"/>
          </a:xfrm>
          <a:prstGeom prst="rect">
            <a:avLst/>
          </a:prstGeom>
          <a:noFill/>
          <a:ln>
            <a:noFill/>
          </a:ln>
        </p:spPr>
        <p:txBody>
          <a:bodyPr wrap="none" lIns="0">
            <a:spAutoFit/>
          </a:bodyPr>
          <a:lstStyle>
            <a:lvl1pPr>
              <a:spcBef>
                <a:spcPts val="0"/>
              </a:spcBef>
              <a:defRPr sz="1600" b="1">
                <a:solidFill>
                  <a:schemeClr val="bg1">
                    <a:alpha val="70000"/>
                  </a:schemeClr>
                </a:solidFill>
              </a:defRPr>
            </a:lvl1pPr>
          </a:lstStyle>
          <a:p>
            <a:pPr lvl="0"/>
            <a:r>
              <a:rPr lang="de-DE" dirty="0"/>
              <a:t>Vorname, Name</a:t>
            </a:r>
          </a:p>
        </p:txBody>
      </p:sp>
      <p:sp>
        <p:nvSpPr>
          <p:cNvPr id="14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881437" cy="492443"/>
          </a:xfrm>
          <a:noFill/>
          <a:ln>
            <a:noFill/>
          </a:ln>
        </p:spPr>
        <p:txBody>
          <a:bodyPr wrap="none" lIns="0">
            <a:sp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15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2772" y="5028236"/>
            <a:ext cx="5981697" cy="246221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 marL="0" indent="0" algn="l">
              <a:buNone/>
              <a:defRPr b="0">
                <a:solidFill>
                  <a:schemeClr val="bg1">
                    <a:alpha val="7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16" name="Textplatzhalter 25">
            <a:extLst>
              <a:ext uri="{FF2B5EF4-FFF2-40B4-BE49-F238E27FC236}">
                <a16:creationId xmlns:a16="http://schemas.microsoft.com/office/drawing/2014/main" id="{78DD96F1-BE0C-4FE4-B69F-BA8592656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808" y="3138045"/>
            <a:ext cx="3028966" cy="246221"/>
          </a:xfrm>
          <a:prstGeom prst="rect">
            <a:avLst/>
          </a:prstGeom>
          <a:noFill/>
          <a:ln>
            <a:noFill/>
          </a:ln>
        </p:spPr>
        <p:txBody>
          <a:bodyPr wrap="none" lIns="0">
            <a:spAutoFit/>
          </a:bodyPr>
          <a:lstStyle>
            <a:lvl1pPr>
              <a:spcBef>
                <a:spcPts val="0"/>
              </a:spcBef>
              <a:defRPr sz="1600" b="0">
                <a:solidFill>
                  <a:schemeClr val="bg1">
                    <a:alpha val="70000"/>
                  </a:schemeClr>
                </a:solidFill>
              </a:defRPr>
            </a:lvl1pPr>
          </a:lstStyle>
          <a:p>
            <a:pPr lvl="0"/>
            <a:r>
              <a:rPr lang="de-DE" dirty="0"/>
              <a:t>Struktureinheit der TU Dresden</a:t>
            </a:r>
          </a:p>
        </p:txBody>
      </p:sp>
      <p:sp>
        <p:nvSpPr>
          <p:cNvPr id="17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694293" cy="492443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Kicken bearbeiten</a:t>
            </a:r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F1D71DE1-F9B2-4550-A173-A1C0CE63C0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808" y="5312641"/>
            <a:ext cx="4602029" cy="246221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>
              <a:defRPr b="0">
                <a:solidFill>
                  <a:schemeClr val="bg1">
                    <a:alpha val="70000"/>
                  </a:schemeClr>
                </a:solidFill>
              </a:defRPr>
            </a:lvl1pPr>
          </a:lstStyle>
          <a:p>
            <a:pPr lvl="0"/>
            <a:r>
              <a:rPr lang="de-DE" dirty="0"/>
              <a:t>Ort oder Anlass des Vortrags // 18. Februar 2022</a:t>
            </a:r>
          </a:p>
        </p:txBody>
      </p:sp>
      <p:pic>
        <p:nvPicPr>
          <p:cNvPr id="19" name="Grafik 18" descr="Logo. Acht unregelmäßige Dreiecksflächen sind, im Uhrzeigersinn zu einem regelmäßig achteckigen Ring angeordnet. Links daneben zweizeilig der Schriftzug &quot;DRESDEN concept" title="Logo Dresden concept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7694" y="329323"/>
            <a:ext cx="1463906" cy="543600"/>
          </a:xfrm>
          <a:prstGeom prst="rect">
            <a:avLst/>
          </a:prstGeom>
        </p:spPr>
      </p:pic>
      <p:pic>
        <p:nvPicPr>
          <p:cNvPr id="20" name="Grafik 19" descr="Logo. Schriftzug &quot;Technische Universität Dresden&quot;. Links davon befindet sich ein Achteck, das in zwei Bereiche aufgeteilt ist, die zusammen die Buchstaben &quot;T&quot; und &quot;U&quot; ergeben." title="Logo der TU Dresden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04" y="349731"/>
            <a:ext cx="1765029" cy="5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281077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folie_TUD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82808" y="2852116"/>
            <a:ext cx="1692959" cy="246221"/>
          </a:xfrm>
          <a:prstGeom prst="rect">
            <a:avLst/>
          </a:prstGeom>
          <a:noFill/>
          <a:ln>
            <a:noFill/>
          </a:ln>
        </p:spPr>
        <p:txBody>
          <a:bodyPr wrap="none" lIns="0">
            <a:spAutoFit/>
          </a:bodyPr>
          <a:lstStyle>
            <a:lvl1pPr>
              <a:spcBef>
                <a:spcPts val="0"/>
              </a:spcBef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Vorname, Name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881437" cy="492443"/>
          </a:xfrm>
          <a:noFill/>
          <a:ln>
            <a:noFill/>
          </a:ln>
        </p:spPr>
        <p:txBody>
          <a:bodyPr wrap="none" lIns="0">
            <a:sp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2772" y="5028236"/>
            <a:ext cx="5981697" cy="246221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 marL="0" indent="0" algn="l">
              <a:buNone/>
              <a:defRPr b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12" name="Textplatzhalter 25">
            <a:extLst>
              <a:ext uri="{FF2B5EF4-FFF2-40B4-BE49-F238E27FC236}">
                <a16:creationId xmlns:a16="http://schemas.microsoft.com/office/drawing/2014/main" id="{78DD96F1-BE0C-4FE4-B69F-BA8592656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808" y="3138045"/>
            <a:ext cx="3028966" cy="246221"/>
          </a:xfrm>
          <a:prstGeom prst="rect">
            <a:avLst/>
          </a:prstGeom>
          <a:noFill/>
          <a:ln>
            <a:noFill/>
          </a:ln>
        </p:spPr>
        <p:txBody>
          <a:bodyPr wrap="none" lIns="0">
            <a:spAutoFit/>
          </a:bodyPr>
          <a:lstStyle>
            <a:lvl1pPr>
              <a:spcBef>
                <a:spcPts val="0"/>
              </a:spcBef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Struktureinheit der TU Dresden</a:t>
            </a:r>
          </a:p>
        </p:txBody>
      </p:sp>
      <p:sp>
        <p:nvSpPr>
          <p:cNvPr id="13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694293" cy="492443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>
              <a:defRPr sz="3200" b="0">
                <a:solidFill>
                  <a:schemeClr val="accent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Kicken bearbeiten</a:t>
            </a:r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F1D71DE1-F9B2-4550-A173-A1C0CE63C0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808" y="5312641"/>
            <a:ext cx="4602029" cy="246221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Ort oder Anlass des Vortrags // 18. Februar 2022</a:t>
            </a:r>
          </a:p>
        </p:txBody>
      </p:sp>
      <p:pic>
        <p:nvPicPr>
          <p:cNvPr id="15" name="Grafik 14" descr="Logo. Acht unregelmäßige Dreiecksflächen sind, im Uhrzeigersinn einen Farbverlauf von dunkelblau bis hellgrün ergebend, zu einem regelmäßig achteckigen Ring angeordnet. Links daneben zweizeilig der Schriftzug &quot;DRESDEN concept" title="Logo Dresden concept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348" y="321077"/>
            <a:ext cx="1468046" cy="548987"/>
          </a:xfrm>
          <a:prstGeom prst="rect">
            <a:avLst/>
          </a:prstGeom>
        </p:spPr>
      </p:pic>
      <p:pic>
        <p:nvPicPr>
          <p:cNvPr id="17" name="Grafik 16" descr="Logo. Schriftzug &quot;Technische Universität Dresden&quot;. Links davon befindet sich ein Achteck, das in zwei Bereiche aufgeteilt ist, die zusammen die Buchstaben &quot;T&quot; und &quot;U&quot; ergeben." title="Logo der TU Dresden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04" y="348373"/>
            <a:ext cx="1764000" cy="5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198478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elfolie_TUD_Foto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Bildplatzhalter 9" descr="Logo. Acht unregelmäßige Dreiecksflächen sind, im Uhrzeigersinn einen Farbverlauf von dunkelblau bis hellgrün ergebend, zu einem regelmäßig achteckigen Ring angeordnet. Links daneben zweizeilig der Schriftzug &quot;DRESDEN concept" title="Logo Dresden concept"/>
          <p:cNvSpPr>
            <a:spLocks noGrp="1"/>
          </p:cNvSpPr>
          <p:nvPr>
            <p:ph type="pic" sz="quarter" idx="16"/>
          </p:nvPr>
        </p:nvSpPr>
        <p:spPr>
          <a:xfrm>
            <a:off x="10405594" y="327901"/>
            <a:ext cx="1468800" cy="550800"/>
          </a:xfrm>
          <a:blipFill>
            <a:blip r:embed="rId2"/>
            <a:srcRect/>
            <a:stretch>
              <a:fillRect l="-493" r="-493"/>
            </a:stretch>
          </a:blipFill>
        </p:spPr>
        <p:txBody>
          <a:bodyPr/>
          <a:lstStyle>
            <a:lvl1pPr>
              <a:defRPr sz="100" b="0"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7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82808" y="2852116"/>
            <a:ext cx="1802014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Vorname, Name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941317" cy="492443"/>
          </a:xfr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2772" y="5028236"/>
            <a:ext cx="6090752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 marL="0" indent="0" algn="l">
              <a:buNone/>
              <a:defRPr b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12" name="Textplatzhalter 25">
            <a:extLst>
              <a:ext uri="{FF2B5EF4-FFF2-40B4-BE49-F238E27FC236}">
                <a16:creationId xmlns:a16="http://schemas.microsoft.com/office/drawing/2014/main" id="{78DD96F1-BE0C-4FE4-B69F-BA8592656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808" y="3138045"/>
            <a:ext cx="3138020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Struktureinheit der TU Dresden</a:t>
            </a:r>
          </a:p>
        </p:txBody>
      </p:sp>
      <p:sp>
        <p:nvSpPr>
          <p:cNvPr id="13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803348" cy="492443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sz="3200" b="0">
                <a:solidFill>
                  <a:schemeClr val="accent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Kicken bearbeiten</a:t>
            </a:r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F1D71DE1-F9B2-4550-A173-A1C0CE63C0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808" y="5312641"/>
            <a:ext cx="4711084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Ort oder Anlass des Vortrags // 18. Februar 2022</a:t>
            </a:r>
          </a:p>
        </p:txBody>
      </p:sp>
      <p:sp>
        <p:nvSpPr>
          <p:cNvPr id="5" name="Bildplatzhalter 4" descr="Logo. Schriftzug &quot;Technische Universität Dresden&quot;. Links davon befindet sich ein Achteck, das in zwei Bereiche aufgeteilt ist, die zusammen die Buchstaben &quot;T&quot; und &quot;U&quot; ergeben." title="Logo der TU Dresden"/>
          <p:cNvSpPr>
            <a:spLocks noGrp="1"/>
          </p:cNvSpPr>
          <p:nvPr>
            <p:ph type="pic" sz="quarter" idx="15"/>
          </p:nvPr>
        </p:nvSpPr>
        <p:spPr>
          <a:xfrm>
            <a:off x="286458" y="346075"/>
            <a:ext cx="1764000" cy="514800"/>
          </a:xfr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9" r="-29"/>
            </a:stretch>
          </a:blipFill>
        </p:spPr>
        <p:txBody>
          <a:bodyPr/>
          <a:lstStyle>
            <a:lvl1pPr>
              <a:defRPr sz="100" b="0"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11703687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elfolie_TUD_weiß+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6" name="Bildplatzhalter 9" descr="Logo. Acht unregelmäßige Dreiecksflächen sind, im Uhrzeigersinn einen Farbverlauf von dunkelblau bis hellgrün ergebend, zu einem regelmäßig achteckigen Ring angeordnet. Links daneben zweizeilig der Schriftzug &quot;DRESDEN concept" title="Logo Dresden concept"/>
          <p:cNvSpPr>
            <a:spLocks noGrp="1"/>
          </p:cNvSpPr>
          <p:nvPr>
            <p:ph type="pic" sz="quarter" idx="16"/>
          </p:nvPr>
        </p:nvSpPr>
        <p:spPr>
          <a:xfrm>
            <a:off x="10442465" y="328249"/>
            <a:ext cx="1468800" cy="550800"/>
          </a:xfrm>
          <a:blipFill>
            <a:blip r:embed="rId2"/>
            <a:srcRect/>
            <a:stretch>
              <a:fillRect l="-493" r="-493"/>
            </a:stretch>
          </a:blipFill>
        </p:spPr>
        <p:txBody>
          <a:bodyPr/>
          <a:lstStyle>
            <a:lvl1pPr>
              <a:defRPr sz="100" b="0">
                <a:solidFill>
                  <a:schemeClr val="bg1"/>
                </a:solidFill>
              </a:defRPr>
            </a:lvl1pPr>
          </a:lstStyle>
          <a:p>
            <a:r>
              <a:rPr lang="de-DE" sz="300" b="0"/>
              <a:t>Bild durch Klicken auf Symbol hinzufügen</a:t>
            </a:r>
            <a:endParaRPr lang="de-DE" dirty="0"/>
          </a:p>
        </p:txBody>
      </p:sp>
      <p:sp>
        <p:nvSpPr>
          <p:cNvPr id="17" name="Bildplatzhalter 4" descr="Logo. Schriftzug &quot;Technische Universität Dresden&quot;. Links davon befindet sich ein Achteck, das in zwei Bereiche aufgeteilt ist, die zusammen die Buchstaben &quot;T&quot; und &quot;U&quot; ergeben." title="Logo der TU Dresden"/>
          <p:cNvSpPr>
            <a:spLocks noGrp="1"/>
          </p:cNvSpPr>
          <p:nvPr>
            <p:ph type="pic" sz="quarter" idx="15"/>
          </p:nvPr>
        </p:nvSpPr>
        <p:spPr>
          <a:xfrm>
            <a:off x="290304" y="349731"/>
            <a:ext cx="1764000" cy="514800"/>
          </a:xfrm>
          <a:blipFill dpi="0" rotWithShape="1">
            <a:blip r:embed="rId3"/>
            <a:srcRect/>
            <a:stretch>
              <a:fillRect l="-29" r="-29"/>
            </a:stretch>
          </a:blipFill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7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82808" y="2852116"/>
            <a:ext cx="1802014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Vorname, Name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941317" cy="492443"/>
          </a:xfr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2772" y="5028236"/>
            <a:ext cx="6090752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 marL="0" indent="0" algn="l">
              <a:buNone/>
              <a:defRPr b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12" name="Textplatzhalter 25">
            <a:extLst>
              <a:ext uri="{FF2B5EF4-FFF2-40B4-BE49-F238E27FC236}">
                <a16:creationId xmlns:a16="http://schemas.microsoft.com/office/drawing/2014/main" id="{78DD96F1-BE0C-4FE4-B69F-BA8592656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808" y="3138045"/>
            <a:ext cx="3138020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Struktureinheit der TU Dresden</a:t>
            </a:r>
          </a:p>
        </p:txBody>
      </p:sp>
      <p:sp>
        <p:nvSpPr>
          <p:cNvPr id="13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803348" cy="492443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sz="3200" b="0">
                <a:solidFill>
                  <a:schemeClr val="accent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Kicken bearbeiten</a:t>
            </a:r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F1D71DE1-F9B2-4550-A173-A1C0CE63C0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808" y="5312641"/>
            <a:ext cx="4711084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Ort oder Anlass des Vortrags // 18. Februar 2022</a:t>
            </a:r>
          </a:p>
        </p:txBody>
      </p:sp>
    </p:spTree>
    <p:extLst>
      <p:ext uri="{BB962C8B-B14F-4D97-AF65-F5344CB8AC3E}">
        <p14:creationId xmlns:p14="http://schemas.microsoft.com/office/powerpoint/2010/main" val="3002802337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elfolie_TUD_Foto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4"/>
          </p:nvPr>
        </p:nvSpPr>
        <p:spPr>
          <a:xfrm>
            <a:off x="0" y="1204913"/>
            <a:ext cx="12192000" cy="5653086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7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82808" y="2852116"/>
            <a:ext cx="1802014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Vorname, Name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941317" cy="492443"/>
          </a:xfr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2772" y="5028236"/>
            <a:ext cx="6090752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 marL="0" indent="0" algn="l">
              <a:buNone/>
              <a:defRPr b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12" name="Textplatzhalter 25">
            <a:extLst>
              <a:ext uri="{FF2B5EF4-FFF2-40B4-BE49-F238E27FC236}">
                <a16:creationId xmlns:a16="http://schemas.microsoft.com/office/drawing/2014/main" id="{78DD96F1-BE0C-4FE4-B69F-BA8592656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808" y="3138045"/>
            <a:ext cx="3138020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Struktureinheit der TU Dresden</a:t>
            </a:r>
          </a:p>
        </p:txBody>
      </p:sp>
      <p:sp>
        <p:nvSpPr>
          <p:cNvPr id="13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803348" cy="492443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sz="3200" b="0">
                <a:solidFill>
                  <a:schemeClr val="accent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Kicken bearbeiten</a:t>
            </a:r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F1D71DE1-F9B2-4550-A173-A1C0CE63C0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808" y="5312641"/>
            <a:ext cx="4711084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Ort oder Anlass des Vortrags // 18. Februar 2022</a:t>
            </a:r>
          </a:p>
        </p:txBody>
      </p:sp>
      <p:pic>
        <p:nvPicPr>
          <p:cNvPr id="15" name="Grafik 14" descr="Logo. Acht unregelmäßige Dreiecksflächen sind, im Uhrzeigersinn einen Farbverlauf von dunkelblau bis hellgrün ergebend, zu einem regelmäßig achteckigen Ring angeordnet. Links daneben zweizeilig der Schriftzug &quot;DRESDEN concept" title="Logo Dresden concept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348" y="348373"/>
            <a:ext cx="1468046" cy="543600"/>
          </a:xfrm>
          <a:prstGeom prst="rect">
            <a:avLst/>
          </a:prstGeom>
        </p:spPr>
      </p:pic>
      <p:pic>
        <p:nvPicPr>
          <p:cNvPr id="18" name="Grafik 17" descr="Logo. Schriftzug &quot;Technische Universität Dresden&quot;. Links davon befindet sich ein Achteck, das in zwei Bereiche aufgeteilt ist, die zusammen die Buchstaben &quot;T&quot; und &quot;U&quot; ergeben." title="Logo der TU Dresden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04" y="348373"/>
            <a:ext cx="1764000" cy="5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262892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elfolie_TUD_weiß-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/>
          <p:cNvSpPr/>
          <p:nvPr/>
        </p:nvSpPr>
        <p:spPr>
          <a:xfrm>
            <a:off x="0" y="1204912"/>
            <a:ext cx="12192000" cy="5653089"/>
          </a:xfrm>
          <a:prstGeom prst="rect">
            <a:avLst/>
          </a:prstGeom>
          <a:gradFill>
            <a:gsLst>
              <a:gs pos="14000">
                <a:schemeClr val="accent5"/>
              </a:gs>
              <a:gs pos="100000">
                <a:schemeClr val="accent4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12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82808" y="2852116"/>
            <a:ext cx="1802014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Vorname, Name</a:t>
            </a:r>
          </a:p>
        </p:txBody>
      </p:sp>
      <p:sp>
        <p:nvSpPr>
          <p:cNvPr id="14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941317" cy="492443"/>
          </a:xfr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15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2772" y="5028236"/>
            <a:ext cx="6090752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 marL="0" indent="0" algn="l">
              <a:buNone/>
              <a:defRPr b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16" name="Textplatzhalter 25">
            <a:extLst>
              <a:ext uri="{FF2B5EF4-FFF2-40B4-BE49-F238E27FC236}">
                <a16:creationId xmlns:a16="http://schemas.microsoft.com/office/drawing/2014/main" id="{78DD96F1-BE0C-4FE4-B69F-BA8592656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808" y="3138045"/>
            <a:ext cx="3138020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Struktureinheit der TU Dresden</a:t>
            </a:r>
          </a:p>
        </p:txBody>
      </p:sp>
      <p:sp>
        <p:nvSpPr>
          <p:cNvPr id="17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803348" cy="492443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sz="3200" b="0">
                <a:solidFill>
                  <a:schemeClr val="accent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Kicken bearbeiten</a:t>
            </a:r>
          </a:p>
        </p:txBody>
      </p:sp>
      <p:sp>
        <p:nvSpPr>
          <p:cNvPr id="24" name="Textplatzhalter 7">
            <a:extLst>
              <a:ext uri="{FF2B5EF4-FFF2-40B4-BE49-F238E27FC236}">
                <a16:creationId xmlns:a16="http://schemas.microsoft.com/office/drawing/2014/main" id="{F1D71DE1-F9B2-4550-A173-A1C0CE63C0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808" y="5312641"/>
            <a:ext cx="4711084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Ort oder Anlass des Vortrags // 18. Februar 2022</a:t>
            </a:r>
          </a:p>
        </p:txBody>
      </p:sp>
      <p:pic>
        <p:nvPicPr>
          <p:cNvPr id="18" name="Grafik 17" descr="Logo. Acht unregelmäßige Dreiecksflächen sind, im Uhrzeigersinn einen Farbverlauf von dunkelblau bis hellgrün ergebend, zu einem regelmäßig achteckigen Ring angeordnet. Links daneben zweizeilig der Schriftzug &quot;DRESDEN concept" title="Logo Dresden concept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348" y="348373"/>
            <a:ext cx="1468046" cy="543600"/>
          </a:xfrm>
          <a:prstGeom prst="rect">
            <a:avLst/>
          </a:prstGeom>
        </p:spPr>
      </p:pic>
      <p:pic>
        <p:nvPicPr>
          <p:cNvPr id="20" name="Grafik 19" descr="Logo. Schriftzug &quot;Technische Universität Dresden&quot;. Links davon befindet sich ein Achteck, das in zwei Bereiche aufgeteilt ist, die zusammen die Buchstaben &quot;T&quot; und &quot;U&quot; ergeben." title="Logo der TU Dresden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04" y="348373"/>
            <a:ext cx="1764000" cy="5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00520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elfolie_TUD_weiß-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/>
          <p:cNvSpPr/>
          <p:nvPr/>
        </p:nvSpPr>
        <p:spPr>
          <a:xfrm>
            <a:off x="0" y="1204912"/>
            <a:ext cx="12192000" cy="5653089"/>
          </a:xfrm>
          <a:prstGeom prst="rect">
            <a:avLst/>
          </a:prstGeom>
          <a:gradFill>
            <a:gsLst>
              <a:gs pos="14000">
                <a:srgbClr val="951B81"/>
              </a:gs>
              <a:gs pos="100000">
                <a:srgbClr val="59358C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12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82808" y="2852116"/>
            <a:ext cx="1802014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Vorname, Name</a:t>
            </a:r>
          </a:p>
        </p:txBody>
      </p:sp>
      <p:sp>
        <p:nvSpPr>
          <p:cNvPr id="14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941317" cy="492443"/>
          </a:xfr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15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2772" y="5028236"/>
            <a:ext cx="6090752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 marL="0" indent="0" algn="l">
              <a:buNone/>
              <a:defRPr b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16" name="Textplatzhalter 25">
            <a:extLst>
              <a:ext uri="{FF2B5EF4-FFF2-40B4-BE49-F238E27FC236}">
                <a16:creationId xmlns:a16="http://schemas.microsoft.com/office/drawing/2014/main" id="{78DD96F1-BE0C-4FE4-B69F-BA8592656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808" y="3138045"/>
            <a:ext cx="3138020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Struktureinheit der TU Dresden</a:t>
            </a:r>
          </a:p>
        </p:txBody>
      </p:sp>
      <p:sp>
        <p:nvSpPr>
          <p:cNvPr id="17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803348" cy="492443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sz="3200" b="0">
                <a:solidFill>
                  <a:schemeClr val="accent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Kicken bearbeiten</a:t>
            </a:r>
          </a:p>
        </p:txBody>
      </p:sp>
      <p:sp>
        <p:nvSpPr>
          <p:cNvPr id="24" name="Textplatzhalter 7">
            <a:extLst>
              <a:ext uri="{FF2B5EF4-FFF2-40B4-BE49-F238E27FC236}">
                <a16:creationId xmlns:a16="http://schemas.microsoft.com/office/drawing/2014/main" id="{F1D71DE1-F9B2-4550-A173-A1C0CE63C0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808" y="5312641"/>
            <a:ext cx="4711084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Ort oder Anlass des Vortrags // 18. Februar 2022</a:t>
            </a:r>
          </a:p>
        </p:txBody>
      </p:sp>
      <p:pic>
        <p:nvPicPr>
          <p:cNvPr id="18" name="Grafik 17" descr="Logo. Acht unregelmäßige Dreiecksflächen sind, im Uhrzeigersinn einen Farbverlauf von dunkelblau bis hellgrün ergebend, zu einem regelmäßig achteckigen Ring angeordnet. Links daneben zweizeilig der Schriftzug &quot;DRESDEN concept" title="Logo Dresden concept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348" y="348373"/>
            <a:ext cx="1468046" cy="543600"/>
          </a:xfrm>
          <a:prstGeom prst="rect">
            <a:avLst/>
          </a:prstGeom>
        </p:spPr>
      </p:pic>
      <p:pic>
        <p:nvPicPr>
          <p:cNvPr id="20" name="Grafik 19" descr="Logo. Schriftzug &quot;Technische Universität Dresden&quot;. Links davon befindet sich ein Achteck, das in zwei Bereiche aufgeteilt ist, die zusammen die Buchstaben &quot;T&quot; und &quot;U&quot; ergeben." title="Logo der TU Dresden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04" y="348373"/>
            <a:ext cx="1764000" cy="5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369740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elfolie_TUD_weiß-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/>
          <p:cNvSpPr/>
          <p:nvPr/>
        </p:nvSpPr>
        <p:spPr>
          <a:xfrm>
            <a:off x="0" y="1204912"/>
            <a:ext cx="12192000" cy="5653089"/>
          </a:xfrm>
          <a:prstGeom prst="rect">
            <a:avLst/>
          </a:prstGeom>
          <a:gradFill>
            <a:gsLst>
              <a:gs pos="14000">
                <a:srgbClr val="DE2526"/>
              </a:gs>
              <a:gs pos="100000">
                <a:srgbClr val="CD1719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12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82808" y="2852116"/>
            <a:ext cx="1802014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Vorname, Name</a:t>
            </a:r>
          </a:p>
        </p:txBody>
      </p:sp>
      <p:sp>
        <p:nvSpPr>
          <p:cNvPr id="14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941317" cy="492443"/>
          </a:xfr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15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2772" y="5028236"/>
            <a:ext cx="6090752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 marL="0" indent="0" algn="l">
              <a:buNone/>
              <a:defRPr b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16" name="Textplatzhalter 25">
            <a:extLst>
              <a:ext uri="{FF2B5EF4-FFF2-40B4-BE49-F238E27FC236}">
                <a16:creationId xmlns:a16="http://schemas.microsoft.com/office/drawing/2014/main" id="{78DD96F1-BE0C-4FE4-B69F-BA8592656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808" y="3138045"/>
            <a:ext cx="3138020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Struktureinheit der TU Dresden</a:t>
            </a:r>
          </a:p>
        </p:txBody>
      </p:sp>
      <p:sp>
        <p:nvSpPr>
          <p:cNvPr id="17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803348" cy="492443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sz="3200" b="0">
                <a:solidFill>
                  <a:schemeClr val="accent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Kicken bearbeiten</a:t>
            </a:r>
          </a:p>
        </p:txBody>
      </p:sp>
      <p:sp>
        <p:nvSpPr>
          <p:cNvPr id="24" name="Textplatzhalter 7">
            <a:extLst>
              <a:ext uri="{FF2B5EF4-FFF2-40B4-BE49-F238E27FC236}">
                <a16:creationId xmlns:a16="http://schemas.microsoft.com/office/drawing/2014/main" id="{F1D71DE1-F9B2-4550-A173-A1C0CE63C0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808" y="5312641"/>
            <a:ext cx="4711084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Ort oder Anlass des Vortrags // 18. Februar 2022</a:t>
            </a:r>
          </a:p>
        </p:txBody>
      </p:sp>
      <p:pic>
        <p:nvPicPr>
          <p:cNvPr id="18" name="Grafik 17" descr="Logo. Acht unregelmäßige Dreiecksflächen sind, im Uhrzeigersinn einen Farbverlauf von dunkelblau bis hellgrün ergebend, zu einem regelmäßig achteckigen Ring angeordnet. Links daneben zweizeilig der Schriftzug &quot;DRESDEN concept" title="Logo Dresden concept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348" y="348373"/>
            <a:ext cx="1468046" cy="543600"/>
          </a:xfrm>
          <a:prstGeom prst="rect">
            <a:avLst/>
          </a:prstGeom>
        </p:spPr>
      </p:pic>
      <p:pic>
        <p:nvPicPr>
          <p:cNvPr id="20" name="Grafik 19" descr="Logo. Schriftzug &quot;Technische Universität Dresden&quot;. Links davon befindet sich ein Achteck, das in zwei Bereiche aufgeteilt ist, die zusammen die Buchstaben &quot;T&quot; und &quot;U&quot; ergeben." title="Logo der TU Dresden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04" y="348373"/>
            <a:ext cx="1764000" cy="5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499437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elfolie_TUD_weiß-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hteck 13">
            <a:extLst>
              <a:ext uri="{FF2B5EF4-FFF2-40B4-BE49-F238E27FC236}">
                <a16:creationId xmlns:a16="http://schemas.microsoft.com/office/drawing/2014/main" id="{8D22BFAA-62C6-4AF7-A140-D9E9750A54AC}"/>
              </a:ext>
            </a:extLst>
          </p:cNvPr>
          <p:cNvSpPr/>
          <p:nvPr userDrawn="1"/>
        </p:nvSpPr>
        <p:spPr>
          <a:xfrm>
            <a:off x="3151994" y="2563831"/>
            <a:ext cx="9050720" cy="4317954"/>
          </a:xfrm>
          <a:custGeom>
            <a:avLst/>
            <a:gdLst>
              <a:gd name="connsiteX0" fmla="*/ 0 w 5904411"/>
              <a:gd name="connsiteY0" fmla="*/ 0 h 3967747"/>
              <a:gd name="connsiteX1" fmla="*/ 5904411 w 5904411"/>
              <a:gd name="connsiteY1" fmla="*/ 0 h 3967747"/>
              <a:gd name="connsiteX2" fmla="*/ 5904411 w 5904411"/>
              <a:gd name="connsiteY2" fmla="*/ 3967747 h 3967747"/>
              <a:gd name="connsiteX3" fmla="*/ 0 w 5904411"/>
              <a:gd name="connsiteY3" fmla="*/ 3967747 h 3967747"/>
              <a:gd name="connsiteX4" fmla="*/ 0 w 5904411"/>
              <a:gd name="connsiteY4" fmla="*/ 0 h 3967747"/>
              <a:gd name="connsiteX0" fmla="*/ 3590925 w 5904411"/>
              <a:gd name="connsiteY0" fmla="*/ 0 h 3967747"/>
              <a:gd name="connsiteX1" fmla="*/ 5904411 w 5904411"/>
              <a:gd name="connsiteY1" fmla="*/ 0 h 3967747"/>
              <a:gd name="connsiteX2" fmla="*/ 5904411 w 5904411"/>
              <a:gd name="connsiteY2" fmla="*/ 3967747 h 3967747"/>
              <a:gd name="connsiteX3" fmla="*/ 0 w 5904411"/>
              <a:gd name="connsiteY3" fmla="*/ 3967747 h 3967747"/>
              <a:gd name="connsiteX4" fmla="*/ 3590925 w 5904411"/>
              <a:gd name="connsiteY4" fmla="*/ 0 h 3967747"/>
              <a:gd name="connsiteX0" fmla="*/ 3857625 w 6171111"/>
              <a:gd name="connsiteY0" fmla="*/ 0 h 3967747"/>
              <a:gd name="connsiteX1" fmla="*/ 6171111 w 6171111"/>
              <a:gd name="connsiteY1" fmla="*/ 0 h 3967747"/>
              <a:gd name="connsiteX2" fmla="*/ 6171111 w 6171111"/>
              <a:gd name="connsiteY2" fmla="*/ 3967747 h 3967747"/>
              <a:gd name="connsiteX3" fmla="*/ 0 w 6171111"/>
              <a:gd name="connsiteY3" fmla="*/ 3958222 h 3967747"/>
              <a:gd name="connsiteX4" fmla="*/ 3857625 w 6171111"/>
              <a:gd name="connsiteY4" fmla="*/ 0 h 3967747"/>
              <a:gd name="connsiteX0" fmla="*/ 3952875 w 6171111"/>
              <a:gd name="connsiteY0" fmla="*/ 9525 h 3967747"/>
              <a:gd name="connsiteX1" fmla="*/ 6171111 w 6171111"/>
              <a:gd name="connsiteY1" fmla="*/ 0 h 3967747"/>
              <a:gd name="connsiteX2" fmla="*/ 6171111 w 6171111"/>
              <a:gd name="connsiteY2" fmla="*/ 3967747 h 3967747"/>
              <a:gd name="connsiteX3" fmla="*/ 0 w 6171111"/>
              <a:gd name="connsiteY3" fmla="*/ 3958222 h 3967747"/>
              <a:gd name="connsiteX4" fmla="*/ 3952875 w 6171111"/>
              <a:gd name="connsiteY4" fmla="*/ 9525 h 3967747"/>
              <a:gd name="connsiteX0" fmla="*/ 3925061 w 6171111"/>
              <a:gd name="connsiteY0" fmla="*/ 0 h 3972129"/>
              <a:gd name="connsiteX1" fmla="*/ 6171111 w 6171111"/>
              <a:gd name="connsiteY1" fmla="*/ 4382 h 3972129"/>
              <a:gd name="connsiteX2" fmla="*/ 6171111 w 6171111"/>
              <a:gd name="connsiteY2" fmla="*/ 3972129 h 3972129"/>
              <a:gd name="connsiteX3" fmla="*/ 0 w 6171111"/>
              <a:gd name="connsiteY3" fmla="*/ 3962604 h 3972129"/>
              <a:gd name="connsiteX4" fmla="*/ 3925061 w 6171111"/>
              <a:gd name="connsiteY4" fmla="*/ 0 h 3972129"/>
              <a:gd name="connsiteX0" fmla="*/ 3925061 w 6171111"/>
              <a:gd name="connsiteY0" fmla="*/ 381 h 3967747"/>
              <a:gd name="connsiteX1" fmla="*/ 6171111 w 6171111"/>
              <a:gd name="connsiteY1" fmla="*/ 0 h 3967747"/>
              <a:gd name="connsiteX2" fmla="*/ 6171111 w 6171111"/>
              <a:gd name="connsiteY2" fmla="*/ 3967747 h 3967747"/>
              <a:gd name="connsiteX3" fmla="*/ 0 w 6171111"/>
              <a:gd name="connsiteY3" fmla="*/ 3958222 h 3967747"/>
              <a:gd name="connsiteX4" fmla="*/ 3925061 w 6171111"/>
              <a:gd name="connsiteY4" fmla="*/ 381 h 3967747"/>
              <a:gd name="connsiteX0" fmla="*/ 3961821 w 6207871"/>
              <a:gd name="connsiteY0" fmla="*/ 381 h 3981196"/>
              <a:gd name="connsiteX1" fmla="*/ 6207871 w 6207871"/>
              <a:gd name="connsiteY1" fmla="*/ 0 h 3981196"/>
              <a:gd name="connsiteX2" fmla="*/ 6207871 w 6207871"/>
              <a:gd name="connsiteY2" fmla="*/ 3967747 h 3981196"/>
              <a:gd name="connsiteX3" fmla="*/ 0 w 6207871"/>
              <a:gd name="connsiteY3" fmla="*/ 3981196 h 3981196"/>
              <a:gd name="connsiteX4" fmla="*/ 3961821 w 6207871"/>
              <a:gd name="connsiteY4" fmla="*/ 381 h 3981196"/>
              <a:gd name="connsiteX0" fmla="*/ 3984796 w 6230846"/>
              <a:gd name="connsiteY0" fmla="*/ 381 h 3981196"/>
              <a:gd name="connsiteX1" fmla="*/ 6230846 w 6230846"/>
              <a:gd name="connsiteY1" fmla="*/ 0 h 3981196"/>
              <a:gd name="connsiteX2" fmla="*/ 6230846 w 6230846"/>
              <a:gd name="connsiteY2" fmla="*/ 3967747 h 3981196"/>
              <a:gd name="connsiteX3" fmla="*/ 0 w 6230846"/>
              <a:gd name="connsiteY3" fmla="*/ 3981196 h 3981196"/>
              <a:gd name="connsiteX4" fmla="*/ 3984796 w 6230846"/>
              <a:gd name="connsiteY4" fmla="*/ 381 h 3981196"/>
              <a:gd name="connsiteX0" fmla="*/ 3984796 w 8344852"/>
              <a:gd name="connsiteY0" fmla="*/ 381 h 3981196"/>
              <a:gd name="connsiteX1" fmla="*/ 8344852 w 8344852"/>
              <a:gd name="connsiteY1" fmla="*/ 0 h 3981196"/>
              <a:gd name="connsiteX2" fmla="*/ 6230846 w 8344852"/>
              <a:gd name="connsiteY2" fmla="*/ 3967747 h 3981196"/>
              <a:gd name="connsiteX3" fmla="*/ 0 w 8344852"/>
              <a:gd name="connsiteY3" fmla="*/ 3981196 h 3981196"/>
              <a:gd name="connsiteX4" fmla="*/ 3984796 w 8344852"/>
              <a:gd name="connsiteY4" fmla="*/ 381 h 3981196"/>
              <a:gd name="connsiteX0" fmla="*/ 3984796 w 8344852"/>
              <a:gd name="connsiteY0" fmla="*/ 381 h 3981196"/>
              <a:gd name="connsiteX1" fmla="*/ 8344852 w 8344852"/>
              <a:gd name="connsiteY1" fmla="*/ 0 h 3981196"/>
              <a:gd name="connsiteX2" fmla="*/ 8344852 w 8344852"/>
              <a:gd name="connsiteY2" fmla="*/ 3967748 h 3981196"/>
              <a:gd name="connsiteX3" fmla="*/ 0 w 8344852"/>
              <a:gd name="connsiteY3" fmla="*/ 3981196 h 3981196"/>
              <a:gd name="connsiteX4" fmla="*/ 3984796 w 8344852"/>
              <a:gd name="connsiteY4" fmla="*/ 381 h 3981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44852" h="3981196">
                <a:moveTo>
                  <a:pt x="3984796" y="381"/>
                </a:moveTo>
                <a:lnTo>
                  <a:pt x="8344852" y="0"/>
                </a:lnTo>
                <a:lnTo>
                  <a:pt x="8344852" y="3967748"/>
                </a:lnTo>
                <a:lnTo>
                  <a:pt x="0" y="3981196"/>
                </a:lnTo>
                <a:lnTo>
                  <a:pt x="3984796" y="381"/>
                </a:lnTo>
                <a:close/>
              </a:path>
            </a:pathLst>
          </a:custGeom>
          <a:solidFill>
            <a:schemeClr val="accent5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de-DE" dirty="0"/>
          </a:p>
        </p:txBody>
      </p:sp>
      <p:sp>
        <p:nvSpPr>
          <p:cNvPr id="19" name="Rechteck 9">
            <a:extLst>
              <a:ext uri="{FF2B5EF4-FFF2-40B4-BE49-F238E27FC236}">
                <a16:creationId xmlns:a16="http://schemas.microsoft.com/office/drawing/2014/main" id="{9FD71789-74E3-45C9-B1BA-98AEA75CF44C}"/>
              </a:ext>
            </a:extLst>
          </p:cNvPr>
          <p:cNvSpPr/>
          <p:nvPr userDrawn="1"/>
        </p:nvSpPr>
        <p:spPr>
          <a:xfrm>
            <a:off x="-1" y="3692352"/>
            <a:ext cx="9555747" cy="3185710"/>
          </a:xfrm>
          <a:custGeom>
            <a:avLst/>
            <a:gdLst>
              <a:gd name="connsiteX0" fmla="*/ 0 w 8810492"/>
              <a:gd name="connsiteY0" fmla="*/ 0 h 2937256"/>
              <a:gd name="connsiteX1" fmla="*/ 8810492 w 8810492"/>
              <a:gd name="connsiteY1" fmla="*/ 0 h 2937256"/>
              <a:gd name="connsiteX2" fmla="*/ 8810492 w 8810492"/>
              <a:gd name="connsiteY2" fmla="*/ 2937256 h 2937256"/>
              <a:gd name="connsiteX3" fmla="*/ 0 w 8810492"/>
              <a:gd name="connsiteY3" fmla="*/ 2937256 h 2937256"/>
              <a:gd name="connsiteX4" fmla="*/ 0 w 8810492"/>
              <a:gd name="connsiteY4" fmla="*/ 0 h 2937256"/>
              <a:gd name="connsiteX0" fmla="*/ 0 w 8810492"/>
              <a:gd name="connsiteY0" fmla="*/ 0 h 2937256"/>
              <a:gd name="connsiteX1" fmla="*/ 5858286 w 8810492"/>
              <a:gd name="connsiteY1" fmla="*/ 0 h 2937256"/>
              <a:gd name="connsiteX2" fmla="*/ 8810492 w 8810492"/>
              <a:gd name="connsiteY2" fmla="*/ 2937256 h 2937256"/>
              <a:gd name="connsiteX3" fmla="*/ 0 w 8810492"/>
              <a:gd name="connsiteY3" fmla="*/ 2937256 h 2937256"/>
              <a:gd name="connsiteX4" fmla="*/ 0 w 8810492"/>
              <a:gd name="connsiteY4" fmla="*/ 0 h 2937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10492" h="2937256">
                <a:moveTo>
                  <a:pt x="0" y="0"/>
                </a:moveTo>
                <a:lnTo>
                  <a:pt x="5858286" y="0"/>
                </a:lnTo>
                <a:lnTo>
                  <a:pt x="8810492" y="2937256"/>
                </a:lnTo>
                <a:lnTo>
                  <a:pt x="0" y="293725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de-DE" dirty="0"/>
              <a:t> </a:t>
            </a:r>
          </a:p>
        </p:txBody>
      </p:sp>
      <p:sp>
        <p:nvSpPr>
          <p:cNvPr id="20" name="Rechteck 8">
            <a:extLst>
              <a:ext uri="{FF2B5EF4-FFF2-40B4-BE49-F238E27FC236}">
                <a16:creationId xmlns:a16="http://schemas.microsoft.com/office/drawing/2014/main" id="{E0A106CA-E2A4-4455-BD1E-8B7BA6CDC669}"/>
              </a:ext>
            </a:extLst>
          </p:cNvPr>
          <p:cNvSpPr/>
          <p:nvPr userDrawn="1"/>
        </p:nvSpPr>
        <p:spPr>
          <a:xfrm>
            <a:off x="-709" y="2302249"/>
            <a:ext cx="6020777" cy="4581946"/>
          </a:xfrm>
          <a:custGeom>
            <a:avLst/>
            <a:gdLst>
              <a:gd name="connsiteX0" fmla="*/ 0 w 3587931"/>
              <a:gd name="connsiteY0" fmla="*/ 0 h 5307874"/>
              <a:gd name="connsiteX1" fmla="*/ 3587931 w 3587931"/>
              <a:gd name="connsiteY1" fmla="*/ 0 h 5307874"/>
              <a:gd name="connsiteX2" fmla="*/ 3587931 w 3587931"/>
              <a:gd name="connsiteY2" fmla="*/ 5307874 h 5307874"/>
              <a:gd name="connsiteX3" fmla="*/ 0 w 3587931"/>
              <a:gd name="connsiteY3" fmla="*/ 5307874 h 5307874"/>
              <a:gd name="connsiteX4" fmla="*/ 0 w 3587931"/>
              <a:gd name="connsiteY4" fmla="*/ 0 h 5307874"/>
              <a:gd name="connsiteX0" fmla="*/ 0 w 3587931"/>
              <a:gd name="connsiteY0" fmla="*/ 0 h 5307874"/>
              <a:gd name="connsiteX1" fmla="*/ 3587931 w 3587931"/>
              <a:gd name="connsiteY1" fmla="*/ 0 h 5307874"/>
              <a:gd name="connsiteX2" fmla="*/ 3587931 w 3587931"/>
              <a:gd name="connsiteY2" fmla="*/ 3657600 h 5307874"/>
              <a:gd name="connsiteX3" fmla="*/ 3587931 w 3587931"/>
              <a:gd name="connsiteY3" fmla="*/ 5307874 h 5307874"/>
              <a:gd name="connsiteX4" fmla="*/ 0 w 3587931"/>
              <a:gd name="connsiteY4" fmla="*/ 5307874 h 5307874"/>
              <a:gd name="connsiteX5" fmla="*/ 0 w 3587931"/>
              <a:gd name="connsiteY5" fmla="*/ 0 h 5307874"/>
              <a:gd name="connsiteX0" fmla="*/ 0 w 3587931"/>
              <a:gd name="connsiteY0" fmla="*/ 0 h 5307874"/>
              <a:gd name="connsiteX1" fmla="*/ 1463039 w 3587931"/>
              <a:gd name="connsiteY1" fmla="*/ 1445623 h 5307874"/>
              <a:gd name="connsiteX2" fmla="*/ 3587931 w 3587931"/>
              <a:gd name="connsiteY2" fmla="*/ 3657600 h 5307874"/>
              <a:gd name="connsiteX3" fmla="*/ 3587931 w 3587931"/>
              <a:gd name="connsiteY3" fmla="*/ 5307874 h 5307874"/>
              <a:gd name="connsiteX4" fmla="*/ 0 w 3587931"/>
              <a:gd name="connsiteY4" fmla="*/ 5307874 h 5307874"/>
              <a:gd name="connsiteX5" fmla="*/ 0 w 3587931"/>
              <a:gd name="connsiteY5" fmla="*/ 0 h 5307874"/>
              <a:gd name="connsiteX0" fmla="*/ 0 w 3622765"/>
              <a:gd name="connsiteY0" fmla="*/ 0 h 5307874"/>
              <a:gd name="connsiteX1" fmla="*/ 1463039 w 3622765"/>
              <a:gd name="connsiteY1" fmla="*/ 1445623 h 5307874"/>
              <a:gd name="connsiteX2" fmla="*/ 3622765 w 3622765"/>
              <a:gd name="connsiteY2" fmla="*/ 3614057 h 5307874"/>
              <a:gd name="connsiteX3" fmla="*/ 3587931 w 3622765"/>
              <a:gd name="connsiteY3" fmla="*/ 5307874 h 5307874"/>
              <a:gd name="connsiteX4" fmla="*/ 0 w 3622765"/>
              <a:gd name="connsiteY4" fmla="*/ 5307874 h 5307874"/>
              <a:gd name="connsiteX5" fmla="*/ 0 w 3622765"/>
              <a:gd name="connsiteY5" fmla="*/ 0 h 5307874"/>
              <a:gd name="connsiteX0" fmla="*/ 0 w 3622765"/>
              <a:gd name="connsiteY0" fmla="*/ 0 h 5307874"/>
              <a:gd name="connsiteX1" fmla="*/ 1463039 w 3622765"/>
              <a:gd name="connsiteY1" fmla="*/ 1445623 h 5307874"/>
              <a:gd name="connsiteX2" fmla="*/ 3622765 w 3622765"/>
              <a:gd name="connsiteY2" fmla="*/ 3614057 h 5307874"/>
              <a:gd name="connsiteX3" fmla="*/ 3622765 w 3622765"/>
              <a:gd name="connsiteY3" fmla="*/ 5307874 h 5307874"/>
              <a:gd name="connsiteX4" fmla="*/ 0 w 3622765"/>
              <a:gd name="connsiteY4" fmla="*/ 5307874 h 5307874"/>
              <a:gd name="connsiteX5" fmla="*/ 0 w 3622765"/>
              <a:gd name="connsiteY5" fmla="*/ 0 h 5307874"/>
              <a:gd name="connsiteX0" fmla="*/ 0 w 3622765"/>
              <a:gd name="connsiteY0" fmla="*/ 0 h 5307874"/>
              <a:gd name="connsiteX1" fmla="*/ 1463039 w 3622765"/>
              <a:gd name="connsiteY1" fmla="*/ 1445623 h 5307874"/>
              <a:gd name="connsiteX2" fmla="*/ 3578520 w 3622765"/>
              <a:gd name="connsiteY2" fmla="*/ 3614057 h 5307874"/>
              <a:gd name="connsiteX3" fmla="*/ 3622765 w 3622765"/>
              <a:gd name="connsiteY3" fmla="*/ 5307874 h 5307874"/>
              <a:gd name="connsiteX4" fmla="*/ 0 w 3622765"/>
              <a:gd name="connsiteY4" fmla="*/ 5307874 h 5307874"/>
              <a:gd name="connsiteX5" fmla="*/ 0 w 3622765"/>
              <a:gd name="connsiteY5" fmla="*/ 0 h 5307874"/>
              <a:gd name="connsiteX0" fmla="*/ 0 w 3593268"/>
              <a:gd name="connsiteY0" fmla="*/ 0 h 5307874"/>
              <a:gd name="connsiteX1" fmla="*/ 1463039 w 3593268"/>
              <a:gd name="connsiteY1" fmla="*/ 1445623 h 5307874"/>
              <a:gd name="connsiteX2" fmla="*/ 3578520 w 3593268"/>
              <a:gd name="connsiteY2" fmla="*/ 3614057 h 5307874"/>
              <a:gd name="connsiteX3" fmla="*/ 3593268 w 3593268"/>
              <a:gd name="connsiteY3" fmla="*/ 5307874 h 5307874"/>
              <a:gd name="connsiteX4" fmla="*/ 0 w 3593268"/>
              <a:gd name="connsiteY4" fmla="*/ 5307874 h 5307874"/>
              <a:gd name="connsiteX5" fmla="*/ 0 w 3593268"/>
              <a:gd name="connsiteY5" fmla="*/ 0 h 5307874"/>
              <a:gd name="connsiteX0" fmla="*/ 0 w 3578520"/>
              <a:gd name="connsiteY0" fmla="*/ 0 h 5307874"/>
              <a:gd name="connsiteX1" fmla="*/ 1463039 w 3578520"/>
              <a:gd name="connsiteY1" fmla="*/ 1445623 h 5307874"/>
              <a:gd name="connsiteX2" fmla="*/ 3578520 w 3578520"/>
              <a:gd name="connsiteY2" fmla="*/ 3614057 h 5307874"/>
              <a:gd name="connsiteX3" fmla="*/ 3563771 w 3578520"/>
              <a:gd name="connsiteY3" fmla="*/ 5307874 h 5307874"/>
              <a:gd name="connsiteX4" fmla="*/ 0 w 3578520"/>
              <a:gd name="connsiteY4" fmla="*/ 5307874 h 5307874"/>
              <a:gd name="connsiteX5" fmla="*/ 0 w 3578520"/>
              <a:gd name="connsiteY5" fmla="*/ 0 h 5307874"/>
              <a:gd name="connsiteX0" fmla="*/ 0 w 3578520"/>
              <a:gd name="connsiteY0" fmla="*/ 0 h 5307874"/>
              <a:gd name="connsiteX1" fmla="*/ 1463039 w 3578520"/>
              <a:gd name="connsiteY1" fmla="*/ 1445623 h 5307874"/>
              <a:gd name="connsiteX2" fmla="*/ 3578520 w 3578520"/>
              <a:gd name="connsiteY2" fmla="*/ 3614057 h 5307874"/>
              <a:gd name="connsiteX3" fmla="*/ 3571146 w 3578520"/>
              <a:gd name="connsiteY3" fmla="*/ 5307874 h 5307874"/>
              <a:gd name="connsiteX4" fmla="*/ 0 w 3578520"/>
              <a:gd name="connsiteY4" fmla="*/ 5307874 h 5307874"/>
              <a:gd name="connsiteX5" fmla="*/ 0 w 3578520"/>
              <a:gd name="connsiteY5" fmla="*/ 0 h 5307874"/>
              <a:gd name="connsiteX0" fmla="*/ 0 w 3578520"/>
              <a:gd name="connsiteY0" fmla="*/ 0 h 5307874"/>
              <a:gd name="connsiteX1" fmla="*/ 1463039 w 3578520"/>
              <a:gd name="connsiteY1" fmla="*/ 1445623 h 5307874"/>
              <a:gd name="connsiteX2" fmla="*/ 3578520 w 3578520"/>
              <a:gd name="connsiteY2" fmla="*/ 3614057 h 5307874"/>
              <a:gd name="connsiteX3" fmla="*/ 3578520 w 3578520"/>
              <a:gd name="connsiteY3" fmla="*/ 5307874 h 5307874"/>
              <a:gd name="connsiteX4" fmla="*/ 0 w 3578520"/>
              <a:gd name="connsiteY4" fmla="*/ 5307874 h 5307874"/>
              <a:gd name="connsiteX5" fmla="*/ 0 w 3578520"/>
              <a:gd name="connsiteY5" fmla="*/ 0 h 5307874"/>
              <a:gd name="connsiteX0" fmla="*/ 0 w 3599785"/>
              <a:gd name="connsiteY0" fmla="*/ 0 h 3872478"/>
              <a:gd name="connsiteX1" fmla="*/ 1484304 w 3599785"/>
              <a:gd name="connsiteY1" fmla="*/ 10227 h 3872478"/>
              <a:gd name="connsiteX2" fmla="*/ 3599785 w 3599785"/>
              <a:gd name="connsiteY2" fmla="*/ 2178661 h 3872478"/>
              <a:gd name="connsiteX3" fmla="*/ 3599785 w 3599785"/>
              <a:gd name="connsiteY3" fmla="*/ 3872478 h 3872478"/>
              <a:gd name="connsiteX4" fmla="*/ 21265 w 3599785"/>
              <a:gd name="connsiteY4" fmla="*/ 3872478 h 3872478"/>
              <a:gd name="connsiteX5" fmla="*/ 0 w 3599785"/>
              <a:gd name="connsiteY5" fmla="*/ 0 h 3872478"/>
              <a:gd name="connsiteX0" fmla="*/ 0 w 3599785"/>
              <a:gd name="connsiteY0" fmla="*/ 0 h 4223352"/>
              <a:gd name="connsiteX1" fmla="*/ 1484304 w 3599785"/>
              <a:gd name="connsiteY1" fmla="*/ 10227 h 4223352"/>
              <a:gd name="connsiteX2" fmla="*/ 3599785 w 3599785"/>
              <a:gd name="connsiteY2" fmla="*/ 2178661 h 4223352"/>
              <a:gd name="connsiteX3" fmla="*/ 3589153 w 3599785"/>
              <a:gd name="connsiteY3" fmla="*/ 4223352 h 4223352"/>
              <a:gd name="connsiteX4" fmla="*/ 21265 w 3599785"/>
              <a:gd name="connsiteY4" fmla="*/ 3872478 h 4223352"/>
              <a:gd name="connsiteX5" fmla="*/ 0 w 3599785"/>
              <a:gd name="connsiteY5" fmla="*/ 0 h 4223352"/>
              <a:gd name="connsiteX0" fmla="*/ 0 w 3599785"/>
              <a:gd name="connsiteY0" fmla="*/ 0 h 4223352"/>
              <a:gd name="connsiteX1" fmla="*/ 1484304 w 3599785"/>
              <a:gd name="connsiteY1" fmla="*/ 10227 h 4223352"/>
              <a:gd name="connsiteX2" fmla="*/ 3599785 w 3599785"/>
              <a:gd name="connsiteY2" fmla="*/ 2178661 h 4223352"/>
              <a:gd name="connsiteX3" fmla="*/ 3589153 w 3599785"/>
              <a:gd name="connsiteY3" fmla="*/ 4223352 h 4223352"/>
              <a:gd name="connsiteX4" fmla="*/ 0 w 3599785"/>
              <a:gd name="connsiteY4" fmla="*/ 4212720 h 4223352"/>
              <a:gd name="connsiteX5" fmla="*/ 0 w 3599785"/>
              <a:gd name="connsiteY5" fmla="*/ 0 h 4223352"/>
              <a:gd name="connsiteX0" fmla="*/ 0 w 3599785"/>
              <a:gd name="connsiteY0" fmla="*/ 7190 h 4230542"/>
              <a:gd name="connsiteX1" fmla="*/ 1484304 w 3599785"/>
              <a:gd name="connsiteY1" fmla="*/ 0 h 4230542"/>
              <a:gd name="connsiteX2" fmla="*/ 3599785 w 3599785"/>
              <a:gd name="connsiteY2" fmla="*/ 2185851 h 4230542"/>
              <a:gd name="connsiteX3" fmla="*/ 3589153 w 3599785"/>
              <a:gd name="connsiteY3" fmla="*/ 4230542 h 4230542"/>
              <a:gd name="connsiteX4" fmla="*/ 0 w 3599785"/>
              <a:gd name="connsiteY4" fmla="*/ 4219910 h 4230542"/>
              <a:gd name="connsiteX5" fmla="*/ 0 w 3599785"/>
              <a:gd name="connsiteY5" fmla="*/ 7190 h 4230542"/>
              <a:gd name="connsiteX0" fmla="*/ 0 w 3607160"/>
              <a:gd name="connsiteY0" fmla="*/ 14564 h 4230542"/>
              <a:gd name="connsiteX1" fmla="*/ 1491679 w 3607160"/>
              <a:gd name="connsiteY1" fmla="*/ 0 h 4230542"/>
              <a:gd name="connsiteX2" fmla="*/ 3607160 w 3607160"/>
              <a:gd name="connsiteY2" fmla="*/ 2185851 h 4230542"/>
              <a:gd name="connsiteX3" fmla="*/ 3596528 w 3607160"/>
              <a:gd name="connsiteY3" fmla="*/ 4230542 h 4230542"/>
              <a:gd name="connsiteX4" fmla="*/ 7375 w 3607160"/>
              <a:gd name="connsiteY4" fmla="*/ 4219910 h 4230542"/>
              <a:gd name="connsiteX5" fmla="*/ 0 w 3607160"/>
              <a:gd name="connsiteY5" fmla="*/ 14564 h 4230542"/>
              <a:gd name="connsiteX0" fmla="*/ 709 w 3600495"/>
              <a:gd name="connsiteY0" fmla="*/ 0 h 4407707"/>
              <a:gd name="connsiteX1" fmla="*/ 1485014 w 3600495"/>
              <a:gd name="connsiteY1" fmla="*/ 177165 h 4407707"/>
              <a:gd name="connsiteX2" fmla="*/ 3600495 w 3600495"/>
              <a:gd name="connsiteY2" fmla="*/ 2363016 h 4407707"/>
              <a:gd name="connsiteX3" fmla="*/ 3589863 w 3600495"/>
              <a:gd name="connsiteY3" fmla="*/ 4407707 h 4407707"/>
              <a:gd name="connsiteX4" fmla="*/ 710 w 3600495"/>
              <a:gd name="connsiteY4" fmla="*/ 4397075 h 4407707"/>
              <a:gd name="connsiteX5" fmla="*/ 709 w 3600495"/>
              <a:gd name="connsiteY5" fmla="*/ 0 h 4407707"/>
              <a:gd name="connsiteX0" fmla="*/ 709 w 3600495"/>
              <a:gd name="connsiteY0" fmla="*/ 0 h 4230727"/>
              <a:gd name="connsiteX1" fmla="*/ 1485014 w 3600495"/>
              <a:gd name="connsiteY1" fmla="*/ 185 h 4230727"/>
              <a:gd name="connsiteX2" fmla="*/ 3600495 w 3600495"/>
              <a:gd name="connsiteY2" fmla="*/ 2186036 h 4230727"/>
              <a:gd name="connsiteX3" fmla="*/ 3589863 w 3600495"/>
              <a:gd name="connsiteY3" fmla="*/ 4230727 h 4230727"/>
              <a:gd name="connsiteX4" fmla="*/ 710 w 3600495"/>
              <a:gd name="connsiteY4" fmla="*/ 4220095 h 4230727"/>
              <a:gd name="connsiteX5" fmla="*/ 709 w 3600495"/>
              <a:gd name="connsiteY5" fmla="*/ 0 h 4230727"/>
              <a:gd name="connsiteX0" fmla="*/ 709 w 5551215"/>
              <a:gd name="connsiteY0" fmla="*/ 0 h 4232550"/>
              <a:gd name="connsiteX1" fmla="*/ 1485014 w 5551215"/>
              <a:gd name="connsiteY1" fmla="*/ 185 h 4232550"/>
              <a:gd name="connsiteX2" fmla="*/ 5551215 w 5551215"/>
              <a:gd name="connsiteY2" fmla="*/ 4232550 h 4232550"/>
              <a:gd name="connsiteX3" fmla="*/ 3589863 w 5551215"/>
              <a:gd name="connsiteY3" fmla="*/ 4230727 h 4232550"/>
              <a:gd name="connsiteX4" fmla="*/ 710 w 5551215"/>
              <a:gd name="connsiteY4" fmla="*/ 4220095 h 4232550"/>
              <a:gd name="connsiteX5" fmla="*/ 709 w 5551215"/>
              <a:gd name="connsiteY5" fmla="*/ 0 h 4232550"/>
              <a:gd name="connsiteX0" fmla="*/ 709 w 5551215"/>
              <a:gd name="connsiteY0" fmla="*/ 0 h 4232550"/>
              <a:gd name="connsiteX1" fmla="*/ 1485014 w 5551215"/>
              <a:gd name="connsiteY1" fmla="*/ 185 h 4232550"/>
              <a:gd name="connsiteX2" fmla="*/ 5551215 w 5551215"/>
              <a:gd name="connsiteY2" fmla="*/ 4232550 h 4232550"/>
              <a:gd name="connsiteX3" fmla="*/ 710 w 5551215"/>
              <a:gd name="connsiteY3" fmla="*/ 4220095 h 4232550"/>
              <a:gd name="connsiteX4" fmla="*/ 709 w 5551215"/>
              <a:gd name="connsiteY4" fmla="*/ 0 h 4232550"/>
              <a:gd name="connsiteX0" fmla="*/ 709 w 5551215"/>
              <a:gd name="connsiteY0" fmla="*/ 0 h 4224599"/>
              <a:gd name="connsiteX1" fmla="*/ 1485014 w 5551215"/>
              <a:gd name="connsiteY1" fmla="*/ 185 h 4224599"/>
              <a:gd name="connsiteX2" fmla="*/ 5551215 w 5551215"/>
              <a:gd name="connsiteY2" fmla="*/ 4224599 h 4224599"/>
              <a:gd name="connsiteX3" fmla="*/ 710 w 5551215"/>
              <a:gd name="connsiteY3" fmla="*/ 4220095 h 4224599"/>
              <a:gd name="connsiteX4" fmla="*/ 709 w 5551215"/>
              <a:gd name="connsiteY4" fmla="*/ 0 h 4224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51215" h="4224599">
                <a:moveTo>
                  <a:pt x="709" y="0"/>
                </a:moveTo>
                <a:lnTo>
                  <a:pt x="1485014" y="185"/>
                </a:lnTo>
                <a:lnTo>
                  <a:pt x="5551215" y="4224599"/>
                </a:lnTo>
                <a:lnTo>
                  <a:pt x="710" y="4220095"/>
                </a:lnTo>
                <a:cubicBezTo>
                  <a:pt x="-1748" y="2818313"/>
                  <a:pt x="3167" y="1401782"/>
                  <a:pt x="709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de-DE"/>
          </a:p>
        </p:txBody>
      </p:sp>
      <p:sp>
        <p:nvSpPr>
          <p:cNvPr id="12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82808" y="2852116"/>
            <a:ext cx="1802014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Vorname, Name</a:t>
            </a:r>
          </a:p>
        </p:txBody>
      </p:sp>
      <p:sp>
        <p:nvSpPr>
          <p:cNvPr id="14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941317" cy="492443"/>
          </a:xfr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15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2772" y="5028236"/>
            <a:ext cx="6090752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 marL="0" indent="0" algn="l">
              <a:buNone/>
              <a:defRPr b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16" name="Textplatzhalter 25">
            <a:extLst>
              <a:ext uri="{FF2B5EF4-FFF2-40B4-BE49-F238E27FC236}">
                <a16:creationId xmlns:a16="http://schemas.microsoft.com/office/drawing/2014/main" id="{78DD96F1-BE0C-4FE4-B69F-BA8592656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808" y="3138045"/>
            <a:ext cx="3138020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Struktureinheit der TU Dresden</a:t>
            </a:r>
          </a:p>
        </p:txBody>
      </p:sp>
      <p:sp>
        <p:nvSpPr>
          <p:cNvPr id="17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803348" cy="492443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sz="3200" b="0">
                <a:solidFill>
                  <a:schemeClr val="accent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Kicken bearbeiten</a:t>
            </a:r>
          </a:p>
        </p:txBody>
      </p:sp>
      <p:sp>
        <p:nvSpPr>
          <p:cNvPr id="24" name="Textplatzhalter 7">
            <a:extLst>
              <a:ext uri="{FF2B5EF4-FFF2-40B4-BE49-F238E27FC236}">
                <a16:creationId xmlns:a16="http://schemas.microsoft.com/office/drawing/2014/main" id="{F1D71DE1-F9B2-4550-A173-A1C0CE63C0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808" y="5312641"/>
            <a:ext cx="4711084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Ort oder Anlass des Vortrags // 18. Februar 2022</a:t>
            </a:r>
          </a:p>
        </p:txBody>
      </p:sp>
      <p:pic>
        <p:nvPicPr>
          <p:cNvPr id="13" name="Grafik 12" descr="Logo. Acht unregelmäßige Dreiecksflächen sind, im Uhrzeigersinn einen Farbverlauf von dunkelblau bis hellgrün ergebend, zu einem regelmäßig achteckigen Ring angeordnet. Links daneben zweizeilig der Schriftzug &quot;DRESDEN concept" title="Logo Dresden concept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348" y="348373"/>
            <a:ext cx="1468046" cy="543600"/>
          </a:xfrm>
          <a:prstGeom prst="rect">
            <a:avLst/>
          </a:prstGeom>
        </p:spPr>
      </p:pic>
      <p:pic>
        <p:nvPicPr>
          <p:cNvPr id="22" name="Grafik 21" descr="Logo. Schriftzug &quot;Technische Universität Dresden&quot;. Links davon befindet sich ein Achteck, das in zwei Bereiche aufgeteilt ist, die zusammen die Buchstaben &quot;T&quot; und &quot;U&quot; ergeben." title="Logo der TU Dresden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04" y="348373"/>
            <a:ext cx="1764000" cy="5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318043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el und ein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/>
          </p:nvPr>
        </p:nvSpPr>
        <p:spPr>
          <a:xfrm>
            <a:off x="874711" y="1484313"/>
            <a:ext cx="10580688" cy="4344987"/>
          </a:xfrm>
        </p:spPr>
        <p:txBody>
          <a:bodyPr/>
          <a:lstStyle>
            <a:lvl1pPr>
              <a:spcBef>
                <a:spcPts val="1200"/>
              </a:spcBef>
              <a:defRPr/>
            </a:lvl1pPr>
            <a:lvl3pPr>
              <a:spcBef>
                <a:spcPts val="1200"/>
              </a:spcBef>
              <a:defRPr/>
            </a:lvl3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28119933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2 Inhalte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4"/>
          </p:nvPr>
        </p:nvSpPr>
        <p:spPr>
          <a:xfrm>
            <a:off x="874713" y="1481138"/>
            <a:ext cx="5195887" cy="436086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Inhaltsplatzhalter 3"/>
          <p:cNvSpPr>
            <a:spLocks noGrp="1"/>
          </p:cNvSpPr>
          <p:nvPr>
            <p:ph sz="quarter" idx="15"/>
          </p:nvPr>
        </p:nvSpPr>
        <p:spPr>
          <a:xfrm>
            <a:off x="6267450" y="1481138"/>
            <a:ext cx="5195887" cy="436086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57373242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3"/>
          </p:nvPr>
        </p:nvSpPr>
        <p:spPr>
          <a:xfrm>
            <a:off x="6267449" y="1484314"/>
            <a:ext cx="5187950" cy="4344985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4"/>
          </p:nvPr>
        </p:nvSpPr>
        <p:spPr>
          <a:xfrm>
            <a:off x="874713" y="1484313"/>
            <a:ext cx="5195887" cy="43576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170242763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3"/>
          </p:nvPr>
        </p:nvSpPr>
        <p:spPr>
          <a:xfrm>
            <a:off x="8070849" y="1484314"/>
            <a:ext cx="3384549" cy="4344985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4"/>
          </p:nvPr>
        </p:nvSpPr>
        <p:spPr>
          <a:xfrm>
            <a:off x="874713" y="1484313"/>
            <a:ext cx="6999287" cy="43576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39803747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 und Bild_qu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3"/>
          </p:nvPr>
        </p:nvSpPr>
        <p:spPr>
          <a:xfrm>
            <a:off x="0" y="4101152"/>
            <a:ext cx="12191999" cy="2028186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4"/>
          </p:nvPr>
        </p:nvSpPr>
        <p:spPr>
          <a:xfrm>
            <a:off x="874713" y="1484313"/>
            <a:ext cx="10580687" cy="23984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94580503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 und Bild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3"/>
          </p:nvPr>
        </p:nvSpPr>
        <p:spPr>
          <a:xfrm>
            <a:off x="8070849" y="1484314"/>
            <a:ext cx="4121151" cy="4645024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4"/>
          </p:nvPr>
        </p:nvSpPr>
        <p:spPr>
          <a:xfrm>
            <a:off x="874713" y="1484313"/>
            <a:ext cx="6999287" cy="43576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097579242"/>
      </p:ext>
    </p:extLst>
  </p:cSld>
  <p:clrMapOvr>
    <a:masterClrMapping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und 3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74712" y="346075"/>
            <a:ext cx="10580687" cy="68421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3"/>
          </p:nvPr>
        </p:nvSpPr>
        <p:spPr>
          <a:xfrm>
            <a:off x="874713" y="1481138"/>
            <a:ext cx="3398837" cy="436086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Inhaltsplatzhalter 3"/>
          <p:cNvSpPr>
            <a:spLocks noGrp="1"/>
          </p:cNvSpPr>
          <p:nvPr>
            <p:ph sz="quarter" idx="14"/>
          </p:nvPr>
        </p:nvSpPr>
        <p:spPr>
          <a:xfrm>
            <a:off x="4457699" y="1481138"/>
            <a:ext cx="3416301" cy="436086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Inhaltsplatzhalter 3"/>
          <p:cNvSpPr>
            <a:spLocks noGrp="1"/>
          </p:cNvSpPr>
          <p:nvPr>
            <p:ph sz="quarter" idx="15"/>
          </p:nvPr>
        </p:nvSpPr>
        <p:spPr>
          <a:xfrm>
            <a:off x="8070850" y="1481138"/>
            <a:ext cx="3384550" cy="436086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43359633"/>
      </p:ext>
    </p:extLst>
  </p:cSld>
  <p:clrMapOvr>
    <a:masterClrMapping/>
  </p:clrMapOvr>
  <p:hf hd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 und 4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7"/>
          <p:cNvSpPr>
            <a:spLocks noGrp="1"/>
          </p:cNvSpPr>
          <p:nvPr>
            <p:ph type="pic" sz="quarter" idx="13"/>
          </p:nvPr>
        </p:nvSpPr>
        <p:spPr>
          <a:xfrm>
            <a:off x="874711" y="1484313"/>
            <a:ext cx="4300539" cy="13320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Bildplatzhalter 7"/>
          <p:cNvSpPr>
            <a:spLocks noGrp="1"/>
          </p:cNvSpPr>
          <p:nvPr>
            <p:ph type="pic" sz="quarter" idx="14"/>
          </p:nvPr>
        </p:nvSpPr>
        <p:spPr>
          <a:xfrm>
            <a:off x="874712" y="2943181"/>
            <a:ext cx="4300537" cy="13320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1" name="Bildplatzhalter 7"/>
          <p:cNvSpPr>
            <a:spLocks noGrp="1"/>
          </p:cNvSpPr>
          <p:nvPr>
            <p:ph type="pic" sz="quarter" idx="15"/>
          </p:nvPr>
        </p:nvSpPr>
        <p:spPr>
          <a:xfrm>
            <a:off x="874710" y="4402050"/>
            <a:ext cx="4300537" cy="1427249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16"/>
          </p:nvPr>
        </p:nvSpPr>
        <p:spPr>
          <a:xfrm>
            <a:off x="5365750" y="1484313"/>
            <a:ext cx="6089650" cy="43576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91138792"/>
      </p:ext>
    </p:extLst>
  </p:cSld>
  <p:clrMapOvr>
    <a:masterClrMapping/>
  </p:clrMapOvr>
  <p:hf hd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2 Titel und 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 txBox="1">
            <a:spLocks/>
          </p:cNvSpPr>
          <p:nvPr/>
        </p:nvSpPr>
        <p:spPr>
          <a:xfrm>
            <a:off x="6267450" y="368305"/>
            <a:ext cx="5046135" cy="66214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 baseline="0">
                <a:solidFill>
                  <a:schemeClr val="tx2"/>
                </a:solidFill>
                <a:latin typeface="Open Sans" panose="020B0606030504020204" pitchFamily="34" charset="0"/>
                <a:ea typeface="+mj-ea"/>
                <a:cs typeface="+mj-cs"/>
              </a:defRPr>
            </a:lvl1pPr>
          </a:lstStyle>
          <a:p>
            <a:r>
              <a:rPr lang="de-DE" sz="2400" dirty="0">
                <a:solidFill>
                  <a:schemeClr val="accent1"/>
                </a:solidFill>
              </a:rPr>
              <a:t>Titelmasterformat durch Klicken bearbeiten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874712" y="367507"/>
            <a:ext cx="5195887" cy="66278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2"/>
          </p:nvPr>
        </p:nvSpPr>
        <p:spPr>
          <a:xfrm>
            <a:off x="874713" y="1484313"/>
            <a:ext cx="5195887" cy="43576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Inhaltsplatzhalter 3"/>
          <p:cNvSpPr>
            <a:spLocks noGrp="1"/>
          </p:cNvSpPr>
          <p:nvPr>
            <p:ph sz="quarter" idx="13"/>
          </p:nvPr>
        </p:nvSpPr>
        <p:spPr>
          <a:xfrm>
            <a:off x="6273895" y="1486586"/>
            <a:ext cx="5195887" cy="43576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676531681"/>
      </p:ext>
    </p:extLst>
  </p:cSld>
  <p:clrMapOvr>
    <a:masterClrMapping/>
  </p:clrMapOvr>
  <p:hf hd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 und 18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74712" y="346076"/>
            <a:ext cx="10580687" cy="50958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9" name="Bildplatzhalter 2"/>
          <p:cNvSpPr>
            <a:spLocks noGrp="1"/>
          </p:cNvSpPr>
          <p:nvPr>
            <p:ph type="pic" sz="quarter" idx="10"/>
          </p:nvPr>
        </p:nvSpPr>
        <p:spPr>
          <a:xfrm>
            <a:off x="879785" y="1039484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0" name="Bildplatzhalter 2"/>
          <p:cNvSpPr>
            <a:spLocks noGrp="1"/>
          </p:cNvSpPr>
          <p:nvPr>
            <p:ph type="pic" sz="quarter" idx="11"/>
          </p:nvPr>
        </p:nvSpPr>
        <p:spPr>
          <a:xfrm>
            <a:off x="2579023" y="1039484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1" name="Bildplatzhalter 2"/>
          <p:cNvSpPr>
            <a:spLocks noGrp="1"/>
          </p:cNvSpPr>
          <p:nvPr>
            <p:ph type="pic" sz="quarter" idx="12"/>
          </p:nvPr>
        </p:nvSpPr>
        <p:spPr>
          <a:xfrm>
            <a:off x="4278261" y="1039484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2" name="Bildplatzhalter 2"/>
          <p:cNvSpPr>
            <a:spLocks noGrp="1"/>
          </p:cNvSpPr>
          <p:nvPr>
            <p:ph type="pic" sz="quarter" idx="13"/>
          </p:nvPr>
        </p:nvSpPr>
        <p:spPr>
          <a:xfrm>
            <a:off x="5977499" y="1039484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3" name="Bildplatzhalter 2"/>
          <p:cNvSpPr>
            <a:spLocks noGrp="1"/>
          </p:cNvSpPr>
          <p:nvPr>
            <p:ph type="pic" sz="quarter" idx="14"/>
          </p:nvPr>
        </p:nvSpPr>
        <p:spPr>
          <a:xfrm>
            <a:off x="7676735" y="1037468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4" name="Bildplatzhalter 2"/>
          <p:cNvSpPr>
            <a:spLocks noGrp="1"/>
          </p:cNvSpPr>
          <p:nvPr>
            <p:ph type="pic" sz="quarter" idx="15"/>
          </p:nvPr>
        </p:nvSpPr>
        <p:spPr>
          <a:xfrm>
            <a:off x="887333" y="2749075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5" name="Bildplatzhalter 2"/>
          <p:cNvSpPr>
            <a:spLocks noGrp="1"/>
          </p:cNvSpPr>
          <p:nvPr>
            <p:ph type="pic" sz="quarter" idx="16"/>
          </p:nvPr>
        </p:nvSpPr>
        <p:spPr>
          <a:xfrm>
            <a:off x="2586571" y="2749075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6" name="Bildplatzhalter 2"/>
          <p:cNvSpPr>
            <a:spLocks noGrp="1"/>
          </p:cNvSpPr>
          <p:nvPr>
            <p:ph type="pic" sz="quarter" idx="17"/>
          </p:nvPr>
        </p:nvSpPr>
        <p:spPr>
          <a:xfrm>
            <a:off x="4285809" y="2749075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7" name="Bildplatzhalter 2"/>
          <p:cNvSpPr>
            <a:spLocks noGrp="1"/>
          </p:cNvSpPr>
          <p:nvPr>
            <p:ph type="pic" sz="quarter" idx="18"/>
          </p:nvPr>
        </p:nvSpPr>
        <p:spPr>
          <a:xfrm>
            <a:off x="5985047" y="2749075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8" name="Bildplatzhalter 2"/>
          <p:cNvSpPr>
            <a:spLocks noGrp="1"/>
          </p:cNvSpPr>
          <p:nvPr>
            <p:ph type="pic" sz="quarter" idx="19"/>
          </p:nvPr>
        </p:nvSpPr>
        <p:spPr>
          <a:xfrm>
            <a:off x="7684283" y="2747059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9" name="Bildplatzhalter 2"/>
          <p:cNvSpPr>
            <a:spLocks noGrp="1"/>
          </p:cNvSpPr>
          <p:nvPr>
            <p:ph type="pic" sz="quarter" idx="20"/>
          </p:nvPr>
        </p:nvSpPr>
        <p:spPr>
          <a:xfrm>
            <a:off x="885829" y="4449615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0" name="Bildplatzhalter 2"/>
          <p:cNvSpPr>
            <a:spLocks noGrp="1"/>
          </p:cNvSpPr>
          <p:nvPr>
            <p:ph type="pic" sz="quarter" idx="21"/>
          </p:nvPr>
        </p:nvSpPr>
        <p:spPr>
          <a:xfrm>
            <a:off x="2585067" y="4449615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1" name="Bildplatzhalter 2"/>
          <p:cNvSpPr>
            <a:spLocks noGrp="1"/>
          </p:cNvSpPr>
          <p:nvPr>
            <p:ph type="pic" sz="quarter" idx="22"/>
          </p:nvPr>
        </p:nvSpPr>
        <p:spPr>
          <a:xfrm>
            <a:off x="4284305" y="4449615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2" name="Bildplatzhalter 2"/>
          <p:cNvSpPr>
            <a:spLocks noGrp="1"/>
          </p:cNvSpPr>
          <p:nvPr>
            <p:ph type="pic" sz="quarter" idx="23"/>
          </p:nvPr>
        </p:nvSpPr>
        <p:spPr>
          <a:xfrm>
            <a:off x="5983543" y="4449615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3" name="Bildplatzhalter 2"/>
          <p:cNvSpPr>
            <a:spLocks noGrp="1"/>
          </p:cNvSpPr>
          <p:nvPr>
            <p:ph type="pic" sz="quarter" idx="24"/>
          </p:nvPr>
        </p:nvSpPr>
        <p:spPr>
          <a:xfrm>
            <a:off x="7682779" y="4447599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4" name="Bildplatzhalter 2"/>
          <p:cNvSpPr>
            <a:spLocks noGrp="1"/>
          </p:cNvSpPr>
          <p:nvPr>
            <p:ph type="pic" sz="quarter" idx="25"/>
          </p:nvPr>
        </p:nvSpPr>
        <p:spPr>
          <a:xfrm>
            <a:off x="9385079" y="1037468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5" name="Bildplatzhalter 2"/>
          <p:cNvSpPr>
            <a:spLocks noGrp="1"/>
          </p:cNvSpPr>
          <p:nvPr>
            <p:ph type="pic" sz="quarter" idx="26"/>
          </p:nvPr>
        </p:nvSpPr>
        <p:spPr>
          <a:xfrm>
            <a:off x="9385079" y="2747059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6" name="Bildplatzhalter 2"/>
          <p:cNvSpPr>
            <a:spLocks noGrp="1"/>
          </p:cNvSpPr>
          <p:nvPr>
            <p:ph type="pic" sz="quarter" idx="27"/>
          </p:nvPr>
        </p:nvSpPr>
        <p:spPr>
          <a:xfrm>
            <a:off x="9383575" y="4447599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59847689"/>
      </p:ext>
    </p:extLst>
  </p:cSld>
  <p:clrMapOvr>
    <a:masterClrMapping/>
  </p:clrMapOvr>
  <p:hf hd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 und 8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74712" y="346076"/>
            <a:ext cx="10580687" cy="50958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879785" y="1030288"/>
            <a:ext cx="2498415" cy="23418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9" name="Bildplatzhalter 2"/>
          <p:cNvSpPr>
            <a:spLocks noGrp="1"/>
          </p:cNvSpPr>
          <p:nvPr>
            <p:ph type="pic" sz="quarter" idx="11"/>
          </p:nvPr>
        </p:nvSpPr>
        <p:spPr>
          <a:xfrm>
            <a:off x="3575257" y="1030288"/>
            <a:ext cx="2498415" cy="23418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0" name="Bildplatzhalter 2"/>
          <p:cNvSpPr>
            <a:spLocks noGrp="1"/>
          </p:cNvSpPr>
          <p:nvPr>
            <p:ph type="pic" sz="quarter" idx="12"/>
          </p:nvPr>
        </p:nvSpPr>
        <p:spPr>
          <a:xfrm>
            <a:off x="6270729" y="1030288"/>
            <a:ext cx="2498415" cy="23418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3"/>
          </p:nvPr>
        </p:nvSpPr>
        <p:spPr>
          <a:xfrm>
            <a:off x="8966200" y="1030288"/>
            <a:ext cx="2498415" cy="23418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2" name="Bildplatzhalter 2"/>
          <p:cNvSpPr>
            <a:spLocks noGrp="1"/>
          </p:cNvSpPr>
          <p:nvPr>
            <p:ph type="pic" sz="quarter" idx="14"/>
          </p:nvPr>
        </p:nvSpPr>
        <p:spPr>
          <a:xfrm>
            <a:off x="880142" y="3572347"/>
            <a:ext cx="2498415" cy="23418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3" name="Bildplatzhalter 2"/>
          <p:cNvSpPr>
            <a:spLocks noGrp="1"/>
          </p:cNvSpPr>
          <p:nvPr>
            <p:ph type="pic" sz="quarter" idx="15"/>
          </p:nvPr>
        </p:nvSpPr>
        <p:spPr>
          <a:xfrm>
            <a:off x="3575614" y="3572347"/>
            <a:ext cx="2498415" cy="23418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4" name="Bildplatzhalter 2"/>
          <p:cNvSpPr>
            <a:spLocks noGrp="1"/>
          </p:cNvSpPr>
          <p:nvPr>
            <p:ph type="pic" sz="quarter" idx="16"/>
          </p:nvPr>
        </p:nvSpPr>
        <p:spPr>
          <a:xfrm>
            <a:off x="6271086" y="3572347"/>
            <a:ext cx="2498415" cy="23418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5" name="Bildplatzhalter 2"/>
          <p:cNvSpPr>
            <a:spLocks noGrp="1"/>
          </p:cNvSpPr>
          <p:nvPr>
            <p:ph type="pic" sz="quarter" idx="17"/>
          </p:nvPr>
        </p:nvSpPr>
        <p:spPr>
          <a:xfrm>
            <a:off x="8966557" y="3572347"/>
            <a:ext cx="2498415" cy="23418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260595210"/>
      </p:ext>
    </p:extLst>
  </p:cSld>
  <p:clrMapOvr>
    <a:masterClrMapping/>
  </p:clrMapOvr>
  <p:hf hd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 und 6 Bilder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74712" y="346076"/>
            <a:ext cx="10580687" cy="50958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2"/>
          </p:nvPr>
        </p:nvSpPr>
        <p:spPr>
          <a:xfrm>
            <a:off x="9703" y="1057584"/>
            <a:ext cx="4050000" cy="25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4" name="Bildplatzhalter 2"/>
          <p:cNvSpPr>
            <a:spLocks noGrp="1"/>
          </p:cNvSpPr>
          <p:nvPr>
            <p:ph type="pic" sz="quarter" idx="13"/>
          </p:nvPr>
        </p:nvSpPr>
        <p:spPr>
          <a:xfrm>
            <a:off x="4081331" y="1057584"/>
            <a:ext cx="4050000" cy="25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5" name="Bildplatzhalter 2"/>
          <p:cNvSpPr>
            <a:spLocks noGrp="1"/>
          </p:cNvSpPr>
          <p:nvPr>
            <p:ph type="pic" sz="quarter" idx="14"/>
          </p:nvPr>
        </p:nvSpPr>
        <p:spPr>
          <a:xfrm>
            <a:off x="8152960" y="1057584"/>
            <a:ext cx="4050000" cy="25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6" name="Bildplatzhalter 2"/>
          <p:cNvSpPr>
            <a:spLocks noGrp="1"/>
          </p:cNvSpPr>
          <p:nvPr>
            <p:ph type="pic" sz="quarter" idx="15"/>
          </p:nvPr>
        </p:nvSpPr>
        <p:spPr>
          <a:xfrm>
            <a:off x="5151" y="3602514"/>
            <a:ext cx="4050000" cy="25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7" name="Bildplatzhalter 2"/>
          <p:cNvSpPr>
            <a:spLocks noGrp="1"/>
          </p:cNvSpPr>
          <p:nvPr>
            <p:ph type="pic" sz="quarter" idx="16"/>
          </p:nvPr>
        </p:nvSpPr>
        <p:spPr>
          <a:xfrm>
            <a:off x="4076779" y="3602514"/>
            <a:ext cx="4050000" cy="25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8" name="Bildplatzhalter 2"/>
          <p:cNvSpPr>
            <a:spLocks noGrp="1"/>
          </p:cNvSpPr>
          <p:nvPr>
            <p:ph type="pic" sz="quarter" idx="17"/>
          </p:nvPr>
        </p:nvSpPr>
        <p:spPr>
          <a:xfrm>
            <a:off x="8148408" y="3602514"/>
            <a:ext cx="4050000" cy="25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03458194"/>
      </p:ext>
    </p:extLst>
  </p:cSld>
  <p:clrMapOvr>
    <a:masterClrMapping/>
  </p:clrMapOvr>
  <p:hf hdr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74712" y="346076"/>
            <a:ext cx="10580687" cy="50958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15000380"/>
      </p:ext>
    </p:extLst>
  </p:cSld>
  <p:clrMapOvr>
    <a:masterClrMapping/>
  </p:clrMapOvr>
  <p:hf hdr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74712" y="346076"/>
            <a:ext cx="10580687" cy="50958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Bildplatzhalter 6"/>
          <p:cNvSpPr>
            <a:spLocks noGrp="1"/>
          </p:cNvSpPr>
          <p:nvPr>
            <p:ph type="pic" sz="quarter" idx="10"/>
          </p:nvPr>
        </p:nvSpPr>
        <p:spPr>
          <a:xfrm>
            <a:off x="0" y="1030288"/>
            <a:ext cx="12192000" cy="509905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258956533"/>
      </p:ext>
    </p:extLst>
  </p:cSld>
  <p:clrMapOvr>
    <a:masterClrMapping/>
  </p:clrMapOvr>
  <p:hf hdr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0" y="6"/>
            <a:ext cx="12192000" cy="6129331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2679611084"/>
      </p:ext>
    </p:extLst>
  </p:cSld>
  <p:clrMapOvr>
    <a:masterClrMapping/>
  </p:clrMapOvr>
  <p:hf hdr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/>
        </p:nvSpPr>
        <p:spPr>
          <a:xfrm>
            <a:off x="0" y="2"/>
            <a:ext cx="12192000" cy="6129336"/>
          </a:xfrm>
          <a:prstGeom prst="rect">
            <a:avLst/>
          </a:prstGeom>
          <a:gradFill>
            <a:gsLst>
              <a:gs pos="14000">
                <a:schemeClr val="accent2"/>
              </a:gs>
              <a:gs pos="100000">
                <a:schemeClr val="accent1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4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881437" cy="492443"/>
          </a:xfrm>
          <a:noFill/>
          <a:ln>
            <a:noFill/>
          </a:ln>
        </p:spPr>
        <p:txBody>
          <a:bodyPr wrap="none" lIns="0">
            <a:sp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694293" cy="492443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2470678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/>
        </p:nvSpPr>
        <p:spPr>
          <a:xfrm>
            <a:off x="0" y="2"/>
            <a:ext cx="12192000" cy="6129336"/>
          </a:xfrm>
          <a:prstGeom prst="rect">
            <a:avLst/>
          </a:prstGeom>
          <a:gradFill>
            <a:gsLst>
              <a:gs pos="14000">
                <a:schemeClr val="accent2"/>
              </a:gs>
              <a:gs pos="100000">
                <a:schemeClr val="accent1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941317" cy="492443"/>
          </a:xfr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803348" cy="492443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sz="3200" b="0">
                <a:solidFill>
                  <a:schemeClr val="accent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0593593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/>
        </p:nvSpPr>
        <p:spPr>
          <a:xfrm>
            <a:off x="0" y="2"/>
            <a:ext cx="12192000" cy="6129336"/>
          </a:xfrm>
          <a:prstGeom prst="rect">
            <a:avLst/>
          </a:prstGeom>
          <a:gradFill>
            <a:gsLst>
              <a:gs pos="14000">
                <a:schemeClr val="accent5"/>
              </a:gs>
              <a:gs pos="100000">
                <a:schemeClr val="accent4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4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881437" cy="492443"/>
          </a:xfrm>
          <a:noFill/>
          <a:ln>
            <a:noFill/>
          </a:ln>
        </p:spPr>
        <p:txBody>
          <a:bodyPr wrap="none" lIns="0">
            <a:sp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694293" cy="492443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4284188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129338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941317" cy="492443"/>
          </a:xfr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803348" cy="492443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sz="3200" b="0">
                <a:solidFill>
                  <a:schemeClr val="accent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82323741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1334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2.w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3.wmf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1FBFE5BE-2815-F96D-2896-CCD68A646411}"/>
              </a:ext>
            </a:extLst>
          </p:cNvPr>
          <p:cNvPicPr>
            <a:picLocks noChangeAspect="1"/>
          </p:cNvPicPr>
          <p:nvPr userDrawn="1"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0637" y="6334048"/>
            <a:ext cx="1443709" cy="353925"/>
          </a:xfrm>
          <a:prstGeom prst="rect">
            <a:avLst/>
          </a:prstGeom>
        </p:spPr>
      </p:pic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74712" y="346075"/>
            <a:ext cx="10580687" cy="68421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Das ist eine Überschrift</a:t>
            </a:r>
            <a:br>
              <a:rPr lang="de-DE" dirty="0"/>
            </a:br>
            <a:r>
              <a:rPr lang="de-DE" dirty="0"/>
              <a:t>in zwei Zeilen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74712" y="1481138"/>
            <a:ext cx="10580687" cy="436086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Erste Textebene (16pt bis Ebene 4)</a:t>
            </a:r>
          </a:p>
          <a:p>
            <a:pPr lvl="1"/>
            <a:r>
              <a:rPr lang="de-DE" dirty="0"/>
              <a:t>Zweite Textebene für Aufzählungen</a:t>
            </a:r>
          </a:p>
          <a:p>
            <a:pPr lvl="2"/>
            <a:r>
              <a:rPr lang="de-DE" dirty="0"/>
              <a:t>Dritte Textebene bei viel Text (14pt)</a:t>
            </a:r>
          </a:p>
          <a:p>
            <a:pPr lvl="3"/>
            <a:r>
              <a:rPr lang="de-DE" dirty="0"/>
              <a:t>Vierte Textebene für Aufzählungen bei viel Text</a:t>
            </a:r>
          </a:p>
          <a:p>
            <a:pPr lvl="4"/>
            <a:r>
              <a:rPr lang="de-DE" dirty="0"/>
              <a:t>Fünfte Ebene (nachfolgend alles 14 </a:t>
            </a:r>
            <a:r>
              <a:rPr lang="de-DE" dirty="0" err="1"/>
              <a:t>pt</a:t>
            </a:r>
            <a:r>
              <a:rPr lang="de-DE" dirty="0"/>
              <a:t>)</a:t>
            </a:r>
          </a:p>
          <a:p>
            <a:pPr lvl="5"/>
            <a:r>
              <a:rPr lang="de-DE" dirty="0"/>
              <a:t>Sechste Textebene für Aufzählungen bei viel Text</a:t>
            </a:r>
          </a:p>
          <a:p>
            <a:pPr lvl="6"/>
            <a:r>
              <a:rPr lang="de-DE" dirty="0"/>
              <a:t>Siebte Textebene für Aufzählungen bei viel Text</a:t>
            </a:r>
          </a:p>
          <a:p>
            <a:pPr lvl="7"/>
            <a:r>
              <a:rPr lang="de-DE" dirty="0"/>
              <a:t>Achte Textebene für Aufzählungen bei viel Text</a:t>
            </a:r>
          </a:p>
          <a:p>
            <a:pPr lvl="8"/>
            <a:r>
              <a:rPr lang="de-DE" dirty="0"/>
              <a:t>Neunte Textebene für Aufzählungen bei viel Text</a:t>
            </a:r>
          </a:p>
          <a:p>
            <a:pPr lvl="5"/>
            <a:endParaRPr lang="de-DE" dirty="0"/>
          </a:p>
        </p:txBody>
      </p:sp>
      <p:sp>
        <p:nvSpPr>
          <p:cNvPr id="4" name="Textfeld 3"/>
          <p:cNvSpPr txBox="1"/>
          <p:nvPr userDrawn="1"/>
        </p:nvSpPr>
        <p:spPr>
          <a:xfrm>
            <a:off x="2477770" y="6319798"/>
            <a:ext cx="4485005" cy="36933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tx2"/>
                </a:solidFill>
              </a:rPr>
              <a:t>Research Task in Air Transport and Logistics</a:t>
            </a:r>
          </a:p>
          <a:p>
            <a:pPr marL="0" marR="0" lvl="0" indent="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noProof="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Wingdings" panose="05000000000000000000" pitchFamily="2" charset="2"/>
              </a:rPr>
              <a:t>Add topic title</a:t>
            </a:r>
          </a:p>
          <a:p>
            <a:pPr marL="0" marR="0" lvl="0" indent="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sz="800" baseline="0" noProof="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Add author names</a:t>
            </a:r>
          </a:p>
        </p:txBody>
      </p:sp>
      <p:sp>
        <p:nvSpPr>
          <p:cNvPr id="12" name="Textfeld 11"/>
          <p:cNvSpPr txBox="1"/>
          <p:nvPr/>
        </p:nvSpPr>
        <p:spPr>
          <a:xfrm>
            <a:off x="7157720" y="6306444"/>
            <a:ext cx="704850" cy="36933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de-DE" sz="8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de-DE" sz="8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</a:t>
            </a:r>
            <a:r>
              <a:rPr lang="de-DE" sz="800" baseline="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fld id="{38F97D41-8991-4148-BA02-56FEE4AAF2CC}" type="slidenum">
              <a:rPr lang="de-DE" sz="800" baseline="0" smtClean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marL="0" marR="0" lvl="0" indent="0" algn="l" defTabSz="9142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de-DE" sz="800" baseline="0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800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9" name="Grafik 8" descr="Logo. Schriftzug &quot;Technische Universität Dresden&quot;. Links davon befindet sich ein Achteck, das in zwei Bereiche aufgeteilt ist, die zusammen die Buchstaben &quot;T&quot; und &quot;U&quot; ergeben." title="Logo der TU Dresden"/>
          <p:cNvPicPr>
            <a:picLocks noChangeAspect="1"/>
          </p:cNvPicPr>
          <p:nvPr userDrawn="1"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5" y="6334048"/>
            <a:ext cx="1116268" cy="324000"/>
          </a:xfrm>
          <a:prstGeom prst="rect">
            <a:avLst/>
          </a:prstGeom>
        </p:spPr>
      </p:pic>
      <p:pic>
        <p:nvPicPr>
          <p:cNvPr id="13" name="Grafik 12" descr="Logo. Acht unregelmäßige Dreiecksflächen sind, im Uhrzeigersinn einen Farbverlauf von dunkelblau bis hellgrün ergebend, zu einem regelmäßig achteckigen Ring angeordnet. Links daneben zweizeilig der Schriftzug &quot;DRESDEN concept" title="Logo Dresden concept"/>
          <p:cNvPicPr>
            <a:picLocks noChangeAspect="1"/>
          </p:cNvPicPr>
          <p:nvPr userDrawn="1"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0730" y="6315776"/>
            <a:ext cx="97221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890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904" r:id="rId2"/>
    <p:sldLayoutId id="2147483905" r:id="rId3"/>
    <p:sldLayoutId id="2147483893" r:id="rId4"/>
    <p:sldLayoutId id="2147483906" r:id="rId5"/>
    <p:sldLayoutId id="2147483907" r:id="rId6"/>
    <p:sldLayoutId id="2147483908" r:id="rId7"/>
    <p:sldLayoutId id="2147483909" r:id="rId8"/>
    <p:sldLayoutId id="2147483910" r:id="rId9"/>
    <p:sldLayoutId id="2147483911" r:id="rId10"/>
    <p:sldLayoutId id="2147483912" r:id="rId11"/>
    <p:sldLayoutId id="2147483894" r:id="rId12"/>
    <p:sldLayoutId id="2147483913" r:id="rId13"/>
    <p:sldLayoutId id="2147483897" r:id="rId14"/>
    <p:sldLayoutId id="2147483914" r:id="rId15"/>
    <p:sldLayoutId id="2147483915" r:id="rId16"/>
    <p:sldLayoutId id="2147483916" r:id="rId17"/>
    <p:sldLayoutId id="2147483899" r:id="rId18"/>
    <p:sldLayoutId id="2147483896" r:id="rId19"/>
    <p:sldLayoutId id="2147483900" r:id="rId20"/>
    <p:sldLayoutId id="2147483901" r:id="rId21"/>
    <p:sldLayoutId id="2147483918" r:id="rId22"/>
    <p:sldLayoutId id="2147483919" r:id="rId23"/>
    <p:sldLayoutId id="2147483917" r:id="rId24"/>
    <p:sldLayoutId id="2147483902" r:id="rId25"/>
    <p:sldLayoutId id="2147483903" r:id="rId26"/>
    <p:sldLayoutId id="2147483895" r:id="rId27"/>
    <p:sldLayoutId id="2147483920" r:id="rId28"/>
    <p:sldLayoutId id="2147483921" r:id="rId29"/>
    <p:sldLayoutId id="2147483922" r:id="rId30"/>
    <p:sldLayoutId id="2147483923" r:id="rId31"/>
  </p:sldLayoutIdLst>
  <p:hf hdr="0"/>
  <p:txStyles>
    <p:titleStyle>
      <a:lvl1pPr algn="l" defTabSz="914269" rtl="0" eaLnBrk="1" latinLnBrk="0" hangingPunct="1">
        <a:spcBef>
          <a:spcPct val="0"/>
        </a:spcBef>
        <a:buNone/>
        <a:defRPr sz="2400" b="1" kern="120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269" rtl="0" eaLnBrk="1" latinLnBrk="0" hangingPunct="1">
        <a:spcBef>
          <a:spcPts val="600"/>
        </a:spcBef>
        <a:buFont typeface="Arial" panose="020B0604020202020204" pitchFamily="34" charset="0"/>
        <a:buNone/>
        <a:defRPr sz="1600" b="1" kern="1200">
          <a:solidFill>
            <a:schemeClr val="accent1"/>
          </a:solidFill>
          <a:latin typeface="+mn-lt"/>
          <a:ea typeface="+mn-ea"/>
          <a:cs typeface="+mn-cs"/>
        </a:defRPr>
      </a:lvl1pPr>
      <a:lvl2pPr marL="0" indent="0" algn="l" defTabSz="914269" rtl="0" eaLnBrk="1" latinLnBrk="0" hangingPunct="1">
        <a:spcBef>
          <a:spcPts val="600"/>
        </a:spcBef>
        <a:buFont typeface="Open Sans" panose="020B0606030504020204" pitchFamily="34" charset="0"/>
        <a:buNone/>
        <a:defRPr sz="16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252000" indent="-252000" algn="l" defTabSz="914269" rtl="0" eaLnBrk="1" latinLnBrk="0" hangingPunct="1">
        <a:spcBef>
          <a:spcPts val="0"/>
        </a:spcBef>
        <a:buFont typeface="Arial" panose="020B0604020202020204" pitchFamily="34" charset="0"/>
        <a:buChar char="—"/>
        <a:defRPr sz="16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252000" indent="-144000" algn="l" defTabSz="914269" rtl="0" eaLnBrk="1" latinLnBrk="0" hangingPunct="1">
        <a:spcBef>
          <a:spcPts val="0"/>
        </a:spcBef>
        <a:buFont typeface="Open Sans" panose="020B0606030504020204" pitchFamily="34" charset="0"/>
        <a:buChar char="–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0" indent="0" algn="l" defTabSz="914269" rtl="0" eaLnBrk="1" latinLnBrk="0" hangingPunct="1">
        <a:spcBef>
          <a:spcPts val="600"/>
        </a:spcBef>
        <a:spcAft>
          <a:spcPts val="0"/>
        </a:spcAft>
        <a:buFont typeface="Symbol" panose="05050102010706020507" pitchFamily="18" charset="2"/>
        <a:buNone/>
        <a:defRPr sz="1400" b="1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0" marR="0" indent="0" algn="l" defTabSz="914269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sz="1400" b="0" kern="1200">
          <a:solidFill>
            <a:schemeClr val="accent1"/>
          </a:solidFill>
          <a:latin typeface="+mn-lt"/>
          <a:ea typeface="+mn-ea"/>
          <a:cs typeface="+mn-cs"/>
        </a:defRPr>
      </a:lvl6pPr>
      <a:lvl7pPr marL="252000" marR="0" indent="-252000" algn="l" defTabSz="914269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anose="020B0604020202020204" pitchFamily="34" charset="0"/>
        <a:buChar char="—"/>
        <a:tabLst/>
        <a:defRPr lang="de-DE" sz="1400" kern="1200" dirty="0" smtClean="0">
          <a:solidFill>
            <a:schemeClr val="accent1"/>
          </a:solidFill>
          <a:latin typeface="+mn-lt"/>
          <a:ea typeface="+mn-ea"/>
          <a:cs typeface="+mn-cs"/>
        </a:defRPr>
      </a:lvl7pPr>
      <a:lvl8pPr marL="252000" marR="0" indent="-144000" algn="l" defTabSz="914269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Open Sans" panose="020B0606030504020204" pitchFamily="34" charset="0"/>
        <a:buChar char="–"/>
        <a:tabLst/>
        <a:defRPr sz="14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396000" marR="0" indent="-144000" algn="l" defTabSz="914269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Wingdings" panose="05000000000000000000" pitchFamily="2" charset="2"/>
        <a:buChar char="§"/>
        <a:tabLst/>
        <a:defRPr sz="14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35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69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02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34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70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03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36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70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992">
          <p15:clr>
            <a:srgbClr val="F26B43"/>
          </p15:clr>
        </p15:guide>
        <p15:guide id="7" pos="1120">
          <p15:clr>
            <a:srgbClr val="F26B43"/>
          </p15:clr>
        </p15:guide>
        <p15:guide id="8" pos="1676">
          <p15:clr>
            <a:srgbClr val="F26B43"/>
          </p15:clr>
        </p15:guide>
        <p15:guide id="9" pos="1556">
          <p15:clr>
            <a:srgbClr val="F26B43"/>
          </p15:clr>
        </p15:guide>
        <p15:guide id="10" pos="2252">
          <p15:clr>
            <a:srgbClr val="F26B43"/>
          </p15:clr>
        </p15:guide>
        <p15:guide id="11" pos="2128">
          <p15:clr>
            <a:srgbClr val="F26B43"/>
          </p15:clr>
        </p15:guide>
        <p15:guide id="16" pos="3824">
          <p15:clr>
            <a:srgbClr val="F26B43"/>
          </p15:clr>
        </p15:guide>
        <p15:guide id="17" pos="3948">
          <p15:clr>
            <a:srgbClr val="F26B43"/>
          </p15:clr>
        </p15:guide>
        <p15:guide id="20" pos="4384">
          <p15:clr>
            <a:srgbClr val="F26B43"/>
          </p15:clr>
        </p15:guide>
        <p15:guide id="21" pos="4508">
          <p15:clr>
            <a:srgbClr val="F26B43"/>
          </p15:clr>
        </p15:guide>
        <p15:guide id="22" pos="6788" userDrawn="1">
          <p15:clr>
            <a:srgbClr val="F26B43"/>
          </p15:clr>
        </p15:guide>
        <p15:guide id="23" pos="6656">
          <p15:clr>
            <a:srgbClr val="F26B43"/>
          </p15:clr>
        </p15:guide>
        <p15:guide id="24" pos="4960">
          <p15:clr>
            <a:srgbClr val="F26B43"/>
          </p15:clr>
        </p15:guide>
        <p15:guide id="25" pos="5084">
          <p15:clr>
            <a:srgbClr val="F26B43"/>
          </p15:clr>
        </p15:guide>
        <p15:guide id="30" orient="horz" pos="538">
          <p15:clr>
            <a:srgbClr val="F26B43"/>
          </p15:clr>
        </p15:guide>
        <p15:guide id="31" pos="551">
          <p15:clr>
            <a:srgbClr val="F26B43"/>
          </p15:clr>
        </p15:guide>
        <p15:guide id="39" pos="6085" userDrawn="1">
          <p15:clr>
            <a:srgbClr val="F26B43"/>
          </p15:clr>
        </p15:guide>
        <p15:guide id="40" pos="6216">
          <p15:clr>
            <a:srgbClr val="F26B43"/>
          </p15:clr>
        </p15:guide>
        <p15:guide id="41" pos="2692">
          <p15:clr>
            <a:srgbClr val="F26B43"/>
          </p15:clr>
        </p15:guide>
        <p15:guide id="42" pos="2808">
          <p15:clr>
            <a:srgbClr val="F26B43"/>
          </p15:clr>
        </p15:guide>
        <p15:guide id="43" pos="3260">
          <p15:clr>
            <a:srgbClr val="F26B43"/>
          </p15:clr>
        </p15:guide>
        <p15:guide id="44" pos="3380">
          <p15:clr>
            <a:srgbClr val="F26B43"/>
          </p15:clr>
        </p15:guide>
        <p15:guide id="50" pos="5520">
          <p15:clr>
            <a:srgbClr val="F26B43"/>
          </p15:clr>
        </p15:guide>
        <p15:guide id="52" orient="horz" pos="933">
          <p15:clr>
            <a:srgbClr val="F26B43"/>
          </p15:clr>
        </p15:guide>
        <p15:guide id="53" orient="horz" pos="759">
          <p15:clr>
            <a:srgbClr val="F26B43"/>
          </p15:clr>
        </p15:guide>
        <p15:guide id="58" orient="horz" pos="218">
          <p15:clr>
            <a:srgbClr val="F26B43"/>
          </p15:clr>
        </p15:guide>
        <p15:guide id="59" orient="horz" pos="3680">
          <p15:clr>
            <a:srgbClr val="F26B43"/>
          </p15:clr>
        </p15:guide>
        <p15:guide id="60" orient="horz" pos="3861">
          <p15:clr>
            <a:srgbClr val="F26B43"/>
          </p15:clr>
        </p15:guide>
        <p15:guide id="62" orient="horz" pos="2130">
          <p15:clr>
            <a:srgbClr val="F26B43"/>
          </p15:clr>
        </p15:guide>
        <p15:guide id="65" pos="5648">
          <p15:clr>
            <a:srgbClr val="F26B43"/>
          </p15:clr>
        </p15:guide>
        <p15:guide id="66" orient="horz" pos="649">
          <p15:clr>
            <a:srgbClr val="F26B43"/>
          </p15:clr>
        </p15:guide>
        <p15:guide id="67" pos="7216">
          <p15:clr>
            <a:srgbClr val="F26B43"/>
          </p15:clr>
        </p15:guide>
        <p15:guide id="69" orient="horz" pos="3988">
          <p15:clr>
            <a:srgbClr val="F26B43"/>
          </p15:clr>
        </p15:guide>
        <p15:guide id="70" orient="horz" pos="4196">
          <p15:clr>
            <a:srgbClr val="F26B43"/>
          </p15:clr>
        </p15:guide>
        <p15:guide id="71" pos="318">
          <p15:clr>
            <a:srgbClr val="F26B43"/>
          </p15:clr>
        </p15:guide>
        <p15:guide id="72" orient="horz" pos="41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dpi.com/2504-446X/9/10/666#table_of_contents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6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share.tu-dresden.de/s/EYAHRBXCiqy8t7A" TargetMode="External"/><Relationship Id="rId2" Type="http://schemas.openxmlformats.org/officeDocument/2006/relationships/hyperlink" Target="https://dl.djicdn.com/downloads/m100/M100_User_Manual_EN.pdf" TargetMode="External"/><Relationship Id="rId1" Type="http://schemas.openxmlformats.org/officeDocument/2006/relationships/slideLayout" Target="../slideLayouts/slideLayout24.xml"/><Relationship Id="rId4" Type="http://schemas.openxmlformats.org/officeDocument/2006/relationships/hyperlink" Target="https://link.springer.com/article/10.1007/s11227-025-07105-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D93DC2FB-AF76-2E1D-784A-CF4D4E661A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0603" y="5558862"/>
            <a:ext cx="2480398" cy="608068"/>
          </a:xfrm>
          <a:prstGeom prst="rect">
            <a:avLst/>
          </a:prstGeom>
        </p:spPr>
      </p:pic>
      <p:sp>
        <p:nvSpPr>
          <p:cNvPr id="3" name="Textplatzhalter 2"/>
          <p:cNvSpPr>
            <a:spLocks noGrp="1"/>
          </p:cNvSpPr>
          <p:nvPr>
            <p:ph type="body" sz="quarter" idx="10"/>
          </p:nvPr>
        </p:nvSpPr>
        <p:spPr>
          <a:xfrm>
            <a:off x="882808" y="2852116"/>
            <a:ext cx="878446" cy="246221"/>
          </a:xfrm>
        </p:spPr>
        <p:txBody>
          <a:bodyPr/>
          <a:lstStyle/>
          <a:p>
            <a:r>
              <a:rPr lang="en-US" b="0" noProof="0" dirty="0"/>
              <a:t>GROUP 4</a:t>
            </a:r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882771" y="3835706"/>
            <a:ext cx="6297365" cy="984885"/>
          </a:xfrm>
        </p:spPr>
        <p:txBody>
          <a:bodyPr/>
          <a:lstStyle/>
          <a:p>
            <a:r>
              <a:rPr lang="en-US" dirty="0"/>
              <a:t>Research Task in Air Transport </a:t>
            </a:r>
            <a:br>
              <a:rPr lang="en-US" dirty="0"/>
            </a:br>
            <a:r>
              <a:rPr lang="en-US" dirty="0"/>
              <a:t>and Logistics</a:t>
            </a:r>
            <a:endParaRPr lang="en-US" noProof="0" dirty="0"/>
          </a:p>
        </p:txBody>
      </p:sp>
      <p:sp>
        <p:nvSpPr>
          <p:cNvPr id="9" name="Untertitel 8"/>
          <p:cNvSpPr>
            <a:spLocks noGrp="1"/>
          </p:cNvSpPr>
          <p:nvPr>
            <p:ph type="subTitle" idx="1"/>
          </p:nvPr>
        </p:nvSpPr>
        <p:spPr>
          <a:xfrm>
            <a:off x="882772" y="5028236"/>
            <a:ext cx="2425344" cy="246221"/>
          </a:xfrm>
        </p:spPr>
        <p:txBody>
          <a:bodyPr/>
          <a:lstStyle/>
          <a:p>
            <a:r>
              <a:rPr lang="en-US" noProof="0" dirty="0"/>
              <a:t>Winter Semester 202</a:t>
            </a:r>
            <a:r>
              <a:rPr lang="en-US" dirty="0"/>
              <a:t>5</a:t>
            </a:r>
            <a:r>
              <a:rPr lang="en-US" noProof="0" dirty="0"/>
              <a:t>/26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1"/>
          </p:nvPr>
        </p:nvSpPr>
        <p:spPr>
          <a:xfrm>
            <a:off x="882808" y="3138045"/>
            <a:ext cx="4459811" cy="246221"/>
          </a:xfrm>
        </p:spPr>
        <p:txBody>
          <a:bodyPr/>
          <a:lstStyle/>
          <a:p>
            <a:r>
              <a:rPr lang="en-US" dirty="0"/>
              <a:t>Chair of Air Transport Technology and Logistics</a:t>
            </a: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882808" y="5312641"/>
            <a:ext cx="1815305" cy="246221"/>
          </a:xfrm>
        </p:spPr>
        <p:txBody>
          <a:bodyPr/>
          <a:lstStyle/>
          <a:p>
            <a:r>
              <a:rPr lang="en-US" dirty="0"/>
              <a:t>11 November 2025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D6F004-0B91-D31F-3817-3AE8FFDFED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2311" y="2253317"/>
            <a:ext cx="4168690" cy="2774919"/>
          </a:xfrm>
          <a:prstGeom prst="rect">
            <a:avLst/>
          </a:prstGeom>
          <a:solidFill>
            <a:srgbClr val="0070C0"/>
          </a:solidFill>
          <a:effectLst>
            <a:glow rad="63500">
              <a:schemeClr val="accent1">
                <a:satMod val="175000"/>
                <a:alpha val="40000"/>
              </a:schemeClr>
            </a:glow>
            <a:reflection blurRad="6350" stA="50000" endA="300" endPos="55500" dist="101600" dir="5400000" sy="-100000" algn="bl" rotWithShape="0"/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</p:pic>
    </p:spTree>
    <p:extLst>
      <p:ext uri="{BB962C8B-B14F-4D97-AF65-F5344CB8AC3E}">
        <p14:creationId xmlns:p14="http://schemas.microsoft.com/office/powerpoint/2010/main" val="3181036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9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1D224634-45F5-7B09-0D68-049E591C7409}"/>
              </a:ext>
            </a:extLst>
          </p:cNvPr>
          <p:cNvSpPr txBox="1"/>
          <p:nvPr/>
        </p:nvSpPr>
        <p:spPr>
          <a:xfrm>
            <a:off x="635620" y="1839951"/>
            <a:ext cx="5460379" cy="3438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u="none" strike="noStrike" dirty="0">
                <a:solidFill>
                  <a:schemeClr val="accent2">
                    <a:lumMod val="50000"/>
                  </a:schemeClr>
                </a:solidFill>
                <a:effectLst/>
                <a:latin typeface="+mj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Table of Contents</a:t>
            </a:r>
            <a:endParaRPr lang="en-US" sz="2400" b="1" i="0" u="none" strike="noStrike" dirty="0">
              <a:solidFill>
                <a:schemeClr val="accent2">
                  <a:lumMod val="50000"/>
                </a:schemeClr>
              </a:solidFill>
              <a:effectLst/>
              <a:latin typeface="+mj-lt"/>
            </a:endParaRPr>
          </a:p>
          <a:p>
            <a:endParaRPr lang="en-US" sz="2000" b="1" dirty="0">
              <a:solidFill>
                <a:schemeClr val="accent1">
                  <a:lumMod val="90000"/>
                  <a:lumOff val="10000"/>
                </a:schemeClr>
              </a:solidFill>
              <a:latin typeface="Helvetica Neue"/>
            </a:endParaRPr>
          </a:p>
          <a:p>
            <a:endParaRPr lang="en-US" sz="2000" dirty="0">
              <a:solidFill>
                <a:schemeClr val="accent1">
                  <a:lumMod val="90000"/>
                  <a:lumOff val="10000"/>
                </a:schemeClr>
              </a:solidFill>
            </a:endParaRPr>
          </a:p>
          <a:p>
            <a:pPr marL="457200" indent="-457200" algn="l">
              <a:lnSpc>
                <a:spcPct val="150000"/>
              </a:lnSpc>
              <a:spcAft>
                <a:spcPts val="225"/>
              </a:spcAft>
              <a:buFont typeface="+mj-lt"/>
              <a:buAutoNum type="arabicPeriod"/>
            </a:pPr>
            <a:r>
              <a:rPr lang="en-US" sz="2000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Literature Review</a:t>
            </a:r>
            <a:endParaRPr lang="en-US" sz="2000" b="0" i="0" dirty="0">
              <a:solidFill>
                <a:schemeClr val="accent1">
                  <a:lumMod val="90000"/>
                  <a:lumOff val="10000"/>
                </a:schemeClr>
              </a:solidFill>
              <a:effectLst/>
            </a:endParaRPr>
          </a:p>
          <a:p>
            <a:pPr marL="457200" indent="-457200" algn="l">
              <a:lnSpc>
                <a:spcPct val="150000"/>
              </a:lnSpc>
              <a:spcAft>
                <a:spcPts val="225"/>
              </a:spcAft>
              <a:buFont typeface="+mj-lt"/>
              <a:buAutoNum type="arabicPeriod"/>
            </a:pPr>
            <a:r>
              <a:rPr lang="en-US" sz="2000" b="0" i="0" u="none" strike="noStrike" dirty="0">
                <a:solidFill>
                  <a:schemeClr val="accent1">
                    <a:lumMod val="90000"/>
                    <a:lumOff val="10000"/>
                  </a:schemeClr>
                </a:solidFill>
                <a:effectLst/>
              </a:rPr>
              <a:t>Research Framework and Methodology</a:t>
            </a:r>
            <a:endParaRPr lang="en-US" sz="2000" b="0" i="0" dirty="0">
              <a:solidFill>
                <a:schemeClr val="accent1">
                  <a:lumMod val="90000"/>
                  <a:lumOff val="10000"/>
                </a:schemeClr>
              </a:solidFill>
              <a:effectLst/>
            </a:endParaRPr>
          </a:p>
          <a:p>
            <a:pPr marL="457200" indent="-457200" algn="l">
              <a:lnSpc>
                <a:spcPct val="150000"/>
              </a:lnSpc>
              <a:spcAft>
                <a:spcPts val="225"/>
              </a:spcAft>
              <a:buFont typeface="+mj-lt"/>
              <a:buAutoNum type="arabicPeriod"/>
            </a:pPr>
            <a:r>
              <a:rPr lang="en-US" sz="2000" b="0" i="0" u="none" strike="noStrike" dirty="0">
                <a:solidFill>
                  <a:schemeClr val="accent1">
                    <a:lumMod val="90000"/>
                    <a:lumOff val="10000"/>
                  </a:schemeClr>
                </a:solidFill>
                <a:effectLst/>
              </a:rPr>
              <a:t>Drone Characteristics</a:t>
            </a:r>
            <a:endParaRPr lang="en-US" sz="2000" b="0" i="0" dirty="0">
              <a:solidFill>
                <a:schemeClr val="accent1">
                  <a:lumMod val="90000"/>
                  <a:lumOff val="10000"/>
                </a:schemeClr>
              </a:solidFill>
              <a:effectLst/>
            </a:endParaRPr>
          </a:p>
          <a:p>
            <a:pPr marL="457200" indent="-457200" algn="l">
              <a:lnSpc>
                <a:spcPct val="150000"/>
              </a:lnSpc>
              <a:spcAft>
                <a:spcPts val="225"/>
              </a:spcAft>
              <a:buFont typeface="+mj-lt"/>
              <a:buAutoNum type="arabicPeriod"/>
            </a:pPr>
            <a:r>
              <a:rPr lang="en-US" sz="2000" b="0" i="0" dirty="0">
                <a:solidFill>
                  <a:schemeClr val="accent1">
                    <a:lumMod val="90000"/>
                    <a:lumOff val="10000"/>
                  </a:schemeClr>
                </a:solidFill>
                <a:effectLst/>
              </a:rPr>
              <a:t>Expected Outcome</a:t>
            </a:r>
          </a:p>
          <a:p>
            <a:pPr marL="457200" indent="-457200" algn="l">
              <a:lnSpc>
                <a:spcPct val="150000"/>
              </a:lnSpc>
              <a:spcAft>
                <a:spcPts val="225"/>
              </a:spcAft>
              <a:buFont typeface="+mj-lt"/>
              <a:buAutoNum type="arabicPeriod"/>
            </a:pPr>
            <a:r>
              <a:rPr lang="en-US" sz="2000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Reference</a:t>
            </a:r>
            <a:endParaRPr lang="en-US" sz="2000" b="0" i="0" dirty="0">
              <a:solidFill>
                <a:schemeClr val="accent1">
                  <a:lumMod val="90000"/>
                  <a:lumOff val="1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3931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04EBC3-09C1-D3F2-012D-B6F95CCDA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noProof="0" dirty="0"/>
              <a:t>LITERATURE REVIEW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69D7260-82DA-7C72-C605-7DA2DB84951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05656" y="1030288"/>
            <a:ext cx="10580688" cy="4344987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800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Key Findings from Prior Research</a:t>
            </a:r>
            <a:r>
              <a:rPr lang="en-US" sz="1800" b="0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UAV energy consumption is influenced by thrust, drag, altitude, payload, speed and climb rate.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Different flight phases (climb, cruise, hover, descent) exhibit different power profiles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2. Modeling Approaches in Literature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 Physics–Based Model</a:t>
            </a:r>
            <a:r>
              <a:rPr lang="en-DE" sz="1800" b="0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 </a:t>
            </a:r>
            <a:r>
              <a:rPr lang="en-DE" sz="1800" b="0" baseline="30000" dirty="0">
                <a:solidFill>
                  <a:schemeClr val="accent1">
                    <a:lumMod val="90000"/>
                    <a:lumOff val="10000"/>
                  </a:schemeClr>
                </a:solidFill>
                <a:hlinkClick r:id="rId2" action="ppaction://hlinksldjump"/>
              </a:rPr>
              <a:t>1</a:t>
            </a:r>
            <a:r>
              <a:rPr lang="en-US" sz="1800" b="0" baseline="30000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 </a:t>
            </a:r>
            <a:r>
              <a:rPr lang="en-US" sz="1800" b="0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: </a:t>
            </a:r>
            <a:r>
              <a:rPr lang="en-GB" sz="1800" b="0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Equations derived from an air taxi performance study; parameters from public</a:t>
            </a:r>
            <a:r>
              <a:rPr lang="en-DE" sz="1800" b="0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 </a:t>
            </a:r>
            <a:r>
              <a:rPr lang="en-GB" sz="1800" b="0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data sources.</a:t>
            </a:r>
            <a:endParaRPr lang="en-US" sz="1800" b="0" dirty="0">
              <a:solidFill>
                <a:schemeClr val="accent1">
                  <a:lumMod val="90000"/>
                  <a:lumOff val="10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noProof="0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 Data-Driven Model : </a:t>
            </a:r>
            <a:r>
              <a:rPr lang="en-DE" sz="1800" b="0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Machine learning methods such as</a:t>
            </a:r>
            <a:r>
              <a:rPr lang="en-US" sz="1800" b="0" noProof="0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 </a:t>
            </a:r>
            <a:r>
              <a:rPr lang="en-DE" sz="1800" b="0" noProof="0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R</a:t>
            </a:r>
            <a:r>
              <a:rPr lang="en-US" sz="1800" b="0" noProof="0" dirty="0" err="1">
                <a:solidFill>
                  <a:schemeClr val="accent1">
                    <a:lumMod val="90000"/>
                    <a:lumOff val="10000"/>
                  </a:schemeClr>
                </a:solidFill>
              </a:rPr>
              <a:t>andom</a:t>
            </a:r>
            <a:r>
              <a:rPr lang="en-DE" sz="1800" b="0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 </a:t>
            </a:r>
            <a:r>
              <a:rPr lang="en-DE" sz="1800" b="0" noProof="0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F</a:t>
            </a:r>
            <a:r>
              <a:rPr lang="en-US" sz="1800" b="0" noProof="0" dirty="0" err="1">
                <a:solidFill>
                  <a:schemeClr val="accent1">
                    <a:lumMod val="90000"/>
                    <a:lumOff val="10000"/>
                  </a:schemeClr>
                </a:solidFill>
              </a:rPr>
              <a:t>orest</a:t>
            </a:r>
            <a:r>
              <a:rPr lang="en-US" sz="1800" b="0" noProof="0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,</a:t>
            </a:r>
            <a:r>
              <a:rPr lang="en-DE" sz="1800" b="0" noProof="0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 L</a:t>
            </a:r>
            <a:r>
              <a:rPr lang="en-US" sz="1800" b="0" noProof="0" dirty="0" err="1">
                <a:solidFill>
                  <a:schemeClr val="accent1">
                    <a:lumMod val="90000"/>
                    <a:lumOff val="10000"/>
                  </a:schemeClr>
                </a:solidFill>
              </a:rPr>
              <a:t>inear</a:t>
            </a:r>
            <a:r>
              <a:rPr lang="en-US" sz="1800" b="0" noProof="0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 Regression and Neural Network for comparison and validation.</a:t>
            </a:r>
          </a:p>
        </p:txBody>
      </p:sp>
    </p:spTree>
    <p:extLst>
      <p:ext uri="{BB962C8B-B14F-4D97-AF65-F5344CB8AC3E}">
        <p14:creationId xmlns:p14="http://schemas.microsoft.com/office/powerpoint/2010/main" val="287141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73D5A-A76D-DA51-DBC2-1208791E0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RESEARCH FRAMEWORK AND METHODOLOGY</a:t>
            </a:r>
          </a:p>
        </p:txBody>
      </p:sp>
      <p:sp>
        <p:nvSpPr>
          <p:cNvPr id="3" name="Rectangle 35">
            <a:extLst>
              <a:ext uri="{FF2B5EF4-FFF2-40B4-BE49-F238E27FC236}">
                <a16:creationId xmlns:a16="http://schemas.microsoft.com/office/drawing/2014/main" id="{28E7C125-8B00-C2A0-FC65-355E205DAE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6722" y="-3195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C4DCE14-8ADA-68A4-14C8-58AB7219BAD2}"/>
              </a:ext>
            </a:extLst>
          </p:cNvPr>
          <p:cNvGrpSpPr>
            <a:grpSpLocks/>
          </p:cNvGrpSpPr>
          <p:nvPr/>
        </p:nvGrpSpPr>
        <p:grpSpPr>
          <a:xfrm>
            <a:off x="1617184" y="1304692"/>
            <a:ext cx="9378335" cy="4518972"/>
            <a:chOff x="8563" y="0"/>
            <a:chExt cx="7039616" cy="4633214"/>
          </a:xfrm>
        </p:grpSpPr>
        <p:sp>
          <p:nvSpPr>
            <p:cNvPr id="5" name="Graphic 2">
              <a:extLst>
                <a:ext uri="{FF2B5EF4-FFF2-40B4-BE49-F238E27FC236}">
                  <a16:creationId xmlns:a16="http://schemas.microsoft.com/office/drawing/2014/main" id="{49B496AA-9E3B-355D-C890-AAC5FD5A6CB7}"/>
                </a:ext>
              </a:extLst>
            </p:cNvPr>
            <p:cNvSpPr/>
            <p:nvPr/>
          </p:nvSpPr>
          <p:spPr>
            <a:xfrm>
              <a:off x="2924366" y="1126073"/>
              <a:ext cx="256540" cy="1270"/>
            </a:xfrm>
            <a:custGeom>
              <a:avLst/>
              <a:gdLst/>
              <a:ahLst/>
              <a:cxnLst/>
              <a:rect l="l" t="t" r="r" b="b"/>
              <a:pathLst>
                <a:path w="256540">
                  <a:moveTo>
                    <a:pt x="0" y="0"/>
                  </a:moveTo>
                  <a:lnTo>
                    <a:pt x="256042" y="0"/>
                  </a:lnTo>
                </a:path>
              </a:pathLst>
            </a:custGeom>
            <a:ln w="25689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pic>
          <p:nvPicPr>
            <p:cNvPr id="6" name="Image 3">
              <a:extLst>
                <a:ext uri="{FF2B5EF4-FFF2-40B4-BE49-F238E27FC236}">
                  <a16:creationId xmlns:a16="http://schemas.microsoft.com/office/drawing/2014/main" id="{3273F65A-8972-938C-8106-EEF587F8A69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48297" y="1074694"/>
              <a:ext cx="102759" cy="102759"/>
            </a:xfrm>
            <a:prstGeom prst="rect">
              <a:avLst/>
            </a:prstGeom>
          </p:spPr>
        </p:pic>
        <p:sp>
          <p:nvSpPr>
            <p:cNvPr id="7" name="Graphic 4">
              <a:extLst>
                <a:ext uri="{FF2B5EF4-FFF2-40B4-BE49-F238E27FC236}">
                  <a16:creationId xmlns:a16="http://schemas.microsoft.com/office/drawing/2014/main" id="{1AB41E3D-43B7-F8F6-0A69-9ADA264199FE}"/>
                </a:ext>
              </a:extLst>
            </p:cNvPr>
            <p:cNvSpPr/>
            <p:nvPr/>
          </p:nvSpPr>
          <p:spPr>
            <a:xfrm>
              <a:off x="4290213" y="3605149"/>
              <a:ext cx="1370330" cy="1028065"/>
            </a:xfrm>
            <a:custGeom>
              <a:avLst/>
              <a:gdLst/>
              <a:ahLst/>
              <a:cxnLst/>
              <a:rect l="l" t="t" r="r" b="b"/>
              <a:pathLst>
                <a:path w="1370330" h="1028065">
                  <a:moveTo>
                    <a:pt x="1215988" y="1027595"/>
                  </a:moveTo>
                  <a:lnTo>
                    <a:pt x="154139" y="1027595"/>
                  </a:lnTo>
                  <a:lnTo>
                    <a:pt x="146566" y="1027410"/>
                  </a:lnTo>
                  <a:lnTo>
                    <a:pt x="102218" y="1018589"/>
                  </a:lnTo>
                  <a:lnTo>
                    <a:pt x="62310" y="997257"/>
                  </a:lnTo>
                  <a:lnTo>
                    <a:pt x="30337" y="965285"/>
                  </a:lnTo>
                  <a:lnTo>
                    <a:pt x="9005" y="925375"/>
                  </a:lnTo>
                  <a:lnTo>
                    <a:pt x="184" y="881028"/>
                  </a:lnTo>
                  <a:lnTo>
                    <a:pt x="0" y="873456"/>
                  </a:lnTo>
                  <a:lnTo>
                    <a:pt x="0" y="154139"/>
                  </a:lnTo>
                  <a:lnTo>
                    <a:pt x="6635" y="109393"/>
                  </a:lnTo>
                  <a:lnTo>
                    <a:pt x="25976" y="68503"/>
                  </a:lnTo>
                  <a:lnTo>
                    <a:pt x="56352" y="34986"/>
                  </a:lnTo>
                  <a:lnTo>
                    <a:pt x="95152" y="11732"/>
                  </a:lnTo>
                  <a:lnTo>
                    <a:pt x="139030" y="740"/>
                  </a:lnTo>
                  <a:lnTo>
                    <a:pt x="154139" y="0"/>
                  </a:lnTo>
                  <a:lnTo>
                    <a:pt x="1215988" y="0"/>
                  </a:lnTo>
                  <a:lnTo>
                    <a:pt x="1260732" y="6635"/>
                  </a:lnTo>
                  <a:lnTo>
                    <a:pt x="1301623" y="25976"/>
                  </a:lnTo>
                  <a:lnTo>
                    <a:pt x="1335140" y="56352"/>
                  </a:lnTo>
                  <a:lnTo>
                    <a:pt x="1358393" y="95151"/>
                  </a:lnTo>
                  <a:lnTo>
                    <a:pt x="1369387" y="139030"/>
                  </a:lnTo>
                  <a:lnTo>
                    <a:pt x="1370127" y="154139"/>
                  </a:lnTo>
                  <a:lnTo>
                    <a:pt x="1370127" y="873456"/>
                  </a:lnTo>
                  <a:lnTo>
                    <a:pt x="1363491" y="918201"/>
                  </a:lnTo>
                  <a:lnTo>
                    <a:pt x="1344149" y="959091"/>
                  </a:lnTo>
                  <a:lnTo>
                    <a:pt x="1313773" y="992608"/>
                  </a:lnTo>
                  <a:lnTo>
                    <a:pt x="1274974" y="1015862"/>
                  </a:lnTo>
                  <a:lnTo>
                    <a:pt x="1231096" y="1026855"/>
                  </a:lnTo>
                  <a:lnTo>
                    <a:pt x="1215988" y="1027595"/>
                  </a:lnTo>
                  <a:close/>
                </a:path>
              </a:pathLst>
            </a:custGeom>
            <a:solidFill>
              <a:srgbClr val="7DA6C3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8" name="Graphic 5">
              <a:extLst>
                <a:ext uri="{FF2B5EF4-FFF2-40B4-BE49-F238E27FC236}">
                  <a16:creationId xmlns:a16="http://schemas.microsoft.com/office/drawing/2014/main" id="{847FEB13-BDF5-D808-378B-68287E94CABC}"/>
                </a:ext>
              </a:extLst>
            </p:cNvPr>
            <p:cNvSpPr/>
            <p:nvPr/>
          </p:nvSpPr>
          <p:spPr>
            <a:xfrm>
              <a:off x="4290213" y="3605149"/>
              <a:ext cx="1370330" cy="1028065"/>
            </a:xfrm>
            <a:custGeom>
              <a:avLst/>
              <a:gdLst/>
              <a:ahLst/>
              <a:cxnLst/>
              <a:rect l="l" t="t" r="r" b="b"/>
              <a:pathLst>
                <a:path w="1370330" h="1028065">
                  <a:moveTo>
                    <a:pt x="154139" y="0"/>
                  </a:moveTo>
                  <a:lnTo>
                    <a:pt x="1215988" y="0"/>
                  </a:lnTo>
                  <a:lnTo>
                    <a:pt x="1223560" y="185"/>
                  </a:lnTo>
                  <a:lnTo>
                    <a:pt x="1267907" y="9006"/>
                  </a:lnTo>
                  <a:lnTo>
                    <a:pt x="1307816" y="30337"/>
                  </a:lnTo>
                  <a:lnTo>
                    <a:pt x="1339788" y="62309"/>
                  </a:lnTo>
                  <a:lnTo>
                    <a:pt x="1361120" y="102218"/>
                  </a:lnTo>
                  <a:lnTo>
                    <a:pt x="1369942" y="146566"/>
                  </a:lnTo>
                  <a:lnTo>
                    <a:pt x="1370127" y="154139"/>
                  </a:lnTo>
                  <a:lnTo>
                    <a:pt x="1370127" y="873456"/>
                  </a:lnTo>
                  <a:lnTo>
                    <a:pt x="1363491" y="918201"/>
                  </a:lnTo>
                  <a:lnTo>
                    <a:pt x="1344149" y="959091"/>
                  </a:lnTo>
                  <a:lnTo>
                    <a:pt x="1313773" y="992608"/>
                  </a:lnTo>
                  <a:lnTo>
                    <a:pt x="1274974" y="1015862"/>
                  </a:lnTo>
                  <a:lnTo>
                    <a:pt x="1231096" y="1026855"/>
                  </a:lnTo>
                  <a:lnTo>
                    <a:pt x="1215988" y="1027595"/>
                  </a:lnTo>
                  <a:lnTo>
                    <a:pt x="154139" y="1027595"/>
                  </a:lnTo>
                  <a:lnTo>
                    <a:pt x="109393" y="1020960"/>
                  </a:lnTo>
                  <a:lnTo>
                    <a:pt x="68503" y="1001618"/>
                  </a:lnTo>
                  <a:lnTo>
                    <a:pt x="34986" y="971242"/>
                  </a:lnTo>
                  <a:lnTo>
                    <a:pt x="11732" y="932442"/>
                  </a:lnTo>
                  <a:lnTo>
                    <a:pt x="740" y="888564"/>
                  </a:lnTo>
                  <a:lnTo>
                    <a:pt x="0" y="873456"/>
                  </a:lnTo>
                  <a:lnTo>
                    <a:pt x="0" y="154139"/>
                  </a:lnTo>
                  <a:lnTo>
                    <a:pt x="6635" y="109393"/>
                  </a:lnTo>
                  <a:lnTo>
                    <a:pt x="25976" y="68503"/>
                  </a:lnTo>
                  <a:lnTo>
                    <a:pt x="56352" y="34986"/>
                  </a:lnTo>
                  <a:lnTo>
                    <a:pt x="95152" y="11732"/>
                  </a:lnTo>
                  <a:lnTo>
                    <a:pt x="139030" y="740"/>
                  </a:lnTo>
                  <a:lnTo>
                    <a:pt x="154139" y="0"/>
                  </a:lnTo>
                  <a:close/>
                </a:path>
              </a:pathLst>
            </a:custGeom>
            <a:ln w="17126">
              <a:solidFill>
                <a:srgbClr val="4A6A81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9" name="Graphic 6">
              <a:extLst>
                <a:ext uri="{FF2B5EF4-FFF2-40B4-BE49-F238E27FC236}">
                  <a16:creationId xmlns:a16="http://schemas.microsoft.com/office/drawing/2014/main" id="{AEFE460E-3EEB-4A08-AA2C-756F5547EA76}"/>
                </a:ext>
              </a:extLst>
            </p:cNvPr>
            <p:cNvSpPr/>
            <p:nvPr/>
          </p:nvSpPr>
          <p:spPr>
            <a:xfrm>
              <a:off x="4375845" y="3797823"/>
              <a:ext cx="1198880" cy="642620"/>
            </a:xfrm>
            <a:custGeom>
              <a:avLst/>
              <a:gdLst/>
              <a:ahLst/>
              <a:cxnLst/>
              <a:rect l="l" t="t" r="r" b="b"/>
              <a:pathLst>
                <a:path w="1198880" h="642620">
                  <a:moveTo>
                    <a:pt x="1108850" y="642246"/>
                  </a:moveTo>
                  <a:lnTo>
                    <a:pt x="90011" y="642246"/>
                  </a:lnTo>
                  <a:lnTo>
                    <a:pt x="83747" y="641629"/>
                  </a:lnTo>
                  <a:lnTo>
                    <a:pt x="37555" y="622497"/>
                  </a:lnTo>
                  <a:lnTo>
                    <a:pt x="9753" y="588620"/>
                  </a:lnTo>
                  <a:lnTo>
                    <a:pt x="0" y="552236"/>
                  </a:lnTo>
                  <a:lnTo>
                    <a:pt x="0" y="90011"/>
                  </a:lnTo>
                  <a:lnTo>
                    <a:pt x="12721" y="48073"/>
                  </a:lnTo>
                  <a:lnTo>
                    <a:pt x="48074" y="12721"/>
                  </a:lnTo>
                  <a:lnTo>
                    <a:pt x="90011" y="0"/>
                  </a:lnTo>
                  <a:lnTo>
                    <a:pt x="96337" y="0"/>
                  </a:lnTo>
                  <a:lnTo>
                    <a:pt x="1108850" y="0"/>
                  </a:lnTo>
                  <a:lnTo>
                    <a:pt x="1150786" y="12721"/>
                  </a:lnTo>
                  <a:lnTo>
                    <a:pt x="1186140" y="48073"/>
                  </a:lnTo>
                  <a:lnTo>
                    <a:pt x="1198861" y="90011"/>
                  </a:lnTo>
                  <a:lnTo>
                    <a:pt x="1198861" y="552236"/>
                  </a:lnTo>
                  <a:lnTo>
                    <a:pt x="1186140" y="594172"/>
                  </a:lnTo>
                  <a:lnTo>
                    <a:pt x="1150786" y="629525"/>
                  </a:lnTo>
                  <a:lnTo>
                    <a:pt x="1115115" y="641630"/>
                  </a:lnTo>
                  <a:lnTo>
                    <a:pt x="1108850" y="6422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10" name="Graphic 7">
              <a:extLst>
                <a:ext uri="{FF2B5EF4-FFF2-40B4-BE49-F238E27FC236}">
                  <a16:creationId xmlns:a16="http://schemas.microsoft.com/office/drawing/2014/main" id="{0875A358-097F-E03F-E6DB-9460BE36424C}"/>
                </a:ext>
              </a:extLst>
            </p:cNvPr>
            <p:cNvSpPr/>
            <p:nvPr/>
          </p:nvSpPr>
          <p:spPr>
            <a:xfrm>
              <a:off x="4375845" y="3797823"/>
              <a:ext cx="1198880" cy="642620"/>
            </a:xfrm>
            <a:custGeom>
              <a:avLst/>
              <a:gdLst/>
              <a:ahLst/>
              <a:cxnLst/>
              <a:rect l="l" t="t" r="r" b="b"/>
              <a:pathLst>
                <a:path w="1198880" h="642620">
                  <a:moveTo>
                    <a:pt x="96337" y="0"/>
                  </a:moveTo>
                  <a:lnTo>
                    <a:pt x="1102525" y="0"/>
                  </a:lnTo>
                  <a:lnTo>
                    <a:pt x="1108850" y="0"/>
                  </a:lnTo>
                  <a:lnTo>
                    <a:pt x="1115115" y="617"/>
                  </a:lnTo>
                  <a:lnTo>
                    <a:pt x="1121318" y="1851"/>
                  </a:lnTo>
                  <a:lnTo>
                    <a:pt x="1127522" y="3085"/>
                  </a:lnTo>
                  <a:lnTo>
                    <a:pt x="1133546" y="4912"/>
                  </a:lnTo>
                  <a:lnTo>
                    <a:pt x="1170645" y="28215"/>
                  </a:lnTo>
                  <a:lnTo>
                    <a:pt x="1182625" y="42814"/>
                  </a:lnTo>
                  <a:lnTo>
                    <a:pt x="1186140" y="48073"/>
                  </a:lnTo>
                  <a:lnTo>
                    <a:pt x="1189108" y="53625"/>
                  </a:lnTo>
                  <a:lnTo>
                    <a:pt x="1191528" y="59470"/>
                  </a:lnTo>
                  <a:lnTo>
                    <a:pt x="1193948" y="65314"/>
                  </a:lnTo>
                  <a:lnTo>
                    <a:pt x="1195776" y="71337"/>
                  </a:lnTo>
                  <a:lnTo>
                    <a:pt x="1197010" y="77542"/>
                  </a:lnTo>
                  <a:lnTo>
                    <a:pt x="1198244" y="83746"/>
                  </a:lnTo>
                  <a:lnTo>
                    <a:pt x="1198861" y="90011"/>
                  </a:lnTo>
                  <a:lnTo>
                    <a:pt x="1198862" y="96337"/>
                  </a:lnTo>
                  <a:lnTo>
                    <a:pt x="1198862" y="545910"/>
                  </a:lnTo>
                  <a:lnTo>
                    <a:pt x="1198861" y="552236"/>
                  </a:lnTo>
                  <a:lnTo>
                    <a:pt x="1198244" y="558500"/>
                  </a:lnTo>
                  <a:lnTo>
                    <a:pt x="1197010" y="564704"/>
                  </a:lnTo>
                  <a:lnTo>
                    <a:pt x="1195776" y="570908"/>
                  </a:lnTo>
                  <a:lnTo>
                    <a:pt x="1193948" y="576932"/>
                  </a:lnTo>
                  <a:lnTo>
                    <a:pt x="1191528" y="582776"/>
                  </a:lnTo>
                  <a:lnTo>
                    <a:pt x="1189108" y="588620"/>
                  </a:lnTo>
                  <a:lnTo>
                    <a:pt x="1186140" y="594172"/>
                  </a:lnTo>
                  <a:lnTo>
                    <a:pt x="1182625" y="599432"/>
                  </a:lnTo>
                  <a:lnTo>
                    <a:pt x="1179111" y="604691"/>
                  </a:lnTo>
                  <a:lnTo>
                    <a:pt x="1145234" y="632493"/>
                  </a:lnTo>
                  <a:lnTo>
                    <a:pt x="1121318" y="640396"/>
                  </a:lnTo>
                  <a:lnTo>
                    <a:pt x="1115115" y="641630"/>
                  </a:lnTo>
                  <a:lnTo>
                    <a:pt x="1108850" y="642246"/>
                  </a:lnTo>
                  <a:lnTo>
                    <a:pt x="1102525" y="642247"/>
                  </a:lnTo>
                  <a:lnTo>
                    <a:pt x="96337" y="642247"/>
                  </a:lnTo>
                  <a:lnTo>
                    <a:pt x="90011" y="642246"/>
                  </a:lnTo>
                  <a:lnTo>
                    <a:pt x="83747" y="641629"/>
                  </a:lnTo>
                  <a:lnTo>
                    <a:pt x="77543" y="640395"/>
                  </a:lnTo>
                  <a:lnTo>
                    <a:pt x="71339" y="639161"/>
                  </a:lnTo>
                  <a:lnTo>
                    <a:pt x="32689" y="618503"/>
                  </a:lnTo>
                  <a:lnTo>
                    <a:pt x="16236" y="599432"/>
                  </a:lnTo>
                  <a:lnTo>
                    <a:pt x="12721" y="594172"/>
                  </a:lnTo>
                  <a:lnTo>
                    <a:pt x="1851" y="564704"/>
                  </a:lnTo>
                  <a:lnTo>
                    <a:pt x="617" y="558500"/>
                  </a:lnTo>
                  <a:lnTo>
                    <a:pt x="0" y="552236"/>
                  </a:lnTo>
                  <a:lnTo>
                    <a:pt x="0" y="545910"/>
                  </a:lnTo>
                  <a:lnTo>
                    <a:pt x="0" y="96337"/>
                  </a:lnTo>
                  <a:lnTo>
                    <a:pt x="0" y="90011"/>
                  </a:lnTo>
                  <a:lnTo>
                    <a:pt x="617" y="83746"/>
                  </a:lnTo>
                  <a:lnTo>
                    <a:pt x="1851" y="77542"/>
                  </a:lnTo>
                  <a:lnTo>
                    <a:pt x="3085" y="71337"/>
                  </a:lnTo>
                  <a:lnTo>
                    <a:pt x="4913" y="65314"/>
                  </a:lnTo>
                  <a:lnTo>
                    <a:pt x="7333" y="59470"/>
                  </a:lnTo>
                  <a:lnTo>
                    <a:pt x="9753" y="53625"/>
                  </a:lnTo>
                  <a:lnTo>
                    <a:pt x="12721" y="48073"/>
                  </a:lnTo>
                  <a:lnTo>
                    <a:pt x="16236" y="42814"/>
                  </a:lnTo>
                  <a:lnTo>
                    <a:pt x="19750" y="37554"/>
                  </a:lnTo>
                  <a:lnTo>
                    <a:pt x="53626" y="9753"/>
                  </a:lnTo>
                  <a:lnTo>
                    <a:pt x="77543" y="1851"/>
                  </a:lnTo>
                  <a:lnTo>
                    <a:pt x="83747" y="617"/>
                  </a:lnTo>
                  <a:lnTo>
                    <a:pt x="90011" y="0"/>
                  </a:lnTo>
                  <a:lnTo>
                    <a:pt x="96337" y="0"/>
                  </a:lnTo>
                  <a:close/>
                </a:path>
              </a:pathLst>
            </a:custGeom>
            <a:ln w="17126">
              <a:solidFill>
                <a:srgbClr val="4A6A81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11" name="Graphic 8">
              <a:extLst>
                <a:ext uri="{FF2B5EF4-FFF2-40B4-BE49-F238E27FC236}">
                  <a16:creationId xmlns:a16="http://schemas.microsoft.com/office/drawing/2014/main" id="{EE47B3D8-FF11-9150-EBE9-07086E50386A}"/>
                </a:ext>
              </a:extLst>
            </p:cNvPr>
            <p:cNvSpPr/>
            <p:nvPr/>
          </p:nvSpPr>
          <p:spPr>
            <a:xfrm>
              <a:off x="8563" y="779260"/>
              <a:ext cx="1370330" cy="599440"/>
            </a:xfrm>
            <a:custGeom>
              <a:avLst/>
              <a:gdLst/>
              <a:ahLst/>
              <a:cxnLst/>
              <a:rect l="l" t="t" r="r" b="b"/>
              <a:pathLst>
                <a:path w="1370330" h="599440">
                  <a:moveTo>
                    <a:pt x="1286117" y="599430"/>
                  </a:moveTo>
                  <a:lnTo>
                    <a:pt x="84010" y="599430"/>
                  </a:lnTo>
                  <a:lnTo>
                    <a:pt x="78163" y="598855"/>
                  </a:lnTo>
                  <a:lnTo>
                    <a:pt x="35051" y="580997"/>
                  </a:lnTo>
                  <a:lnTo>
                    <a:pt x="9103" y="549379"/>
                  </a:lnTo>
                  <a:lnTo>
                    <a:pt x="0" y="515420"/>
                  </a:lnTo>
                  <a:lnTo>
                    <a:pt x="0" y="84010"/>
                  </a:lnTo>
                  <a:lnTo>
                    <a:pt x="11873" y="44869"/>
                  </a:lnTo>
                  <a:lnTo>
                    <a:pt x="44869" y="11873"/>
                  </a:lnTo>
                  <a:lnTo>
                    <a:pt x="84010" y="0"/>
                  </a:lnTo>
                  <a:lnTo>
                    <a:pt x="89914" y="0"/>
                  </a:lnTo>
                  <a:lnTo>
                    <a:pt x="1286117" y="0"/>
                  </a:lnTo>
                  <a:lnTo>
                    <a:pt x="1325258" y="11873"/>
                  </a:lnTo>
                  <a:lnTo>
                    <a:pt x="1358254" y="44869"/>
                  </a:lnTo>
                  <a:lnTo>
                    <a:pt x="1370127" y="84010"/>
                  </a:lnTo>
                  <a:lnTo>
                    <a:pt x="1370127" y="515420"/>
                  </a:lnTo>
                  <a:lnTo>
                    <a:pt x="1358254" y="554561"/>
                  </a:lnTo>
                  <a:lnTo>
                    <a:pt x="1325258" y="587557"/>
                  </a:lnTo>
                  <a:lnTo>
                    <a:pt x="1291964" y="598855"/>
                  </a:lnTo>
                  <a:lnTo>
                    <a:pt x="1286117" y="599430"/>
                  </a:lnTo>
                  <a:close/>
                </a:path>
              </a:pathLst>
            </a:custGeom>
            <a:solidFill>
              <a:srgbClr val="7DA6C3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12" name="Graphic 9">
              <a:extLst>
                <a:ext uri="{FF2B5EF4-FFF2-40B4-BE49-F238E27FC236}">
                  <a16:creationId xmlns:a16="http://schemas.microsoft.com/office/drawing/2014/main" id="{0BE7AF59-9FDB-E80F-0964-F80EBB8BBA5A}"/>
                </a:ext>
              </a:extLst>
            </p:cNvPr>
            <p:cNvSpPr/>
            <p:nvPr/>
          </p:nvSpPr>
          <p:spPr>
            <a:xfrm>
              <a:off x="8563" y="779260"/>
              <a:ext cx="1370330" cy="599440"/>
            </a:xfrm>
            <a:custGeom>
              <a:avLst/>
              <a:gdLst/>
              <a:ahLst/>
              <a:cxnLst/>
              <a:rect l="l" t="t" r="r" b="b"/>
              <a:pathLst>
                <a:path w="1370330" h="599440">
                  <a:moveTo>
                    <a:pt x="89914" y="0"/>
                  </a:moveTo>
                  <a:lnTo>
                    <a:pt x="1280213" y="0"/>
                  </a:lnTo>
                  <a:lnTo>
                    <a:pt x="1286117" y="0"/>
                  </a:lnTo>
                  <a:lnTo>
                    <a:pt x="1291964" y="575"/>
                  </a:lnTo>
                  <a:lnTo>
                    <a:pt x="1297754" y="1727"/>
                  </a:lnTo>
                  <a:lnTo>
                    <a:pt x="1303545" y="2879"/>
                  </a:lnTo>
                  <a:lnTo>
                    <a:pt x="1309167" y="4585"/>
                  </a:lnTo>
                  <a:lnTo>
                    <a:pt x="1314622" y="6844"/>
                  </a:lnTo>
                  <a:lnTo>
                    <a:pt x="1320076" y="9103"/>
                  </a:lnTo>
                  <a:lnTo>
                    <a:pt x="1343792" y="26335"/>
                  </a:lnTo>
                  <a:lnTo>
                    <a:pt x="1347967" y="30509"/>
                  </a:lnTo>
                  <a:lnTo>
                    <a:pt x="1351694" y="35051"/>
                  </a:lnTo>
                  <a:lnTo>
                    <a:pt x="1354974" y="39960"/>
                  </a:lnTo>
                  <a:lnTo>
                    <a:pt x="1358254" y="44869"/>
                  </a:lnTo>
                  <a:lnTo>
                    <a:pt x="1361024" y="50050"/>
                  </a:lnTo>
                  <a:lnTo>
                    <a:pt x="1363283" y="55505"/>
                  </a:lnTo>
                  <a:lnTo>
                    <a:pt x="1365542" y="60959"/>
                  </a:lnTo>
                  <a:lnTo>
                    <a:pt x="1367248" y="66582"/>
                  </a:lnTo>
                  <a:lnTo>
                    <a:pt x="1368400" y="72373"/>
                  </a:lnTo>
                  <a:lnTo>
                    <a:pt x="1369552" y="78163"/>
                  </a:lnTo>
                  <a:lnTo>
                    <a:pt x="1370127" y="84010"/>
                  </a:lnTo>
                  <a:lnTo>
                    <a:pt x="1370127" y="89914"/>
                  </a:lnTo>
                  <a:lnTo>
                    <a:pt x="1370127" y="509516"/>
                  </a:lnTo>
                  <a:lnTo>
                    <a:pt x="1370127" y="515420"/>
                  </a:lnTo>
                  <a:lnTo>
                    <a:pt x="1369552" y="521267"/>
                  </a:lnTo>
                  <a:lnTo>
                    <a:pt x="1368400" y="527057"/>
                  </a:lnTo>
                  <a:lnTo>
                    <a:pt x="1367248" y="532847"/>
                  </a:lnTo>
                  <a:lnTo>
                    <a:pt x="1354974" y="559470"/>
                  </a:lnTo>
                  <a:lnTo>
                    <a:pt x="1351694" y="564378"/>
                  </a:lnTo>
                  <a:lnTo>
                    <a:pt x="1320076" y="590327"/>
                  </a:lnTo>
                  <a:lnTo>
                    <a:pt x="1297754" y="597703"/>
                  </a:lnTo>
                  <a:lnTo>
                    <a:pt x="1291964" y="598855"/>
                  </a:lnTo>
                  <a:lnTo>
                    <a:pt x="1286117" y="599430"/>
                  </a:lnTo>
                  <a:lnTo>
                    <a:pt x="1280213" y="599430"/>
                  </a:lnTo>
                  <a:lnTo>
                    <a:pt x="89914" y="599430"/>
                  </a:lnTo>
                  <a:lnTo>
                    <a:pt x="84010" y="599430"/>
                  </a:lnTo>
                  <a:lnTo>
                    <a:pt x="78163" y="598855"/>
                  </a:lnTo>
                  <a:lnTo>
                    <a:pt x="72373" y="597703"/>
                  </a:lnTo>
                  <a:lnTo>
                    <a:pt x="66582" y="596551"/>
                  </a:lnTo>
                  <a:lnTo>
                    <a:pt x="39960" y="584277"/>
                  </a:lnTo>
                  <a:lnTo>
                    <a:pt x="35051" y="580997"/>
                  </a:lnTo>
                  <a:lnTo>
                    <a:pt x="30510" y="577270"/>
                  </a:lnTo>
                  <a:lnTo>
                    <a:pt x="26335" y="573095"/>
                  </a:lnTo>
                  <a:lnTo>
                    <a:pt x="22160" y="568920"/>
                  </a:lnTo>
                  <a:lnTo>
                    <a:pt x="18433" y="564378"/>
                  </a:lnTo>
                  <a:lnTo>
                    <a:pt x="15153" y="559469"/>
                  </a:lnTo>
                  <a:lnTo>
                    <a:pt x="11873" y="554561"/>
                  </a:lnTo>
                  <a:lnTo>
                    <a:pt x="1727" y="527057"/>
                  </a:lnTo>
                  <a:lnTo>
                    <a:pt x="575" y="521267"/>
                  </a:lnTo>
                  <a:lnTo>
                    <a:pt x="0" y="515420"/>
                  </a:lnTo>
                  <a:lnTo>
                    <a:pt x="0" y="509516"/>
                  </a:lnTo>
                  <a:lnTo>
                    <a:pt x="0" y="89914"/>
                  </a:lnTo>
                  <a:lnTo>
                    <a:pt x="6844" y="55505"/>
                  </a:lnTo>
                  <a:lnTo>
                    <a:pt x="9103" y="50050"/>
                  </a:lnTo>
                  <a:lnTo>
                    <a:pt x="26335" y="26335"/>
                  </a:lnTo>
                  <a:lnTo>
                    <a:pt x="30510" y="22160"/>
                  </a:lnTo>
                  <a:lnTo>
                    <a:pt x="55505" y="6844"/>
                  </a:lnTo>
                  <a:lnTo>
                    <a:pt x="60960" y="4585"/>
                  </a:lnTo>
                  <a:lnTo>
                    <a:pt x="66582" y="2879"/>
                  </a:lnTo>
                  <a:lnTo>
                    <a:pt x="72373" y="1727"/>
                  </a:lnTo>
                  <a:lnTo>
                    <a:pt x="78163" y="575"/>
                  </a:lnTo>
                  <a:lnTo>
                    <a:pt x="84010" y="0"/>
                  </a:lnTo>
                  <a:lnTo>
                    <a:pt x="89914" y="0"/>
                  </a:lnTo>
                  <a:close/>
                </a:path>
              </a:pathLst>
            </a:custGeom>
            <a:ln w="17126">
              <a:solidFill>
                <a:srgbClr val="4A6A81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13" name="Graphic 10">
              <a:extLst>
                <a:ext uri="{FF2B5EF4-FFF2-40B4-BE49-F238E27FC236}">
                  <a16:creationId xmlns:a16="http://schemas.microsoft.com/office/drawing/2014/main" id="{233BD77A-6C62-FB4D-21E8-E20A0E1B44C1}"/>
                </a:ext>
              </a:extLst>
            </p:cNvPr>
            <p:cNvSpPr/>
            <p:nvPr/>
          </p:nvSpPr>
          <p:spPr>
            <a:xfrm>
              <a:off x="1721223" y="607994"/>
              <a:ext cx="1198880" cy="1028065"/>
            </a:xfrm>
            <a:custGeom>
              <a:avLst/>
              <a:gdLst/>
              <a:ahLst/>
              <a:cxnLst/>
              <a:rect l="l" t="t" r="r" b="b"/>
              <a:pathLst>
                <a:path w="1198880" h="1028065">
                  <a:moveTo>
                    <a:pt x="599430" y="1027595"/>
                  </a:moveTo>
                  <a:lnTo>
                    <a:pt x="524239" y="1026594"/>
                  </a:lnTo>
                  <a:lnTo>
                    <a:pt x="451835" y="1023670"/>
                  </a:lnTo>
                  <a:lnTo>
                    <a:pt x="382779" y="1018945"/>
                  </a:lnTo>
                  <a:lnTo>
                    <a:pt x="317635" y="1012538"/>
                  </a:lnTo>
                  <a:lnTo>
                    <a:pt x="256962" y="1004572"/>
                  </a:lnTo>
                  <a:lnTo>
                    <a:pt x="201324" y="995165"/>
                  </a:lnTo>
                  <a:lnTo>
                    <a:pt x="151282" y="984440"/>
                  </a:lnTo>
                  <a:lnTo>
                    <a:pt x="107397" y="972516"/>
                  </a:lnTo>
                  <a:lnTo>
                    <a:pt x="70232" y="959515"/>
                  </a:lnTo>
                  <a:lnTo>
                    <a:pt x="18307" y="930762"/>
                  </a:lnTo>
                  <a:lnTo>
                    <a:pt x="0" y="899146"/>
                  </a:lnTo>
                  <a:lnTo>
                    <a:pt x="0" y="128449"/>
                  </a:lnTo>
                  <a:lnTo>
                    <a:pt x="40348" y="82039"/>
                  </a:lnTo>
                  <a:lnTo>
                    <a:pt x="107397" y="55079"/>
                  </a:lnTo>
                  <a:lnTo>
                    <a:pt x="151282" y="43155"/>
                  </a:lnTo>
                  <a:lnTo>
                    <a:pt x="201324" y="32430"/>
                  </a:lnTo>
                  <a:lnTo>
                    <a:pt x="256962" y="23023"/>
                  </a:lnTo>
                  <a:lnTo>
                    <a:pt x="317635" y="15057"/>
                  </a:lnTo>
                  <a:lnTo>
                    <a:pt x="382779" y="8650"/>
                  </a:lnTo>
                  <a:lnTo>
                    <a:pt x="451835" y="3925"/>
                  </a:lnTo>
                  <a:lnTo>
                    <a:pt x="524239" y="1001"/>
                  </a:lnTo>
                  <a:lnTo>
                    <a:pt x="599430" y="0"/>
                  </a:lnTo>
                  <a:lnTo>
                    <a:pt x="658689" y="628"/>
                  </a:lnTo>
                  <a:lnTo>
                    <a:pt x="716938" y="2490"/>
                  </a:lnTo>
                  <a:lnTo>
                    <a:pt x="773786" y="5549"/>
                  </a:lnTo>
                  <a:lnTo>
                    <a:pt x="828841" y="9772"/>
                  </a:lnTo>
                  <a:lnTo>
                    <a:pt x="881713" y="15123"/>
                  </a:lnTo>
                  <a:lnTo>
                    <a:pt x="932010" y="21567"/>
                  </a:lnTo>
                  <a:lnTo>
                    <a:pt x="979341" y="29068"/>
                  </a:lnTo>
                  <a:lnTo>
                    <a:pt x="1023314" y="37592"/>
                  </a:lnTo>
                  <a:lnTo>
                    <a:pt x="1098177" y="57184"/>
                  </a:lnTo>
                  <a:lnTo>
                    <a:pt x="1153251" y="79296"/>
                  </a:lnTo>
                  <a:lnTo>
                    <a:pt x="1187243" y="103270"/>
                  </a:lnTo>
                  <a:lnTo>
                    <a:pt x="1198861" y="128449"/>
                  </a:lnTo>
                  <a:lnTo>
                    <a:pt x="1198861" y="899146"/>
                  </a:lnTo>
                  <a:lnTo>
                    <a:pt x="1158513" y="945556"/>
                  </a:lnTo>
                  <a:lnTo>
                    <a:pt x="1091464" y="972516"/>
                  </a:lnTo>
                  <a:lnTo>
                    <a:pt x="1047579" y="984440"/>
                  </a:lnTo>
                  <a:lnTo>
                    <a:pt x="997537" y="995165"/>
                  </a:lnTo>
                  <a:lnTo>
                    <a:pt x="941899" y="1004572"/>
                  </a:lnTo>
                  <a:lnTo>
                    <a:pt x="881226" y="1012538"/>
                  </a:lnTo>
                  <a:lnTo>
                    <a:pt x="816082" y="1018945"/>
                  </a:lnTo>
                  <a:lnTo>
                    <a:pt x="747026" y="1023670"/>
                  </a:lnTo>
                  <a:lnTo>
                    <a:pt x="674622" y="1026594"/>
                  </a:lnTo>
                  <a:lnTo>
                    <a:pt x="599430" y="1027595"/>
                  </a:lnTo>
                  <a:close/>
                </a:path>
              </a:pathLst>
            </a:custGeom>
            <a:solidFill>
              <a:srgbClr val="7DA6C3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14" name="Graphic 11">
              <a:extLst>
                <a:ext uri="{FF2B5EF4-FFF2-40B4-BE49-F238E27FC236}">
                  <a16:creationId xmlns:a16="http://schemas.microsoft.com/office/drawing/2014/main" id="{D3B354C0-3A69-48B8-B7D9-B9220C5D10AD}"/>
                </a:ext>
              </a:extLst>
            </p:cNvPr>
            <p:cNvSpPr/>
            <p:nvPr/>
          </p:nvSpPr>
          <p:spPr>
            <a:xfrm>
              <a:off x="1721223" y="607994"/>
              <a:ext cx="1198880" cy="1028065"/>
            </a:xfrm>
            <a:custGeom>
              <a:avLst/>
              <a:gdLst/>
              <a:ahLst/>
              <a:cxnLst/>
              <a:rect l="l" t="t" r="r" b="b"/>
              <a:pathLst>
                <a:path w="1198880" h="1028065">
                  <a:moveTo>
                    <a:pt x="0" y="128449"/>
                  </a:moveTo>
                  <a:lnTo>
                    <a:pt x="40348" y="82039"/>
                  </a:lnTo>
                  <a:lnTo>
                    <a:pt x="107397" y="55079"/>
                  </a:lnTo>
                  <a:lnTo>
                    <a:pt x="151282" y="43155"/>
                  </a:lnTo>
                  <a:lnTo>
                    <a:pt x="201324" y="32430"/>
                  </a:lnTo>
                  <a:lnTo>
                    <a:pt x="256962" y="23023"/>
                  </a:lnTo>
                  <a:lnTo>
                    <a:pt x="317635" y="15057"/>
                  </a:lnTo>
                  <a:lnTo>
                    <a:pt x="382779" y="8650"/>
                  </a:lnTo>
                  <a:lnTo>
                    <a:pt x="451835" y="3925"/>
                  </a:lnTo>
                  <a:lnTo>
                    <a:pt x="524239" y="1001"/>
                  </a:lnTo>
                  <a:lnTo>
                    <a:pt x="599430" y="0"/>
                  </a:lnTo>
                  <a:lnTo>
                    <a:pt x="658689" y="628"/>
                  </a:lnTo>
                  <a:lnTo>
                    <a:pt x="716938" y="2490"/>
                  </a:lnTo>
                  <a:lnTo>
                    <a:pt x="773786" y="5549"/>
                  </a:lnTo>
                  <a:lnTo>
                    <a:pt x="828841" y="9772"/>
                  </a:lnTo>
                  <a:lnTo>
                    <a:pt x="881713" y="15123"/>
                  </a:lnTo>
                  <a:lnTo>
                    <a:pt x="932010" y="21567"/>
                  </a:lnTo>
                  <a:lnTo>
                    <a:pt x="979341" y="29068"/>
                  </a:lnTo>
                  <a:lnTo>
                    <a:pt x="1023314" y="37592"/>
                  </a:lnTo>
                  <a:lnTo>
                    <a:pt x="1098177" y="57184"/>
                  </a:lnTo>
                  <a:lnTo>
                    <a:pt x="1153251" y="79296"/>
                  </a:lnTo>
                  <a:lnTo>
                    <a:pt x="1187243" y="103270"/>
                  </a:lnTo>
                  <a:lnTo>
                    <a:pt x="1198861" y="128449"/>
                  </a:lnTo>
                  <a:lnTo>
                    <a:pt x="1198861" y="899146"/>
                  </a:lnTo>
                  <a:lnTo>
                    <a:pt x="1158513" y="945556"/>
                  </a:lnTo>
                  <a:lnTo>
                    <a:pt x="1091464" y="972516"/>
                  </a:lnTo>
                  <a:lnTo>
                    <a:pt x="1047579" y="984440"/>
                  </a:lnTo>
                  <a:lnTo>
                    <a:pt x="997537" y="995165"/>
                  </a:lnTo>
                  <a:lnTo>
                    <a:pt x="941899" y="1004572"/>
                  </a:lnTo>
                  <a:lnTo>
                    <a:pt x="881226" y="1012538"/>
                  </a:lnTo>
                  <a:lnTo>
                    <a:pt x="816082" y="1018945"/>
                  </a:lnTo>
                  <a:lnTo>
                    <a:pt x="747026" y="1023670"/>
                  </a:lnTo>
                  <a:lnTo>
                    <a:pt x="674622" y="1026594"/>
                  </a:lnTo>
                  <a:lnTo>
                    <a:pt x="599430" y="1027595"/>
                  </a:lnTo>
                  <a:lnTo>
                    <a:pt x="524239" y="1026594"/>
                  </a:lnTo>
                  <a:lnTo>
                    <a:pt x="451835" y="1023670"/>
                  </a:lnTo>
                  <a:lnTo>
                    <a:pt x="382779" y="1018945"/>
                  </a:lnTo>
                  <a:lnTo>
                    <a:pt x="317635" y="1012538"/>
                  </a:lnTo>
                  <a:lnTo>
                    <a:pt x="256962" y="1004572"/>
                  </a:lnTo>
                  <a:lnTo>
                    <a:pt x="201324" y="995165"/>
                  </a:lnTo>
                  <a:lnTo>
                    <a:pt x="151282" y="984440"/>
                  </a:lnTo>
                  <a:lnTo>
                    <a:pt x="107397" y="972516"/>
                  </a:lnTo>
                  <a:lnTo>
                    <a:pt x="70232" y="959515"/>
                  </a:lnTo>
                  <a:lnTo>
                    <a:pt x="18307" y="930762"/>
                  </a:lnTo>
                  <a:lnTo>
                    <a:pt x="0" y="899146"/>
                  </a:lnTo>
                  <a:lnTo>
                    <a:pt x="0" y="128449"/>
                  </a:lnTo>
                  <a:close/>
                </a:path>
                <a:path w="1198880" h="1028065">
                  <a:moveTo>
                    <a:pt x="1198861" y="128449"/>
                  </a:moveTo>
                  <a:lnTo>
                    <a:pt x="1158513" y="174859"/>
                  </a:lnTo>
                  <a:lnTo>
                    <a:pt x="1091464" y="201819"/>
                  </a:lnTo>
                  <a:lnTo>
                    <a:pt x="1047579" y="213743"/>
                  </a:lnTo>
                  <a:lnTo>
                    <a:pt x="997537" y="224468"/>
                  </a:lnTo>
                  <a:lnTo>
                    <a:pt x="941899" y="233875"/>
                  </a:lnTo>
                  <a:lnTo>
                    <a:pt x="881226" y="241841"/>
                  </a:lnTo>
                  <a:lnTo>
                    <a:pt x="816082" y="248248"/>
                  </a:lnTo>
                  <a:lnTo>
                    <a:pt x="747026" y="252973"/>
                  </a:lnTo>
                  <a:lnTo>
                    <a:pt x="674622" y="255897"/>
                  </a:lnTo>
                  <a:lnTo>
                    <a:pt x="599430" y="256898"/>
                  </a:lnTo>
                  <a:lnTo>
                    <a:pt x="524239" y="255897"/>
                  </a:lnTo>
                  <a:lnTo>
                    <a:pt x="451835" y="252973"/>
                  </a:lnTo>
                  <a:lnTo>
                    <a:pt x="382779" y="248248"/>
                  </a:lnTo>
                  <a:lnTo>
                    <a:pt x="317635" y="241841"/>
                  </a:lnTo>
                  <a:lnTo>
                    <a:pt x="256962" y="233875"/>
                  </a:lnTo>
                  <a:lnTo>
                    <a:pt x="201324" y="224468"/>
                  </a:lnTo>
                  <a:lnTo>
                    <a:pt x="151282" y="213743"/>
                  </a:lnTo>
                  <a:lnTo>
                    <a:pt x="107397" y="201819"/>
                  </a:lnTo>
                  <a:lnTo>
                    <a:pt x="70232" y="188818"/>
                  </a:lnTo>
                  <a:lnTo>
                    <a:pt x="18307" y="160065"/>
                  </a:lnTo>
                  <a:lnTo>
                    <a:pt x="4670" y="144554"/>
                  </a:lnTo>
                  <a:lnTo>
                    <a:pt x="0" y="128449"/>
                  </a:lnTo>
                </a:path>
              </a:pathLst>
            </a:custGeom>
            <a:ln w="17126">
              <a:solidFill>
                <a:srgbClr val="4A6A81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5BDDD521-0C23-E282-DC9F-770BDE2383BE}"/>
                </a:ext>
              </a:extLst>
            </p:cNvPr>
            <p:cNvSpPr/>
            <p:nvPr/>
          </p:nvSpPr>
          <p:spPr>
            <a:xfrm>
              <a:off x="3254054" y="0"/>
              <a:ext cx="3794125" cy="2252345"/>
            </a:xfrm>
            <a:custGeom>
              <a:avLst/>
              <a:gdLst/>
              <a:ahLst/>
              <a:cxnLst/>
              <a:rect l="l" t="t" r="r" b="b"/>
              <a:pathLst>
                <a:path w="3794125" h="2252345">
                  <a:moveTo>
                    <a:pt x="578022" y="25689"/>
                  </a:moveTo>
                  <a:lnTo>
                    <a:pt x="500953" y="25689"/>
                  </a:lnTo>
                  <a:lnTo>
                    <a:pt x="500953" y="0"/>
                  </a:lnTo>
                  <a:lnTo>
                    <a:pt x="578022" y="0"/>
                  </a:lnTo>
                  <a:lnTo>
                    <a:pt x="578022" y="25689"/>
                  </a:lnTo>
                  <a:close/>
                </a:path>
                <a:path w="3794125" h="2252345">
                  <a:moveTo>
                    <a:pt x="732162" y="25689"/>
                  </a:moveTo>
                  <a:lnTo>
                    <a:pt x="655092" y="25689"/>
                  </a:lnTo>
                  <a:lnTo>
                    <a:pt x="655092" y="0"/>
                  </a:lnTo>
                  <a:lnTo>
                    <a:pt x="732162" y="0"/>
                  </a:lnTo>
                  <a:lnTo>
                    <a:pt x="732162" y="25689"/>
                  </a:lnTo>
                  <a:close/>
                </a:path>
                <a:path w="3794125" h="2252345">
                  <a:moveTo>
                    <a:pt x="886301" y="25689"/>
                  </a:moveTo>
                  <a:lnTo>
                    <a:pt x="809231" y="25689"/>
                  </a:lnTo>
                  <a:lnTo>
                    <a:pt x="809231" y="0"/>
                  </a:lnTo>
                  <a:lnTo>
                    <a:pt x="886301" y="0"/>
                  </a:lnTo>
                  <a:lnTo>
                    <a:pt x="886301" y="25689"/>
                  </a:lnTo>
                  <a:close/>
                </a:path>
                <a:path w="3794125" h="2252345">
                  <a:moveTo>
                    <a:pt x="1040440" y="25689"/>
                  </a:moveTo>
                  <a:lnTo>
                    <a:pt x="963371" y="25689"/>
                  </a:lnTo>
                  <a:lnTo>
                    <a:pt x="963371" y="0"/>
                  </a:lnTo>
                  <a:lnTo>
                    <a:pt x="1040440" y="0"/>
                  </a:lnTo>
                  <a:lnTo>
                    <a:pt x="1040440" y="25689"/>
                  </a:lnTo>
                  <a:close/>
                </a:path>
                <a:path w="3794125" h="2252345">
                  <a:moveTo>
                    <a:pt x="1194580" y="25689"/>
                  </a:moveTo>
                  <a:lnTo>
                    <a:pt x="1117510" y="25689"/>
                  </a:lnTo>
                  <a:lnTo>
                    <a:pt x="1117510" y="0"/>
                  </a:lnTo>
                  <a:lnTo>
                    <a:pt x="1194580" y="0"/>
                  </a:lnTo>
                  <a:lnTo>
                    <a:pt x="1194580" y="25689"/>
                  </a:lnTo>
                  <a:close/>
                </a:path>
                <a:path w="3794125" h="2252345">
                  <a:moveTo>
                    <a:pt x="1348719" y="25689"/>
                  </a:moveTo>
                  <a:lnTo>
                    <a:pt x="1271650" y="25689"/>
                  </a:lnTo>
                  <a:lnTo>
                    <a:pt x="1271650" y="0"/>
                  </a:lnTo>
                  <a:lnTo>
                    <a:pt x="1348719" y="0"/>
                  </a:lnTo>
                  <a:lnTo>
                    <a:pt x="1348719" y="25689"/>
                  </a:lnTo>
                  <a:close/>
                </a:path>
                <a:path w="3794125" h="2252345">
                  <a:moveTo>
                    <a:pt x="1502859" y="25689"/>
                  </a:moveTo>
                  <a:lnTo>
                    <a:pt x="1425789" y="25689"/>
                  </a:lnTo>
                  <a:lnTo>
                    <a:pt x="1425789" y="0"/>
                  </a:lnTo>
                  <a:lnTo>
                    <a:pt x="1502859" y="0"/>
                  </a:lnTo>
                  <a:lnTo>
                    <a:pt x="1502859" y="25689"/>
                  </a:lnTo>
                  <a:close/>
                </a:path>
                <a:path w="3794125" h="2252345">
                  <a:moveTo>
                    <a:pt x="1656998" y="25689"/>
                  </a:moveTo>
                  <a:lnTo>
                    <a:pt x="1579928" y="25689"/>
                  </a:lnTo>
                  <a:lnTo>
                    <a:pt x="1579928" y="0"/>
                  </a:lnTo>
                  <a:lnTo>
                    <a:pt x="1656998" y="0"/>
                  </a:lnTo>
                  <a:lnTo>
                    <a:pt x="1656998" y="25689"/>
                  </a:lnTo>
                  <a:close/>
                </a:path>
                <a:path w="3794125" h="2252345">
                  <a:moveTo>
                    <a:pt x="1811137" y="25689"/>
                  </a:moveTo>
                  <a:lnTo>
                    <a:pt x="1734068" y="25689"/>
                  </a:lnTo>
                  <a:lnTo>
                    <a:pt x="1734068" y="0"/>
                  </a:lnTo>
                  <a:lnTo>
                    <a:pt x="1811137" y="0"/>
                  </a:lnTo>
                  <a:lnTo>
                    <a:pt x="1811137" y="25689"/>
                  </a:lnTo>
                  <a:close/>
                </a:path>
                <a:path w="3794125" h="2252345">
                  <a:moveTo>
                    <a:pt x="1965277" y="25689"/>
                  </a:moveTo>
                  <a:lnTo>
                    <a:pt x="1888207" y="25689"/>
                  </a:lnTo>
                  <a:lnTo>
                    <a:pt x="1888207" y="0"/>
                  </a:lnTo>
                  <a:lnTo>
                    <a:pt x="1965277" y="0"/>
                  </a:lnTo>
                  <a:lnTo>
                    <a:pt x="1965277" y="25689"/>
                  </a:lnTo>
                  <a:close/>
                </a:path>
                <a:path w="3794125" h="2252345">
                  <a:moveTo>
                    <a:pt x="2119416" y="25689"/>
                  </a:moveTo>
                  <a:lnTo>
                    <a:pt x="2042346" y="25689"/>
                  </a:lnTo>
                  <a:lnTo>
                    <a:pt x="2042346" y="0"/>
                  </a:lnTo>
                  <a:lnTo>
                    <a:pt x="2119416" y="0"/>
                  </a:lnTo>
                  <a:lnTo>
                    <a:pt x="2119416" y="25689"/>
                  </a:lnTo>
                  <a:close/>
                </a:path>
                <a:path w="3794125" h="2252345">
                  <a:moveTo>
                    <a:pt x="2273556" y="25689"/>
                  </a:moveTo>
                  <a:lnTo>
                    <a:pt x="2196486" y="25689"/>
                  </a:lnTo>
                  <a:lnTo>
                    <a:pt x="2196486" y="0"/>
                  </a:lnTo>
                  <a:lnTo>
                    <a:pt x="2273556" y="0"/>
                  </a:lnTo>
                  <a:lnTo>
                    <a:pt x="2273556" y="25689"/>
                  </a:lnTo>
                  <a:close/>
                </a:path>
                <a:path w="3794125" h="2252345">
                  <a:moveTo>
                    <a:pt x="2427695" y="25689"/>
                  </a:moveTo>
                  <a:lnTo>
                    <a:pt x="2350625" y="25689"/>
                  </a:lnTo>
                  <a:lnTo>
                    <a:pt x="2350625" y="0"/>
                  </a:lnTo>
                  <a:lnTo>
                    <a:pt x="2427695" y="0"/>
                  </a:lnTo>
                  <a:lnTo>
                    <a:pt x="2427695" y="25689"/>
                  </a:lnTo>
                  <a:close/>
                </a:path>
                <a:path w="3794125" h="2252345">
                  <a:moveTo>
                    <a:pt x="2581834" y="25689"/>
                  </a:moveTo>
                  <a:lnTo>
                    <a:pt x="2504765" y="25689"/>
                  </a:lnTo>
                  <a:lnTo>
                    <a:pt x="2504765" y="0"/>
                  </a:lnTo>
                  <a:lnTo>
                    <a:pt x="2581834" y="0"/>
                  </a:lnTo>
                  <a:lnTo>
                    <a:pt x="2581834" y="25689"/>
                  </a:lnTo>
                  <a:close/>
                </a:path>
                <a:path w="3794125" h="2252345">
                  <a:moveTo>
                    <a:pt x="2735974" y="25689"/>
                  </a:moveTo>
                  <a:lnTo>
                    <a:pt x="2658904" y="25689"/>
                  </a:lnTo>
                  <a:lnTo>
                    <a:pt x="2658904" y="0"/>
                  </a:lnTo>
                  <a:lnTo>
                    <a:pt x="2735974" y="0"/>
                  </a:lnTo>
                  <a:lnTo>
                    <a:pt x="2735974" y="25689"/>
                  </a:lnTo>
                  <a:close/>
                </a:path>
                <a:path w="3794125" h="2252345">
                  <a:moveTo>
                    <a:pt x="2890113" y="25689"/>
                  </a:moveTo>
                  <a:lnTo>
                    <a:pt x="2813043" y="25689"/>
                  </a:lnTo>
                  <a:lnTo>
                    <a:pt x="2813043" y="0"/>
                  </a:lnTo>
                  <a:lnTo>
                    <a:pt x="2890113" y="0"/>
                  </a:lnTo>
                  <a:lnTo>
                    <a:pt x="2890113" y="25689"/>
                  </a:lnTo>
                  <a:close/>
                </a:path>
                <a:path w="3794125" h="2252345">
                  <a:moveTo>
                    <a:pt x="3044253" y="25689"/>
                  </a:moveTo>
                  <a:lnTo>
                    <a:pt x="2967183" y="25689"/>
                  </a:lnTo>
                  <a:lnTo>
                    <a:pt x="2967183" y="0"/>
                  </a:lnTo>
                  <a:lnTo>
                    <a:pt x="3044253" y="0"/>
                  </a:lnTo>
                  <a:lnTo>
                    <a:pt x="3044253" y="25689"/>
                  </a:lnTo>
                  <a:close/>
                </a:path>
                <a:path w="3794125" h="2252345">
                  <a:moveTo>
                    <a:pt x="3198392" y="25689"/>
                  </a:moveTo>
                  <a:lnTo>
                    <a:pt x="3121322" y="25689"/>
                  </a:lnTo>
                  <a:lnTo>
                    <a:pt x="3121322" y="0"/>
                  </a:lnTo>
                  <a:lnTo>
                    <a:pt x="3198392" y="0"/>
                  </a:lnTo>
                  <a:lnTo>
                    <a:pt x="3198392" y="25689"/>
                  </a:lnTo>
                  <a:close/>
                </a:path>
                <a:path w="3794125" h="2252345">
                  <a:moveTo>
                    <a:pt x="3352531" y="25689"/>
                  </a:moveTo>
                  <a:lnTo>
                    <a:pt x="3275462" y="25689"/>
                  </a:lnTo>
                  <a:lnTo>
                    <a:pt x="3275462" y="0"/>
                  </a:lnTo>
                  <a:lnTo>
                    <a:pt x="3352531" y="0"/>
                  </a:lnTo>
                  <a:lnTo>
                    <a:pt x="3352531" y="25689"/>
                  </a:lnTo>
                  <a:close/>
                </a:path>
                <a:path w="3794125" h="2252345">
                  <a:moveTo>
                    <a:pt x="3504102" y="30856"/>
                  </a:moveTo>
                  <a:lnTo>
                    <a:pt x="3489846" y="28596"/>
                  </a:lnTo>
                  <a:lnTo>
                    <a:pt x="3475531" y="26981"/>
                  </a:lnTo>
                  <a:lnTo>
                    <a:pt x="3461158" y="26012"/>
                  </a:lnTo>
                  <a:lnTo>
                    <a:pt x="3446728" y="25689"/>
                  </a:lnTo>
                  <a:lnTo>
                    <a:pt x="3429601" y="25689"/>
                  </a:lnTo>
                  <a:lnTo>
                    <a:pt x="3429601" y="0"/>
                  </a:lnTo>
                  <a:lnTo>
                    <a:pt x="3446728" y="0"/>
                  </a:lnTo>
                  <a:lnTo>
                    <a:pt x="3462313" y="348"/>
                  </a:lnTo>
                  <a:lnTo>
                    <a:pt x="3477835" y="1395"/>
                  </a:lnTo>
                  <a:lnTo>
                    <a:pt x="3493295" y="3138"/>
                  </a:lnTo>
                  <a:lnTo>
                    <a:pt x="3508692" y="5580"/>
                  </a:lnTo>
                  <a:lnTo>
                    <a:pt x="3504102" y="30856"/>
                  </a:lnTo>
                  <a:close/>
                </a:path>
                <a:path w="3794125" h="2252345">
                  <a:moveTo>
                    <a:pt x="3638959" y="89582"/>
                  </a:moveTo>
                  <a:lnTo>
                    <a:pt x="3623742" y="78879"/>
                  </a:lnTo>
                  <a:lnTo>
                    <a:pt x="3607797" y="69004"/>
                  </a:lnTo>
                  <a:lnTo>
                    <a:pt x="3591687" y="60265"/>
                  </a:lnTo>
                  <a:lnTo>
                    <a:pt x="3574848" y="52355"/>
                  </a:lnTo>
                  <a:lnTo>
                    <a:pt x="3585098" y="28799"/>
                  </a:lnTo>
                  <a:lnTo>
                    <a:pt x="3603284" y="37341"/>
                  </a:lnTo>
                  <a:lnTo>
                    <a:pt x="3620886" y="46890"/>
                  </a:lnTo>
                  <a:lnTo>
                    <a:pt x="3637904" y="57444"/>
                  </a:lnTo>
                  <a:lnTo>
                    <a:pt x="3654337" y="69004"/>
                  </a:lnTo>
                  <a:lnTo>
                    <a:pt x="3638959" y="89582"/>
                  </a:lnTo>
                  <a:close/>
                </a:path>
                <a:path w="3794125" h="2252345">
                  <a:moveTo>
                    <a:pt x="3733666" y="202637"/>
                  </a:moveTo>
                  <a:lnTo>
                    <a:pt x="3724826" y="186238"/>
                  </a:lnTo>
                  <a:lnTo>
                    <a:pt x="3715083" y="170431"/>
                  </a:lnTo>
                  <a:lnTo>
                    <a:pt x="3704438" y="155218"/>
                  </a:lnTo>
                  <a:lnTo>
                    <a:pt x="3692890" y="140598"/>
                  </a:lnTo>
                  <a:lnTo>
                    <a:pt x="3712583" y="124101"/>
                  </a:lnTo>
                  <a:lnTo>
                    <a:pt x="3725055" y="139891"/>
                  </a:lnTo>
                  <a:lnTo>
                    <a:pt x="3736552" y="156321"/>
                  </a:lnTo>
                  <a:lnTo>
                    <a:pt x="3747074" y="173392"/>
                  </a:lnTo>
                  <a:lnTo>
                    <a:pt x="3756621" y="191103"/>
                  </a:lnTo>
                  <a:lnTo>
                    <a:pt x="3733666" y="202637"/>
                  </a:lnTo>
                  <a:close/>
                </a:path>
                <a:path w="3794125" h="2252345">
                  <a:moveTo>
                    <a:pt x="3793539" y="345417"/>
                  </a:moveTo>
                  <a:lnTo>
                    <a:pt x="3767846" y="345417"/>
                  </a:lnTo>
                  <a:lnTo>
                    <a:pt x="3767245" y="327017"/>
                  </a:lnTo>
                  <a:lnTo>
                    <a:pt x="3765582" y="308640"/>
                  </a:lnTo>
                  <a:lnTo>
                    <a:pt x="3762859" y="290389"/>
                  </a:lnTo>
                  <a:lnTo>
                    <a:pt x="3759078" y="272266"/>
                  </a:lnTo>
                  <a:lnTo>
                    <a:pt x="3784067" y="266302"/>
                  </a:lnTo>
                  <a:lnTo>
                    <a:pt x="3788150" y="285875"/>
                  </a:lnTo>
                  <a:lnTo>
                    <a:pt x="3791090" y="305585"/>
                  </a:lnTo>
                  <a:lnTo>
                    <a:pt x="3792886" y="325433"/>
                  </a:lnTo>
                  <a:lnTo>
                    <a:pt x="3793539" y="345417"/>
                  </a:lnTo>
                  <a:close/>
                </a:path>
                <a:path w="3794125" h="2252345">
                  <a:moveTo>
                    <a:pt x="3793541" y="499564"/>
                  </a:moveTo>
                  <a:lnTo>
                    <a:pt x="3767851" y="499564"/>
                  </a:lnTo>
                  <a:lnTo>
                    <a:pt x="3767851" y="422495"/>
                  </a:lnTo>
                  <a:lnTo>
                    <a:pt x="3793541" y="422495"/>
                  </a:lnTo>
                  <a:lnTo>
                    <a:pt x="3793541" y="499564"/>
                  </a:lnTo>
                  <a:close/>
                </a:path>
                <a:path w="3794125" h="2252345">
                  <a:moveTo>
                    <a:pt x="3793541" y="653704"/>
                  </a:moveTo>
                  <a:lnTo>
                    <a:pt x="3767851" y="653704"/>
                  </a:lnTo>
                  <a:lnTo>
                    <a:pt x="3767851" y="576634"/>
                  </a:lnTo>
                  <a:lnTo>
                    <a:pt x="3793541" y="576634"/>
                  </a:lnTo>
                  <a:lnTo>
                    <a:pt x="3793541" y="653704"/>
                  </a:lnTo>
                  <a:close/>
                </a:path>
                <a:path w="3794125" h="2252345">
                  <a:moveTo>
                    <a:pt x="3793541" y="807843"/>
                  </a:moveTo>
                  <a:lnTo>
                    <a:pt x="3767851" y="807843"/>
                  </a:lnTo>
                  <a:lnTo>
                    <a:pt x="3767851" y="730773"/>
                  </a:lnTo>
                  <a:lnTo>
                    <a:pt x="3793541" y="730773"/>
                  </a:lnTo>
                  <a:lnTo>
                    <a:pt x="3793541" y="807843"/>
                  </a:lnTo>
                  <a:close/>
                </a:path>
                <a:path w="3794125" h="2252345">
                  <a:moveTo>
                    <a:pt x="3793541" y="961983"/>
                  </a:moveTo>
                  <a:lnTo>
                    <a:pt x="3767851" y="961983"/>
                  </a:lnTo>
                  <a:lnTo>
                    <a:pt x="3767851" y="884913"/>
                  </a:lnTo>
                  <a:lnTo>
                    <a:pt x="3793541" y="884913"/>
                  </a:lnTo>
                  <a:lnTo>
                    <a:pt x="3793541" y="961983"/>
                  </a:lnTo>
                  <a:close/>
                </a:path>
                <a:path w="3794125" h="2252345">
                  <a:moveTo>
                    <a:pt x="3793541" y="1116122"/>
                  </a:moveTo>
                  <a:lnTo>
                    <a:pt x="3767851" y="1116122"/>
                  </a:lnTo>
                  <a:lnTo>
                    <a:pt x="3767851" y="1039052"/>
                  </a:lnTo>
                  <a:lnTo>
                    <a:pt x="3793541" y="1039052"/>
                  </a:lnTo>
                  <a:lnTo>
                    <a:pt x="3793541" y="1116122"/>
                  </a:lnTo>
                  <a:close/>
                </a:path>
                <a:path w="3794125" h="2252345">
                  <a:moveTo>
                    <a:pt x="3793541" y="1270261"/>
                  </a:moveTo>
                  <a:lnTo>
                    <a:pt x="3767851" y="1270261"/>
                  </a:lnTo>
                  <a:lnTo>
                    <a:pt x="3767851" y="1193192"/>
                  </a:lnTo>
                  <a:lnTo>
                    <a:pt x="3793541" y="1193192"/>
                  </a:lnTo>
                  <a:lnTo>
                    <a:pt x="3793541" y="1270261"/>
                  </a:lnTo>
                  <a:close/>
                </a:path>
                <a:path w="3794125" h="2252345">
                  <a:moveTo>
                    <a:pt x="3793541" y="1424401"/>
                  </a:moveTo>
                  <a:lnTo>
                    <a:pt x="3767851" y="1424401"/>
                  </a:lnTo>
                  <a:lnTo>
                    <a:pt x="3767851" y="1347331"/>
                  </a:lnTo>
                  <a:lnTo>
                    <a:pt x="3793541" y="1347331"/>
                  </a:lnTo>
                  <a:lnTo>
                    <a:pt x="3793541" y="1424401"/>
                  </a:lnTo>
                  <a:close/>
                </a:path>
                <a:path w="3794125" h="2252345">
                  <a:moveTo>
                    <a:pt x="3793541" y="1578540"/>
                  </a:moveTo>
                  <a:lnTo>
                    <a:pt x="3767851" y="1578540"/>
                  </a:lnTo>
                  <a:lnTo>
                    <a:pt x="3767851" y="1501470"/>
                  </a:lnTo>
                  <a:lnTo>
                    <a:pt x="3793541" y="1501470"/>
                  </a:lnTo>
                  <a:lnTo>
                    <a:pt x="3793541" y="1578540"/>
                  </a:lnTo>
                  <a:close/>
                </a:path>
                <a:path w="3794125" h="2252345">
                  <a:moveTo>
                    <a:pt x="3793541" y="1732679"/>
                  </a:moveTo>
                  <a:lnTo>
                    <a:pt x="3767851" y="1732679"/>
                  </a:lnTo>
                  <a:lnTo>
                    <a:pt x="3767851" y="1655610"/>
                  </a:lnTo>
                  <a:lnTo>
                    <a:pt x="3793541" y="1655610"/>
                  </a:lnTo>
                  <a:lnTo>
                    <a:pt x="3793541" y="1732679"/>
                  </a:lnTo>
                  <a:close/>
                </a:path>
                <a:path w="3794125" h="2252345">
                  <a:moveTo>
                    <a:pt x="3793541" y="1886819"/>
                  </a:moveTo>
                  <a:lnTo>
                    <a:pt x="3767851" y="1886819"/>
                  </a:lnTo>
                  <a:lnTo>
                    <a:pt x="3767851" y="1809749"/>
                  </a:lnTo>
                  <a:lnTo>
                    <a:pt x="3793541" y="1809749"/>
                  </a:lnTo>
                  <a:lnTo>
                    <a:pt x="3793541" y="1886819"/>
                  </a:lnTo>
                  <a:close/>
                </a:path>
                <a:path w="3794125" h="2252345">
                  <a:moveTo>
                    <a:pt x="3765310" y="2042394"/>
                  </a:moveTo>
                  <a:lnTo>
                    <a:pt x="3741710" y="2032242"/>
                  </a:lnTo>
                  <a:lnTo>
                    <a:pt x="3748556" y="2014981"/>
                  </a:lnTo>
                  <a:lnTo>
                    <a:pt x="3754374" y="1997412"/>
                  </a:lnTo>
                  <a:lnTo>
                    <a:pt x="3759165" y="1979536"/>
                  </a:lnTo>
                  <a:lnTo>
                    <a:pt x="3762927" y="1961353"/>
                  </a:lnTo>
                  <a:lnTo>
                    <a:pt x="3788223" y="1965835"/>
                  </a:lnTo>
                  <a:lnTo>
                    <a:pt x="3784159" y="1985474"/>
                  </a:lnTo>
                  <a:lnTo>
                    <a:pt x="3778986" y="2004780"/>
                  </a:lnTo>
                  <a:lnTo>
                    <a:pt x="3772703" y="2023753"/>
                  </a:lnTo>
                  <a:lnTo>
                    <a:pt x="3765310" y="2042394"/>
                  </a:lnTo>
                  <a:close/>
                </a:path>
                <a:path w="3794125" h="2252345">
                  <a:moveTo>
                    <a:pt x="3670547" y="2170258"/>
                  </a:moveTo>
                  <a:lnTo>
                    <a:pt x="3653967" y="2150634"/>
                  </a:lnTo>
                  <a:lnTo>
                    <a:pt x="3667845" y="2138207"/>
                  </a:lnTo>
                  <a:lnTo>
                    <a:pt x="3680936" y="2125041"/>
                  </a:lnTo>
                  <a:lnTo>
                    <a:pt x="3693239" y="2111137"/>
                  </a:lnTo>
                  <a:lnTo>
                    <a:pt x="3704754" y="2096494"/>
                  </a:lnTo>
                  <a:lnTo>
                    <a:pt x="3725397" y="2111787"/>
                  </a:lnTo>
                  <a:lnTo>
                    <a:pt x="3712959" y="2127602"/>
                  </a:lnTo>
                  <a:lnTo>
                    <a:pt x="3699672" y="2142618"/>
                  </a:lnTo>
                  <a:lnTo>
                    <a:pt x="3685535" y="2156837"/>
                  </a:lnTo>
                  <a:lnTo>
                    <a:pt x="3670547" y="2170258"/>
                  </a:lnTo>
                  <a:close/>
                </a:path>
                <a:path w="3794125" h="2252345">
                  <a:moveTo>
                    <a:pt x="3528627" y="2242339"/>
                  </a:moveTo>
                  <a:lnTo>
                    <a:pt x="3522560" y="2217375"/>
                  </a:lnTo>
                  <a:lnTo>
                    <a:pt x="3540503" y="2212464"/>
                  </a:lnTo>
                  <a:lnTo>
                    <a:pt x="3558074" y="2206543"/>
                  </a:lnTo>
                  <a:lnTo>
                    <a:pt x="3575272" y="2199611"/>
                  </a:lnTo>
                  <a:lnTo>
                    <a:pt x="3592096" y="2191670"/>
                  </a:lnTo>
                  <a:lnTo>
                    <a:pt x="3603725" y="2214577"/>
                  </a:lnTo>
                  <a:lnTo>
                    <a:pt x="3585555" y="2223154"/>
                  </a:lnTo>
                  <a:lnTo>
                    <a:pt x="3566982" y="2230639"/>
                  </a:lnTo>
                  <a:lnTo>
                    <a:pt x="3548006" y="2237034"/>
                  </a:lnTo>
                  <a:lnTo>
                    <a:pt x="3528627" y="2242339"/>
                  </a:lnTo>
                  <a:close/>
                </a:path>
                <a:path w="3794125" h="2252345">
                  <a:moveTo>
                    <a:pt x="3449469" y="2252136"/>
                  </a:moveTo>
                  <a:lnTo>
                    <a:pt x="3372433" y="2252136"/>
                  </a:lnTo>
                  <a:lnTo>
                    <a:pt x="3372433" y="2226446"/>
                  </a:lnTo>
                  <a:lnTo>
                    <a:pt x="3449364" y="2226446"/>
                  </a:lnTo>
                  <a:lnTo>
                    <a:pt x="3449469" y="2252136"/>
                  </a:lnTo>
                  <a:close/>
                </a:path>
                <a:path w="3794125" h="2252345">
                  <a:moveTo>
                    <a:pt x="3295364" y="2252147"/>
                  </a:moveTo>
                  <a:lnTo>
                    <a:pt x="3218294" y="2252147"/>
                  </a:lnTo>
                  <a:lnTo>
                    <a:pt x="3218294" y="2226457"/>
                  </a:lnTo>
                  <a:lnTo>
                    <a:pt x="3295364" y="2226457"/>
                  </a:lnTo>
                  <a:lnTo>
                    <a:pt x="3295364" y="2252147"/>
                  </a:lnTo>
                  <a:close/>
                </a:path>
                <a:path w="3794125" h="2252345">
                  <a:moveTo>
                    <a:pt x="3141224" y="2252147"/>
                  </a:moveTo>
                  <a:lnTo>
                    <a:pt x="3064154" y="2252147"/>
                  </a:lnTo>
                  <a:lnTo>
                    <a:pt x="3064154" y="2226457"/>
                  </a:lnTo>
                  <a:lnTo>
                    <a:pt x="3141224" y="2226457"/>
                  </a:lnTo>
                  <a:lnTo>
                    <a:pt x="3141224" y="2252147"/>
                  </a:lnTo>
                  <a:close/>
                </a:path>
                <a:path w="3794125" h="2252345">
                  <a:moveTo>
                    <a:pt x="2987085" y="2252147"/>
                  </a:moveTo>
                  <a:lnTo>
                    <a:pt x="2910015" y="2252147"/>
                  </a:lnTo>
                  <a:lnTo>
                    <a:pt x="2910015" y="2226457"/>
                  </a:lnTo>
                  <a:lnTo>
                    <a:pt x="2987085" y="2226457"/>
                  </a:lnTo>
                  <a:lnTo>
                    <a:pt x="2987085" y="2252147"/>
                  </a:lnTo>
                  <a:close/>
                </a:path>
                <a:path w="3794125" h="2252345">
                  <a:moveTo>
                    <a:pt x="2832945" y="2252147"/>
                  </a:moveTo>
                  <a:lnTo>
                    <a:pt x="2755876" y="2252147"/>
                  </a:lnTo>
                  <a:lnTo>
                    <a:pt x="2755876" y="2226457"/>
                  </a:lnTo>
                  <a:lnTo>
                    <a:pt x="2832945" y="2226457"/>
                  </a:lnTo>
                  <a:lnTo>
                    <a:pt x="2832945" y="2252147"/>
                  </a:lnTo>
                  <a:close/>
                </a:path>
                <a:path w="3794125" h="2252345">
                  <a:moveTo>
                    <a:pt x="2678806" y="2252147"/>
                  </a:moveTo>
                  <a:lnTo>
                    <a:pt x="2601736" y="2252147"/>
                  </a:lnTo>
                  <a:lnTo>
                    <a:pt x="2601736" y="2226457"/>
                  </a:lnTo>
                  <a:lnTo>
                    <a:pt x="2678806" y="2226457"/>
                  </a:lnTo>
                  <a:lnTo>
                    <a:pt x="2678806" y="2252147"/>
                  </a:lnTo>
                  <a:close/>
                </a:path>
                <a:path w="3794125" h="2252345">
                  <a:moveTo>
                    <a:pt x="2524667" y="2252147"/>
                  </a:moveTo>
                  <a:lnTo>
                    <a:pt x="2447597" y="2252147"/>
                  </a:lnTo>
                  <a:lnTo>
                    <a:pt x="2447597" y="2226457"/>
                  </a:lnTo>
                  <a:lnTo>
                    <a:pt x="2524667" y="2226457"/>
                  </a:lnTo>
                  <a:lnTo>
                    <a:pt x="2524667" y="2252147"/>
                  </a:lnTo>
                  <a:close/>
                </a:path>
                <a:path w="3794125" h="2252345">
                  <a:moveTo>
                    <a:pt x="2370527" y="2252147"/>
                  </a:moveTo>
                  <a:lnTo>
                    <a:pt x="2293458" y="2252147"/>
                  </a:lnTo>
                  <a:lnTo>
                    <a:pt x="2293458" y="2226457"/>
                  </a:lnTo>
                  <a:lnTo>
                    <a:pt x="2370527" y="2226457"/>
                  </a:lnTo>
                  <a:lnTo>
                    <a:pt x="2370527" y="2252147"/>
                  </a:lnTo>
                  <a:close/>
                </a:path>
                <a:path w="3794125" h="2252345">
                  <a:moveTo>
                    <a:pt x="2216388" y="2252147"/>
                  </a:moveTo>
                  <a:lnTo>
                    <a:pt x="2139318" y="2252147"/>
                  </a:lnTo>
                  <a:lnTo>
                    <a:pt x="2139318" y="2226457"/>
                  </a:lnTo>
                  <a:lnTo>
                    <a:pt x="2216388" y="2226457"/>
                  </a:lnTo>
                  <a:lnTo>
                    <a:pt x="2216388" y="2252147"/>
                  </a:lnTo>
                  <a:close/>
                </a:path>
                <a:path w="3794125" h="2252345">
                  <a:moveTo>
                    <a:pt x="2062248" y="2252147"/>
                  </a:moveTo>
                  <a:lnTo>
                    <a:pt x="1985179" y="2252147"/>
                  </a:lnTo>
                  <a:lnTo>
                    <a:pt x="1985179" y="2226457"/>
                  </a:lnTo>
                  <a:lnTo>
                    <a:pt x="2062248" y="2226457"/>
                  </a:lnTo>
                  <a:lnTo>
                    <a:pt x="2062248" y="2252147"/>
                  </a:lnTo>
                  <a:close/>
                </a:path>
                <a:path w="3794125" h="2252345">
                  <a:moveTo>
                    <a:pt x="1908109" y="2252147"/>
                  </a:moveTo>
                  <a:lnTo>
                    <a:pt x="1831039" y="2252147"/>
                  </a:lnTo>
                  <a:lnTo>
                    <a:pt x="1831039" y="2226457"/>
                  </a:lnTo>
                  <a:lnTo>
                    <a:pt x="1908109" y="2226457"/>
                  </a:lnTo>
                  <a:lnTo>
                    <a:pt x="1908109" y="2252147"/>
                  </a:lnTo>
                  <a:close/>
                </a:path>
                <a:path w="3794125" h="2252345">
                  <a:moveTo>
                    <a:pt x="1753970" y="2252147"/>
                  </a:moveTo>
                  <a:lnTo>
                    <a:pt x="1676900" y="2252147"/>
                  </a:lnTo>
                  <a:lnTo>
                    <a:pt x="1676900" y="2226457"/>
                  </a:lnTo>
                  <a:lnTo>
                    <a:pt x="1753970" y="2226457"/>
                  </a:lnTo>
                  <a:lnTo>
                    <a:pt x="1753970" y="2252147"/>
                  </a:lnTo>
                  <a:close/>
                </a:path>
                <a:path w="3794125" h="2252345">
                  <a:moveTo>
                    <a:pt x="1599830" y="2252147"/>
                  </a:moveTo>
                  <a:lnTo>
                    <a:pt x="1522761" y="2252147"/>
                  </a:lnTo>
                  <a:lnTo>
                    <a:pt x="1522761" y="2226457"/>
                  </a:lnTo>
                  <a:lnTo>
                    <a:pt x="1599830" y="2226457"/>
                  </a:lnTo>
                  <a:lnTo>
                    <a:pt x="1599830" y="2252147"/>
                  </a:lnTo>
                  <a:close/>
                </a:path>
                <a:path w="3794125" h="2252345">
                  <a:moveTo>
                    <a:pt x="1445691" y="2252147"/>
                  </a:moveTo>
                  <a:lnTo>
                    <a:pt x="1368621" y="2252147"/>
                  </a:lnTo>
                  <a:lnTo>
                    <a:pt x="1368621" y="2226457"/>
                  </a:lnTo>
                  <a:lnTo>
                    <a:pt x="1445691" y="2226457"/>
                  </a:lnTo>
                  <a:lnTo>
                    <a:pt x="1445691" y="2252147"/>
                  </a:lnTo>
                  <a:close/>
                </a:path>
                <a:path w="3794125" h="2252345">
                  <a:moveTo>
                    <a:pt x="1291551" y="2252147"/>
                  </a:moveTo>
                  <a:lnTo>
                    <a:pt x="1214482" y="2252147"/>
                  </a:lnTo>
                  <a:lnTo>
                    <a:pt x="1214482" y="2226457"/>
                  </a:lnTo>
                  <a:lnTo>
                    <a:pt x="1291551" y="2226457"/>
                  </a:lnTo>
                  <a:lnTo>
                    <a:pt x="1291551" y="2252147"/>
                  </a:lnTo>
                  <a:close/>
                </a:path>
                <a:path w="3794125" h="2252345">
                  <a:moveTo>
                    <a:pt x="1137412" y="2252147"/>
                  </a:moveTo>
                  <a:lnTo>
                    <a:pt x="1060342" y="2252147"/>
                  </a:lnTo>
                  <a:lnTo>
                    <a:pt x="1060342" y="2226457"/>
                  </a:lnTo>
                  <a:lnTo>
                    <a:pt x="1137412" y="2226457"/>
                  </a:lnTo>
                  <a:lnTo>
                    <a:pt x="1137412" y="2252147"/>
                  </a:lnTo>
                  <a:close/>
                </a:path>
                <a:path w="3794125" h="2252345">
                  <a:moveTo>
                    <a:pt x="983273" y="2252147"/>
                  </a:moveTo>
                  <a:lnTo>
                    <a:pt x="906203" y="2252147"/>
                  </a:lnTo>
                  <a:lnTo>
                    <a:pt x="906203" y="2226457"/>
                  </a:lnTo>
                  <a:lnTo>
                    <a:pt x="983273" y="2226457"/>
                  </a:lnTo>
                  <a:lnTo>
                    <a:pt x="983273" y="2252147"/>
                  </a:lnTo>
                  <a:close/>
                </a:path>
                <a:path w="3794125" h="2252345">
                  <a:moveTo>
                    <a:pt x="829133" y="2252147"/>
                  </a:moveTo>
                  <a:lnTo>
                    <a:pt x="752064" y="2252147"/>
                  </a:lnTo>
                  <a:lnTo>
                    <a:pt x="752064" y="2226457"/>
                  </a:lnTo>
                  <a:lnTo>
                    <a:pt x="829133" y="2226457"/>
                  </a:lnTo>
                  <a:lnTo>
                    <a:pt x="829133" y="2252147"/>
                  </a:lnTo>
                  <a:close/>
                </a:path>
                <a:path w="3794125" h="2252345">
                  <a:moveTo>
                    <a:pt x="674994" y="2252147"/>
                  </a:moveTo>
                  <a:lnTo>
                    <a:pt x="597924" y="2252147"/>
                  </a:lnTo>
                  <a:lnTo>
                    <a:pt x="597924" y="2226457"/>
                  </a:lnTo>
                  <a:lnTo>
                    <a:pt x="674994" y="2226457"/>
                  </a:lnTo>
                  <a:lnTo>
                    <a:pt x="674994" y="2252147"/>
                  </a:lnTo>
                  <a:close/>
                </a:path>
                <a:path w="3794125" h="2252345">
                  <a:moveTo>
                    <a:pt x="520854" y="2252147"/>
                  </a:moveTo>
                  <a:lnTo>
                    <a:pt x="443785" y="2252147"/>
                  </a:lnTo>
                  <a:lnTo>
                    <a:pt x="443785" y="2226457"/>
                  </a:lnTo>
                  <a:lnTo>
                    <a:pt x="520854" y="2226457"/>
                  </a:lnTo>
                  <a:lnTo>
                    <a:pt x="520854" y="2252147"/>
                  </a:lnTo>
                  <a:close/>
                </a:path>
                <a:path w="3794125" h="2252345">
                  <a:moveTo>
                    <a:pt x="366715" y="2252147"/>
                  </a:moveTo>
                  <a:lnTo>
                    <a:pt x="346813" y="2252147"/>
                  </a:lnTo>
                  <a:lnTo>
                    <a:pt x="331972" y="2251831"/>
                  </a:lnTo>
                  <a:lnTo>
                    <a:pt x="317184" y="2250882"/>
                  </a:lnTo>
                  <a:lnTo>
                    <a:pt x="302452" y="2249300"/>
                  </a:lnTo>
                  <a:lnTo>
                    <a:pt x="287774" y="2247085"/>
                  </a:lnTo>
                  <a:lnTo>
                    <a:pt x="292147" y="2221770"/>
                  </a:lnTo>
                  <a:lnTo>
                    <a:pt x="305739" y="2223821"/>
                  </a:lnTo>
                  <a:lnTo>
                    <a:pt x="319380" y="2225286"/>
                  </a:lnTo>
                  <a:lnTo>
                    <a:pt x="333072" y="2226164"/>
                  </a:lnTo>
                  <a:lnTo>
                    <a:pt x="346813" y="2226457"/>
                  </a:lnTo>
                  <a:lnTo>
                    <a:pt x="366715" y="2226457"/>
                  </a:lnTo>
                  <a:lnTo>
                    <a:pt x="366715" y="2252147"/>
                  </a:lnTo>
                  <a:close/>
                </a:path>
                <a:path w="3794125" h="2252345">
                  <a:moveTo>
                    <a:pt x="211064" y="2224476"/>
                  </a:moveTo>
                  <a:lnTo>
                    <a:pt x="192815" y="2216086"/>
                  </a:lnTo>
                  <a:lnTo>
                    <a:pt x="175141" y="2206687"/>
                  </a:lnTo>
                  <a:lnTo>
                    <a:pt x="158043" y="2196278"/>
                  </a:lnTo>
                  <a:lnTo>
                    <a:pt x="141520" y="2184859"/>
                  </a:lnTo>
                  <a:lnTo>
                    <a:pt x="156727" y="2164153"/>
                  </a:lnTo>
                  <a:lnTo>
                    <a:pt x="172026" y="2174726"/>
                  </a:lnTo>
                  <a:lnTo>
                    <a:pt x="187858" y="2184365"/>
                  </a:lnTo>
                  <a:lnTo>
                    <a:pt x="204222" y="2193068"/>
                  </a:lnTo>
                  <a:lnTo>
                    <a:pt x="221119" y="2200836"/>
                  </a:lnTo>
                  <a:lnTo>
                    <a:pt x="211064" y="2224476"/>
                  </a:lnTo>
                  <a:close/>
                </a:path>
                <a:path w="3794125" h="2252345">
                  <a:moveTo>
                    <a:pt x="82825" y="2130256"/>
                  </a:moveTo>
                  <a:lnTo>
                    <a:pt x="70221" y="2114570"/>
                  </a:lnTo>
                  <a:lnTo>
                    <a:pt x="58587" y="2098234"/>
                  </a:lnTo>
                  <a:lnTo>
                    <a:pt x="47922" y="2081250"/>
                  </a:lnTo>
                  <a:lnTo>
                    <a:pt x="38226" y="2063618"/>
                  </a:lnTo>
                  <a:lnTo>
                    <a:pt x="61084" y="2051893"/>
                  </a:lnTo>
                  <a:lnTo>
                    <a:pt x="70062" y="2068219"/>
                  </a:lnTo>
                  <a:lnTo>
                    <a:pt x="79937" y="2083945"/>
                  </a:lnTo>
                  <a:lnTo>
                    <a:pt x="90709" y="2099070"/>
                  </a:lnTo>
                  <a:lnTo>
                    <a:pt x="102380" y="2113595"/>
                  </a:lnTo>
                  <a:lnTo>
                    <a:pt x="82825" y="2130256"/>
                  </a:lnTo>
                  <a:close/>
                </a:path>
                <a:path w="3794125" h="2252345">
                  <a:moveTo>
                    <a:pt x="10149" y="1988622"/>
                  </a:moveTo>
                  <a:lnTo>
                    <a:pt x="5902" y="1969068"/>
                  </a:lnTo>
                  <a:lnTo>
                    <a:pt x="2799" y="1949368"/>
                  </a:lnTo>
                  <a:lnTo>
                    <a:pt x="840" y="1929521"/>
                  </a:lnTo>
                  <a:lnTo>
                    <a:pt x="25" y="1909527"/>
                  </a:lnTo>
                  <a:lnTo>
                    <a:pt x="25712" y="1909216"/>
                  </a:lnTo>
                  <a:lnTo>
                    <a:pt x="26467" y="1927728"/>
                  </a:lnTo>
                  <a:lnTo>
                    <a:pt x="28281" y="1946105"/>
                  </a:lnTo>
                  <a:lnTo>
                    <a:pt x="31154" y="1964346"/>
                  </a:lnTo>
                  <a:lnTo>
                    <a:pt x="35087" y="1982452"/>
                  </a:lnTo>
                  <a:lnTo>
                    <a:pt x="10149" y="1988622"/>
                  </a:lnTo>
                  <a:close/>
                </a:path>
                <a:path w="3794125" h="2252345">
                  <a:moveTo>
                    <a:pt x="25689" y="1832428"/>
                  </a:moveTo>
                  <a:lnTo>
                    <a:pt x="0" y="1832428"/>
                  </a:lnTo>
                  <a:lnTo>
                    <a:pt x="0" y="1755358"/>
                  </a:lnTo>
                  <a:lnTo>
                    <a:pt x="25689" y="1755358"/>
                  </a:lnTo>
                  <a:lnTo>
                    <a:pt x="25689" y="1832428"/>
                  </a:lnTo>
                  <a:close/>
                </a:path>
                <a:path w="3794125" h="2252345">
                  <a:moveTo>
                    <a:pt x="25689" y="1678288"/>
                  </a:moveTo>
                  <a:lnTo>
                    <a:pt x="0" y="1678288"/>
                  </a:lnTo>
                  <a:lnTo>
                    <a:pt x="0" y="1601218"/>
                  </a:lnTo>
                  <a:lnTo>
                    <a:pt x="25689" y="1601218"/>
                  </a:lnTo>
                  <a:lnTo>
                    <a:pt x="25689" y="1678288"/>
                  </a:lnTo>
                  <a:close/>
                </a:path>
                <a:path w="3794125" h="2252345">
                  <a:moveTo>
                    <a:pt x="25689" y="1524149"/>
                  </a:moveTo>
                  <a:lnTo>
                    <a:pt x="0" y="1524149"/>
                  </a:lnTo>
                  <a:lnTo>
                    <a:pt x="0" y="1447079"/>
                  </a:lnTo>
                  <a:lnTo>
                    <a:pt x="25689" y="1447079"/>
                  </a:lnTo>
                  <a:lnTo>
                    <a:pt x="25689" y="1524149"/>
                  </a:lnTo>
                  <a:close/>
                </a:path>
                <a:path w="3794125" h="2252345">
                  <a:moveTo>
                    <a:pt x="25689" y="1370009"/>
                  </a:moveTo>
                  <a:lnTo>
                    <a:pt x="0" y="1370009"/>
                  </a:lnTo>
                  <a:lnTo>
                    <a:pt x="0" y="1292940"/>
                  </a:lnTo>
                  <a:lnTo>
                    <a:pt x="25689" y="1292940"/>
                  </a:lnTo>
                  <a:lnTo>
                    <a:pt x="25689" y="1370009"/>
                  </a:lnTo>
                  <a:close/>
                </a:path>
                <a:path w="3794125" h="2252345">
                  <a:moveTo>
                    <a:pt x="25689" y="1215870"/>
                  </a:moveTo>
                  <a:lnTo>
                    <a:pt x="0" y="1215870"/>
                  </a:lnTo>
                  <a:lnTo>
                    <a:pt x="0" y="1138800"/>
                  </a:lnTo>
                  <a:lnTo>
                    <a:pt x="25689" y="1138800"/>
                  </a:lnTo>
                  <a:lnTo>
                    <a:pt x="25689" y="1215870"/>
                  </a:lnTo>
                  <a:close/>
                </a:path>
                <a:path w="3794125" h="2252345">
                  <a:moveTo>
                    <a:pt x="25689" y="1061731"/>
                  </a:moveTo>
                  <a:lnTo>
                    <a:pt x="0" y="1061731"/>
                  </a:lnTo>
                  <a:lnTo>
                    <a:pt x="0" y="984661"/>
                  </a:lnTo>
                  <a:lnTo>
                    <a:pt x="25689" y="984661"/>
                  </a:lnTo>
                  <a:lnTo>
                    <a:pt x="25689" y="1061731"/>
                  </a:lnTo>
                  <a:close/>
                </a:path>
                <a:path w="3794125" h="2252345">
                  <a:moveTo>
                    <a:pt x="25689" y="907591"/>
                  </a:moveTo>
                  <a:lnTo>
                    <a:pt x="0" y="907591"/>
                  </a:lnTo>
                  <a:lnTo>
                    <a:pt x="0" y="830521"/>
                  </a:lnTo>
                  <a:lnTo>
                    <a:pt x="25689" y="830521"/>
                  </a:lnTo>
                  <a:lnTo>
                    <a:pt x="25689" y="907591"/>
                  </a:lnTo>
                  <a:close/>
                </a:path>
                <a:path w="3794125" h="2252345">
                  <a:moveTo>
                    <a:pt x="25689" y="753452"/>
                  </a:moveTo>
                  <a:lnTo>
                    <a:pt x="0" y="753452"/>
                  </a:lnTo>
                  <a:lnTo>
                    <a:pt x="0" y="676382"/>
                  </a:lnTo>
                  <a:lnTo>
                    <a:pt x="25689" y="676382"/>
                  </a:lnTo>
                  <a:lnTo>
                    <a:pt x="25689" y="753452"/>
                  </a:lnTo>
                  <a:close/>
                </a:path>
                <a:path w="3794125" h="2252345">
                  <a:moveTo>
                    <a:pt x="25689" y="599312"/>
                  </a:moveTo>
                  <a:lnTo>
                    <a:pt x="0" y="599312"/>
                  </a:lnTo>
                  <a:lnTo>
                    <a:pt x="0" y="522243"/>
                  </a:lnTo>
                  <a:lnTo>
                    <a:pt x="25689" y="522243"/>
                  </a:lnTo>
                  <a:lnTo>
                    <a:pt x="25689" y="599312"/>
                  </a:lnTo>
                  <a:close/>
                </a:path>
                <a:path w="3794125" h="2252345">
                  <a:moveTo>
                    <a:pt x="25689" y="445173"/>
                  </a:moveTo>
                  <a:lnTo>
                    <a:pt x="0" y="445173"/>
                  </a:lnTo>
                  <a:lnTo>
                    <a:pt x="0" y="368103"/>
                  </a:lnTo>
                  <a:lnTo>
                    <a:pt x="25689" y="368103"/>
                  </a:lnTo>
                  <a:lnTo>
                    <a:pt x="25689" y="445173"/>
                  </a:lnTo>
                  <a:close/>
                </a:path>
                <a:path w="3794125" h="2252345">
                  <a:moveTo>
                    <a:pt x="30146" y="293501"/>
                  </a:moveTo>
                  <a:lnTo>
                    <a:pt x="4812" y="289237"/>
                  </a:lnTo>
                  <a:lnTo>
                    <a:pt x="8714" y="269536"/>
                  </a:lnTo>
                  <a:lnTo>
                    <a:pt x="13732" y="250159"/>
                  </a:lnTo>
                  <a:lnTo>
                    <a:pt x="19866" y="231106"/>
                  </a:lnTo>
                  <a:lnTo>
                    <a:pt x="27116" y="212377"/>
                  </a:lnTo>
                  <a:lnTo>
                    <a:pt x="50797" y="222335"/>
                  </a:lnTo>
                  <a:lnTo>
                    <a:pt x="44084" y="239677"/>
                  </a:lnTo>
                  <a:lnTo>
                    <a:pt x="38404" y="257319"/>
                  </a:lnTo>
                  <a:lnTo>
                    <a:pt x="33758" y="275260"/>
                  </a:lnTo>
                  <a:lnTo>
                    <a:pt x="30146" y="293501"/>
                  </a:lnTo>
                  <a:close/>
                </a:path>
                <a:path w="3794125" h="2252345">
                  <a:moveTo>
                    <a:pt x="87207" y="157802"/>
                  </a:moveTo>
                  <a:lnTo>
                    <a:pt x="66439" y="142682"/>
                  </a:lnTo>
                  <a:lnTo>
                    <a:pt x="78742" y="126767"/>
                  </a:lnTo>
                  <a:lnTo>
                    <a:pt x="91902" y="111642"/>
                  </a:lnTo>
                  <a:lnTo>
                    <a:pt x="105919" y="97308"/>
                  </a:lnTo>
                  <a:lnTo>
                    <a:pt x="120793" y="83764"/>
                  </a:lnTo>
                  <a:lnTo>
                    <a:pt x="137535" y="103250"/>
                  </a:lnTo>
                  <a:lnTo>
                    <a:pt x="123763" y="115790"/>
                  </a:lnTo>
                  <a:lnTo>
                    <a:pt x="110784" y="129062"/>
                  </a:lnTo>
                  <a:lnTo>
                    <a:pt x="98599" y="143066"/>
                  </a:lnTo>
                  <a:lnTo>
                    <a:pt x="87207" y="157802"/>
                  </a:lnTo>
                  <a:close/>
                </a:path>
                <a:path w="3794125" h="2252345">
                  <a:moveTo>
                    <a:pt x="199066" y="61697"/>
                  </a:moveTo>
                  <a:lnTo>
                    <a:pt x="223866" y="22515"/>
                  </a:lnTo>
                  <a:lnTo>
                    <a:pt x="262137" y="10495"/>
                  </a:lnTo>
                  <a:lnTo>
                    <a:pt x="268409" y="35408"/>
                  </a:lnTo>
                  <a:lnTo>
                    <a:pt x="250501" y="40469"/>
                  </a:lnTo>
                  <a:lnTo>
                    <a:pt x="232974" y="46537"/>
                  </a:lnTo>
                  <a:lnTo>
                    <a:pt x="215829" y="53613"/>
                  </a:lnTo>
                  <a:lnTo>
                    <a:pt x="199066" y="61697"/>
                  </a:lnTo>
                  <a:close/>
                </a:path>
                <a:path w="3794125" h="2252345">
                  <a:moveTo>
                    <a:pt x="423883" y="25689"/>
                  </a:moveTo>
                  <a:lnTo>
                    <a:pt x="341632" y="25689"/>
                  </a:lnTo>
                  <a:lnTo>
                    <a:pt x="341217" y="0"/>
                  </a:lnTo>
                  <a:lnTo>
                    <a:pt x="423883" y="0"/>
                  </a:lnTo>
                  <a:lnTo>
                    <a:pt x="423883" y="25689"/>
                  </a:lnTo>
                  <a:close/>
                </a:path>
              </a:pathLst>
            </a:custGeom>
            <a:solidFill>
              <a:srgbClr val="5B7EA6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16" name="Graphic 13">
              <a:extLst>
                <a:ext uri="{FF2B5EF4-FFF2-40B4-BE49-F238E27FC236}">
                  <a16:creationId xmlns:a16="http://schemas.microsoft.com/office/drawing/2014/main" id="{98513ECF-64F8-2498-A836-041701E2C4E5}"/>
                </a:ext>
              </a:extLst>
            </p:cNvPr>
            <p:cNvSpPr/>
            <p:nvPr/>
          </p:nvSpPr>
          <p:spPr>
            <a:xfrm>
              <a:off x="4245512" y="265462"/>
              <a:ext cx="1802130" cy="428625"/>
            </a:xfrm>
            <a:custGeom>
              <a:avLst/>
              <a:gdLst/>
              <a:ahLst/>
              <a:cxnLst/>
              <a:rect l="l" t="t" r="r" b="b"/>
              <a:pathLst>
                <a:path w="1802130" h="428625">
                  <a:moveTo>
                    <a:pt x="1741967" y="428164"/>
                  </a:moveTo>
                  <a:lnTo>
                    <a:pt x="60008" y="428164"/>
                  </a:lnTo>
                  <a:lnTo>
                    <a:pt x="55831" y="427753"/>
                  </a:lnTo>
                  <a:lnTo>
                    <a:pt x="15829" y="406371"/>
                  </a:lnTo>
                  <a:lnTo>
                    <a:pt x="0" y="368157"/>
                  </a:lnTo>
                  <a:lnTo>
                    <a:pt x="0" y="60007"/>
                  </a:lnTo>
                  <a:lnTo>
                    <a:pt x="15829" y="21792"/>
                  </a:lnTo>
                  <a:lnTo>
                    <a:pt x="55831" y="411"/>
                  </a:lnTo>
                  <a:lnTo>
                    <a:pt x="60008" y="0"/>
                  </a:lnTo>
                  <a:lnTo>
                    <a:pt x="64225" y="0"/>
                  </a:lnTo>
                  <a:lnTo>
                    <a:pt x="1741967" y="0"/>
                  </a:lnTo>
                  <a:lnTo>
                    <a:pt x="1780181" y="15828"/>
                  </a:lnTo>
                  <a:lnTo>
                    <a:pt x="1801563" y="55831"/>
                  </a:lnTo>
                  <a:lnTo>
                    <a:pt x="1801974" y="60007"/>
                  </a:lnTo>
                  <a:lnTo>
                    <a:pt x="1801974" y="368157"/>
                  </a:lnTo>
                  <a:lnTo>
                    <a:pt x="1786145" y="406371"/>
                  </a:lnTo>
                  <a:lnTo>
                    <a:pt x="1746143" y="427753"/>
                  </a:lnTo>
                  <a:lnTo>
                    <a:pt x="1741967" y="428164"/>
                  </a:lnTo>
                  <a:close/>
                </a:path>
              </a:pathLst>
            </a:custGeom>
            <a:solidFill>
              <a:srgbClr val="7DA6C3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17" name="Graphic 14">
              <a:extLst>
                <a:ext uri="{FF2B5EF4-FFF2-40B4-BE49-F238E27FC236}">
                  <a16:creationId xmlns:a16="http://schemas.microsoft.com/office/drawing/2014/main" id="{9DE4ED69-A234-88FD-F8B1-643E1B882044}"/>
                </a:ext>
              </a:extLst>
            </p:cNvPr>
            <p:cNvSpPr/>
            <p:nvPr/>
          </p:nvSpPr>
          <p:spPr>
            <a:xfrm>
              <a:off x="4245512" y="265462"/>
              <a:ext cx="1802130" cy="428625"/>
            </a:xfrm>
            <a:custGeom>
              <a:avLst/>
              <a:gdLst/>
              <a:ahLst/>
              <a:cxnLst/>
              <a:rect l="l" t="t" r="r" b="b"/>
              <a:pathLst>
                <a:path w="1802130" h="428625">
                  <a:moveTo>
                    <a:pt x="64225" y="0"/>
                  </a:moveTo>
                  <a:lnTo>
                    <a:pt x="1737750" y="0"/>
                  </a:lnTo>
                  <a:lnTo>
                    <a:pt x="1741967" y="0"/>
                  </a:lnTo>
                  <a:lnTo>
                    <a:pt x="1746143" y="411"/>
                  </a:lnTo>
                  <a:lnTo>
                    <a:pt x="1773430" y="10823"/>
                  </a:lnTo>
                  <a:lnTo>
                    <a:pt x="1776936" y="13166"/>
                  </a:lnTo>
                  <a:lnTo>
                    <a:pt x="1799917" y="47558"/>
                  </a:lnTo>
                  <a:lnTo>
                    <a:pt x="1801975" y="64224"/>
                  </a:lnTo>
                  <a:lnTo>
                    <a:pt x="1801975" y="363940"/>
                  </a:lnTo>
                  <a:lnTo>
                    <a:pt x="1801974" y="368157"/>
                  </a:lnTo>
                  <a:lnTo>
                    <a:pt x="1801563" y="372333"/>
                  </a:lnTo>
                  <a:lnTo>
                    <a:pt x="1800740" y="376469"/>
                  </a:lnTo>
                  <a:lnTo>
                    <a:pt x="1799917" y="380605"/>
                  </a:lnTo>
                  <a:lnTo>
                    <a:pt x="1776936" y="414998"/>
                  </a:lnTo>
                  <a:lnTo>
                    <a:pt x="1737750" y="428164"/>
                  </a:lnTo>
                  <a:lnTo>
                    <a:pt x="64225" y="428164"/>
                  </a:lnTo>
                  <a:lnTo>
                    <a:pt x="25037" y="414998"/>
                  </a:lnTo>
                  <a:lnTo>
                    <a:pt x="18811" y="409353"/>
                  </a:lnTo>
                  <a:lnTo>
                    <a:pt x="15829" y="406371"/>
                  </a:lnTo>
                  <a:lnTo>
                    <a:pt x="4888" y="388517"/>
                  </a:lnTo>
                  <a:lnTo>
                    <a:pt x="3274" y="384621"/>
                  </a:lnTo>
                  <a:lnTo>
                    <a:pt x="2056" y="380605"/>
                  </a:lnTo>
                  <a:lnTo>
                    <a:pt x="1233" y="376469"/>
                  </a:lnTo>
                  <a:lnTo>
                    <a:pt x="411" y="372333"/>
                  </a:lnTo>
                  <a:lnTo>
                    <a:pt x="0" y="368157"/>
                  </a:lnTo>
                  <a:lnTo>
                    <a:pt x="0" y="363940"/>
                  </a:lnTo>
                  <a:lnTo>
                    <a:pt x="0" y="64224"/>
                  </a:lnTo>
                  <a:lnTo>
                    <a:pt x="0" y="60007"/>
                  </a:lnTo>
                  <a:lnTo>
                    <a:pt x="411" y="55831"/>
                  </a:lnTo>
                  <a:lnTo>
                    <a:pt x="1233" y="51694"/>
                  </a:lnTo>
                  <a:lnTo>
                    <a:pt x="2056" y="47558"/>
                  </a:lnTo>
                  <a:lnTo>
                    <a:pt x="3274" y="43542"/>
                  </a:lnTo>
                  <a:lnTo>
                    <a:pt x="4888" y="39646"/>
                  </a:lnTo>
                  <a:lnTo>
                    <a:pt x="6502" y="35750"/>
                  </a:lnTo>
                  <a:lnTo>
                    <a:pt x="18811" y="18810"/>
                  </a:lnTo>
                  <a:lnTo>
                    <a:pt x="21792" y="15828"/>
                  </a:lnTo>
                  <a:lnTo>
                    <a:pt x="51695" y="1233"/>
                  </a:lnTo>
                  <a:lnTo>
                    <a:pt x="55831" y="411"/>
                  </a:lnTo>
                  <a:lnTo>
                    <a:pt x="60008" y="0"/>
                  </a:lnTo>
                  <a:lnTo>
                    <a:pt x="64225" y="0"/>
                  </a:lnTo>
                  <a:close/>
                </a:path>
              </a:pathLst>
            </a:custGeom>
            <a:ln w="17126">
              <a:solidFill>
                <a:srgbClr val="4A6A81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18" name="Graphic 15">
              <a:extLst>
                <a:ext uri="{FF2B5EF4-FFF2-40B4-BE49-F238E27FC236}">
                  <a16:creationId xmlns:a16="http://schemas.microsoft.com/office/drawing/2014/main" id="{EB0D497D-4C2B-ECB7-E7C4-F837DAF7711D}"/>
                </a:ext>
              </a:extLst>
            </p:cNvPr>
            <p:cNvSpPr/>
            <p:nvPr/>
          </p:nvSpPr>
          <p:spPr>
            <a:xfrm>
              <a:off x="3754065" y="1207425"/>
              <a:ext cx="1310640" cy="599440"/>
            </a:xfrm>
            <a:custGeom>
              <a:avLst/>
              <a:gdLst/>
              <a:ahLst/>
              <a:cxnLst/>
              <a:rect l="l" t="t" r="r" b="b"/>
              <a:pathLst>
                <a:path w="1310640" h="599440">
                  <a:moveTo>
                    <a:pt x="1226516" y="599430"/>
                  </a:moveTo>
                  <a:lnTo>
                    <a:pt x="84010" y="599430"/>
                  </a:lnTo>
                  <a:lnTo>
                    <a:pt x="78163" y="598854"/>
                  </a:lnTo>
                  <a:lnTo>
                    <a:pt x="35051" y="580996"/>
                  </a:lnTo>
                  <a:lnTo>
                    <a:pt x="9103" y="549378"/>
                  </a:lnTo>
                  <a:lnTo>
                    <a:pt x="0" y="515420"/>
                  </a:lnTo>
                  <a:lnTo>
                    <a:pt x="0" y="84010"/>
                  </a:lnTo>
                  <a:lnTo>
                    <a:pt x="11873" y="44869"/>
                  </a:lnTo>
                  <a:lnTo>
                    <a:pt x="44869" y="11872"/>
                  </a:lnTo>
                  <a:lnTo>
                    <a:pt x="84010" y="0"/>
                  </a:lnTo>
                  <a:lnTo>
                    <a:pt x="89914" y="0"/>
                  </a:lnTo>
                  <a:lnTo>
                    <a:pt x="1226516" y="0"/>
                  </a:lnTo>
                  <a:lnTo>
                    <a:pt x="1265657" y="11872"/>
                  </a:lnTo>
                  <a:lnTo>
                    <a:pt x="1298653" y="44869"/>
                  </a:lnTo>
                  <a:lnTo>
                    <a:pt x="1310527" y="84010"/>
                  </a:lnTo>
                  <a:lnTo>
                    <a:pt x="1310527" y="515420"/>
                  </a:lnTo>
                  <a:lnTo>
                    <a:pt x="1298653" y="554560"/>
                  </a:lnTo>
                  <a:lnTo>
                    <a:pt x="1265657" y="587556"/>
                  </a:lnTo>
                  <a:lnTo>
                    <a:pt x="1232363" y="598854"/>
                  </a:lnTo>
                  <a:lnTo>
                    <a:pt x="1226516" y="599430"/>
                  </a:lnTo>
                  <a:close/>
                </a:path>
              </a:pathLst>
            </a:custGeom>
            <a:solidFill>
              <a:srgbClr val="7DA6C3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19" name="Graphic 16">
              <a:extLst>
                <a:ext uri="{FF2B5EF4-FFF2-40B4-BE49-F238E27FC236}">
                  <a16:creationId xmlns:a16="http://schemas.microsoft.com/office/drawing/2014/main" id="{1591C00E-982F-F9BC-4D72-92310075168D}"/>
                </a:ext>
              </a:extLst>
            </p:cNvPr>
            <p:cNvSpPr/>
            <p:nvPr/>
          </p:nvSpPr>
          <p:spPr>
            <a:xfrm>
              <a:off x="3754065" y="1207425"/>
              <a:ext cx="1310640" cy="599440"/>
            </a:xfrm>
            <a:custGeom>
              <a:avLst/>
              <a:gdLst/>
              <a:ahLst/>
              <a:cxnLst/>
              <a:rect l="l" t="t" r="r" b="b"/>
              <a:pathLst>
                <a:path w="1310640" h="599440">
                  <a:moveTo>
                    <a:pt x="89914" y="0"/>
                  </a:moveTo>
                  <a:lnTo>
                    <a:pt x="1220612" y="0"/>
                  </a:lnTo>
                  <a:lnTo>
                    <a:pt x="1226516" y="0"/>
                  </a:lnTo>
                  <a:lnTo>
                    <a:pt x="1232363" y="575"/>
                  </a:lnTo>
                  <a:lnTo>
                    <a:pt x="1238153" y="1727"/>
                  </a:lnTo>
                  <a:lnTo>
                    <a:pt x="1243943" y="2879"/>
                  </a:lnTo>
                  <a:lnTo>
                    <a:pt x="1249566" y="4584"/>
                  </a:lnTo>
                  <a:lnTo>
                    <a:pt x="1255020" y="6843"/>
                  </a:lnTo>
                  <a:lnTo>
                    <a:pt x="1260475" y="9103"/>
                  </a:lnTo>
                  <a:lnTo>
                    <a:pt x="1265657" y="11872"/>
                  </a:lnTo>
                  <a:lnTo>
                    <a:pt x="1270565" y="15152"/>
                  </a:lnTo>
                  <a:lnTo>
                    <a:pt x="1275475" y="18432"/>
                  </a:lnTo>
                  <a:lnTo>
                    <a:pt x="1280017" y="22160"/>
                  </a:lnTo>
                  <a:lnTo>
                    <a:pt x="1284191" y="26335"/>
                  </a:lnTo>
                  <a:lnTo>
                    <a:pt x="1288366" y="30509"/>
                  </a:lnTo>
                  <a:lnTo>
                    <a:pt x="1292093" y="35051"/>
                  </a:lnTo>
                  <a:lnTo>
                    <a:pt x="1308799" y="72372"/>
                  </a:lnTo>
                  <a:lnTo>
                    <a:pt x="1310527" y="84010"/>
                  </a:lnTo>
                  <a:lnTo>
                    <a:pt x="1310527" y="89914"/>
                  </a:lnTo>
                  <a:lnTo>
                    <a:pt x="1310527" y="509516"/>
                  </a:lnTo>
                  <a:lnTo>
                    <a:pt x="1310527" y="515420"/>
                  </a:lnTo>
                  <a:lnTo>
                    <a:pt x="1309951" y="521267"/>
                  </a:lnTo>
                  <a:lnTo>
                    <a:pt x="1295373" y="559469"/>
                  </a:lnTo>
                  <a:lnTo>
                    <a:pt x="1270565" y="584276"/>
                  </a:lnTo>
                  <a:lnTo>
                    <a:pt x="1265657" y="587556"/>
                  </a:lnTo>
                  <a:lnTo>
                    <a:pt x="1260475" y="590326"/>
                  </a:lnTo>
                  <a:lnTo>
                    <a:pt x="1255020" y="592586"/>
                  </a:lnTo>
                  <a:lnTo>
                    <a:pt x="1249566" y="594845"/>
                  </a:lnTo>
                  <a:lnTo>
                    <a:pt x="1220612" y="599430"/>
                  </a:lnTo>
                  <a:lnTo>
                    <a:pt x="89914" y="599430"/>
                  </a:lnTo>
                  <a:lnTo>
                    <a:pt x="50050" y="590326"/>
                  </a:lnTo>
                  <a:lnTo>
                    <a:pt x="18433" y="564378"/>
                  </a:lnTo>
                  <a:lnTo>
                    <a:pt x="15153" y="559469"/>
                  </a:lnTo>
                  <a:lnTo>
                    <a:pt x="11873" y="554560"/>
                  </a:lnTo>
                  <a:lnTo>
                    <a:pt x="1727" y="527057"/>
                  </a:lnTo>
                  <a:lnTo>
                    <a:pt x="575" y="521267"/>
                  </a:lnTo>
                  <a:lnTo>
                    <a:pt x="0" y="515420"/>
                  </a:lnTo>
                  <a:lnTo>
                    <a:pt x="0" y="509516"/>
                  </a:lnTo>
                  <a:lnTo>
                    <a:pt x="0" y="89914"/>
                  </a:lnTo>
                  <a:lnTo>
                    <a:pt x="0" y="84010"/>
                  </a:lnTo>
                  <a:lnTo>
                    <a:pt x="575" y="78163"/>
                  </a:lnTo>
                  <a:lnTo>
                    <a:pt x="1727" y="72372"/>
                  </a:lnTo>
                  <a:lnTo>
                    <a:pt x="2879" y="66582"/>
                  </a:lnTo>
                  <a:lnTo>
                    <a:pt x="4585" y="60959"/>
                  </a:lnTo>
                  <a:lnTo>
                    <a:pt x="6844" y="55505"/>
                  </a:lnTo>
                  <a:lnTo>
                    <a:pt x="9103" y="50050"/>
                  </a:lnTo>
                  <a:lnTo>
                    <a:pt x="26335" y="26335"/>
                  </a:lnTo>
                  <a:lnTo>
                    <a:pt x="30509" y="22160"/>
                  </a:lnTo>
                  <a:lnTo>
                    <a:pt x="66582" y="2879"/>
                  </a:lnTo>
                  <a:lnTo>
                    <a:pt x="84010" y="0"/>
                  </a:lnTo>
                  <a:lnTo>
                    <a:pt x="89914" y="0"/>
                  </a:lnTo>
                  <a:close/>
                </a:path>
              </a:pathLst>
            </a:custGeom>
            <a:ln w="17126">
              <a:solidFill>
                <a:srgbClr val="4A6A81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20" name="Graphic 17">
              <a:extLst>
                <a:ext uri="{FF2B5EF4-FFF2-40B4-BE49-F238E27FC236}">
                  <a16:creationId xmlns:a16="http://schemas.microsoft.com/office/drawing/2014/main" id="{71770C85-1AED-10D6-F4D1-1F94EDD92FB6}"/>
                </a:ext>
              </a:extLst>
            </p:cNvPr>
            <p:cNvSpPr/>
            <p:nvPr/>
          </p:nvSpPr>
          <p:spPr>
            <a:xfrm>
              <a:off x="5433242" y="1207425"/>
              <a:ext cx="1310640" cy="599440"/>
            </a:xfrm>
            <a:custGeom>
              <a:avLst/>
              <a:gdLst/>
              <a:ahLst/>
              <a:cxnLst/>
              <a:rect l="l" t="t" r="r" b="b"/>
              <a:pathLst>
                <a:path w="1310640" h="599440">
                  <a:moveTo>
                    <a:pt x="1226516" y="599430"/>
                  </a:moveTo>
                  <a:lnTo>
                    <a:pt x="84010" y="599430"/>
                  </a:lnTo>
                  <a:lnTo>
                    <a:pt x="78163" y="598854"/>
                  </a:lnTo>
                  <a:lnTo>
                    <a:pt x="35051" y="580996"/>
                  </a:lnTo>
                  <a:lnTo>
                    <a:pt x="9103" y="549378"/>
                  </a:lnTo>
                  <a:lnTo>
                    <a:pt x="0" y="515420"/>
                  </a:lnTo>
                  <a:lnTo>
                    <a:pt x="0" y="84010"/>
                  </a:lnTo>
                  <a:lnTo>
                    <a:pt x="11872" y="44869"/>
                  </a:lnTo>
                  <a:lnTo>
                    <a:pt x="44868" y="11872"/>
                  </a:lnTo>
                  <a:lnTo>
                    <a:pt x="84010" y="0"/>
                  </a:lnTo>
                  <a:lnTo>
                    <a:pt x="89914" y="0"/>
                  </a:lnTo>
                  <a:lnTo>
                    <a:pt x="1226516" y="0"/>
                  </a:lnTo>
                  <a:lnTo>
                    <a:pt x="1265656" y="11872"/>
                  </a:lnTo>
                  <a:lnTo>
                    <a:pt x="1298652" y="44869"/>
                  </a:lnTo>
                  <a:lnTo>
                    <a:pt x="1310527" y="84010"/>
                  </a:lnTo>
                  <a:lnTo>
                    <a:pt x="1310527" y="515420"/>
                  </a:lnTo>
                  <a:lnTo>
                    <a:pt x="1298652" y="554560"/>
                  </a:lnTo>
                  <a:lnTo>
                    <a:pt x="1265656" y="587556"/>
                  </a:lnTo>
                  <a:lnTo>
                    <a:pt x="1232363" y="598854"/>
                  </a:lnTo>
                  <a:lnTo>
                    <a:pt x="1226516" y="599430"/>
                  </a:lnTo>
                  <a:close/>
                </a:path>
              </a:pathLst>
            </a:custGeom>
            <a:solidFill>
              <a:srgbClr val="7DA6C3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21" name="Graphic 18">
              <a:extLst>
                <a:ext uri="{FF2B5EF4-FFF2-40B4-BE49-F238E27FC236}">
                  <a16:creationId xmlns:a16="http://schemas.microsoft.com/office/drawing/2014/main" id="{10F4E3B2-8938-9BDD-DF61-BF8D2C6A54D6}"/>
                </a:ext>
              </a:extLst>
            </p:cNvPr>
            <p:cNvSpPr/>
            <p:nvPr/>
          </p:nvSpPr>
          <p:spPr>
            <a:xfrm>
              <a:off x="5433242" y="1207425"/>
              <a:ext cx="1310640" cy="599440"/>
            </a:xfrm>
            <a:custGeom>
              <a:avLst/>
              <a:gdLst/>
              <a:ahLst/>
              <a:cxnLst/>
              <a:rect l="l" t="t" r="r" b="b"/>
              <a:pathLst>
                <a:path w="1310640" h="599440">
                  <a:moveTo>
                    <a:pt x="89914" y="0"/>
                  </a:moveTo>
                  <a:lnTo>
                    <a:pt x="1220612" y="0"/>
                  </a:lnTo>
                  <a:lnTo>
                    <a:pt x="1226516" y="0"/>
                  </a:lnTo>
                  <a:lnTo>
                    <a:pt x="1232363" y="575"/>
                  </a:lnTo>
                  <a:lnTo>
                    <a:pt x="1270565" y="15152"/>
                  </a:lnTo>
                  <a:lnTo>
                    <a:pt x="1298652" y="44869"/>
                  </a:lnTo>
                  <a:lnTo>
                    <a:pt x="1303681" y="55505"/>
                  </a:lnTo>
                  <a:lnTo>
                    <a:pt x="1305941" y="60959"/>
                  </a:lnTo>
                  <a:lnTo>
                    <a:pt x="1307646" y="66582"/>
                  </a:lnTo>
                  <a:lnTo>
                    <a:pt x="1308799" y="72372"/>
                  </a:lnTo>
                  <a:lnTo>
                    <a:pt x="1309951" y="78163"/>
                  </a:lnTo>
                  <a:lnTo>
                    <a:pt x="1310527" y="84010"/>
                  </a:lnTo>
                  <a:lnTo>
                    <a:pt x="1310527" y="89914"/>
                  </a:lnTo>
                  <a:lnTo>
                    <a:pt x="1310527" y="509516"/>
                  </a:lnTo>
                  <a:lnTo>
                    <a:pt x="1310527" y="515420"/>
                  </a:lnTo>
                  <a:lnTo>
                    <a:pt x="1309951" y="521267"/>
                  </a:lnTo>
                  <a:lnTo>
                    <a:pt x="1308798" y="527057"/>
                  </a:lnTo>
                  <a:lnTo>
                    <a:pt x="1307646" y="532847"/>
                  </a:lnTo>
                  <a:lnTo>
                    <a:pt x="1305941" y="538469"/>
                  </a:lnTo>
                  <a:lnTo>
                    <a:pt x="1303681" y="543924"/>
                  </a:lnTo>
                  <a:lnTo>
                    <a:pt x="1301422" y="549378"/>
                  </a:lnTo>
                  <a:lnTo>
                    <a:pt x="1275474" y="580996"/>
                  </a:lnTo>
                  <a:lnTo>
                    <a:pt x="1238153" y="597703"/>
                  </a:lnTo>
                  <a:lnTo>
                    <a:pt x="1220612" y="599430"/>
                  </a:lnTo>
                  <a:lnTo>
                    <a:pt x="89914" y="599430"/>
                  </a:lnTo>
                  <a:lnTo>
                    <a:pt x="50050" y="590326"/>
                  </a:lnTo>
                  <a:lnTo>
                    <a:pt x="39960" y="584276"/>
                  </a:lnTo>
                  <a:lnTo>
                    <a:pt x="35051" y="580996"/>
                  </a:lnTo>
                  <a:lnTo>
                    <a:pt x="9103" y="549378"/>
                  </a:lnTo>
                  <a:lnTo>
                    <a:pt x="0" y="515420"/>
                  </a:lnTo>
                  <a:lnTo>
                    <a:pt x="0" y="509516"/>
                  </a:lnTo>
                  <a:lnTo>
                    <a:pt x="0" y="89914"/>
                  </a:lnTo>
                  <a:lnTo>
                    <a:pt x="0" y="84010"/>
                  </a:lnTo>
                  <a:lnTo>
                    <a:pt x="575" y="78163"/>
                  </a:lnTo>
                  <a:lnTo>
                    <a:pt x="15152" y="39960"/>
                  </a:lnTo>
                  <a:lnTo>
                    <a:pt x="26334" y="26335"/>
                  </a:lnTo>
                  <a:lnTo>
                    <a:pt x="30509" y="22160"/>
                  </a:lnTo>
                  <a:lnTo>
                    <a:pt x="35051" y="18432"/>
                  </a:lnTo>
                  <a:lnTo>
                    <a:pt x="39960" y="15152"/>
                  </a:lnTo>
                  <a:lnTo>
                    <a:pt x="44868" y="11872"/>
                  </a:lnTo>
                  <a:lnTo>
                    <a:pt x="84010" y="0"/>
                  </a:lnTo>
                  <a:lnTo>
                    <a:pt x="89914" y="0"/>
                  </a:lnTo>
                  <a:close/>
                </a:path>
              </a:pathLst>
            </a:custGeom>
            <a:ln w="17126">
              <a:solidFill>
                <a:srgbClr val="4A6A81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22" name="Graphic 19">
              <a:extLst>
                <a:ext uri="{FF2B5EF4-FFF2-40B4-BE49-F238E27FC236}">
                  <a16:creationId xmlns:a16="http://schemas.microsoft.com/office/drawing/2014/main" id="{2FDFD1B8-35B4-8C70-F7BC-A1230FD2A8D7}"/>
                </a:ext>
              </a:extLst>
            </p:cNvPr>
            <p:cNvSpPr/>
            <p:nvPr/>
          </p:nvSpPr>
          <p:spPr>
            <a:xfrm>
              <a:off x="4650813" y="697908"/>
              <a:ext cx="1442085" cy="514350"/>
            </a:xfrm>
            <a:custGeom>
              <a:avLst/>
              <a:gdLst/>
              <a:ahLst/>
              <a:cxnLst/>
              <a:rect l="l" t="t" r="r" b="b"/>
              <a:pathLst>
                <a:path w="1442085" h="514350">
                  <a:moveTo>
                    <a:pt x="0" y="488022"/>
                  </a:moveTo>
                  <a:lnTo>
                    <a:pt x="500011" y="0"/>
                  </a:lnTo>
                </a:path>
                <a:path w="1442085" h="514350">
                  <a:moveTo>
                    <a:pt x="500011" y="0"/>
                  </a:moveTo>
                  <a:lnTo>
                    <a:pt x="1441974" y="513797"/>
                  </a:lnTo>
                </a:path>
              </a:pathLst>
            </a:custGeom>
            <a:ln w="8563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23" name="Graphic 20">
              <a:extLst>
                <a:ext uri="{FF2B5EF4-FFF2-40B4-BE49-F238E27FC236}">
                  <a16:creationId xmlns:a16="http://schemas.microsoft.com/office/drawing/2014/main" id="{74F0FC96-1911-8882-970C-3406EECFDF64}"/>
                </a:ext>
              </a:extLst>
            </p:cNvPr>
            <p:cNvSpPr/>
            <p:nvPr/>
          </p:nvSpPr>
          <p:spPr>
            <a:xfrm>
              <a:off x="1549957" y="3605149"/>
              <a:ext cx="1370330" cy="1028065"/>
            </a:xfrm>
            <a:custGeom>
              <a:avLst/>
              <a:gdLst/>
              <a:ahLst/>
              <a:cxnLst/>
              <a:rect l="l" t="t" r="r" b="b"/>
              <a:pathLst>
                <a:path w="1370330" h="1028065">
                  <a:moveTo>
                    <a:pt x="1215988" y="1027595"/>
                  </a:moveTo>
                  <a:lnTo>
                    <a:pt x="154139" y="1027595"/>
                  </a:lnTo>
                  <a:lnTo>
                    <a:pt x="146566" y="1027410"/>
                  </a:lnTo>
                  <a:lnTo>
                    <a:pt x="102219" y="1018589"/>
                  </a:lnTo>
                  <a:lnTo>
                    <a:pt x="62310" y="997257"/>
                  </a:lnTo>
                  <a:lnTo>
                    <a:pt x="30337" y="965285"/>
                  </a:lnTo>
                  <a:lnTo>
                    <a:pt x="9006" y="925375"/>
                  </a:lnTo>
                  <a:lnTo>
                    <a:pt x="185" y="881028"/>
                  </a:lnTo>
                  <a:lnTo>
                    <a:pt x="0" y="873456"/>
                  </a:lnTo>
                  <a:lnTo>
                    <a:pt x="0" y="154139"/>
                  </a:lnTo>
                  <a:lnTo>
                    <a:pt x="6635" y="109393"/>
                  </a:lnTo>
                  <a:lnTo>
                    <a:pt x="25976" y="68503"/>
                  </a:lnTo>
                  <a:lnTo>
                    <a:pt x="56353" y="34986"/>
                  </a:lnTo>
                  <a:lnTo>
                    <a:pt x="95152" y="11732"/>
                  </a:lnTo>
                  <a:lnTo>
                    <a:pt x="139030" y="740"/>
                  </a:lnTo>
                  <a:lnTo>
                    <a:pt x="154139" y="0"/>
                  </a:lnTo>
                  <a:lnTo>
                    <a:pt x="1215988" y="0"/>
                  </a:lnTo>
                  <a:lnTo>
                    <a:pt x="1260733" y="6635"/>
                  </a:lnTo>
                  <a:lnTo>
                    <a:pt x="1301623" y="25976"/>
                  </a:lnTo>
                  <a:lnTo>
                    <a:pt x="1335141" y="56352"/>
                  </a:lnTo>
                  <a:lnTo>
                    <a:pt x="1358394" y="95151"/>
                  </a:lnTo>
                  <a:lnTo>
                    <a:pt x="1369387" y="139030"/>
                  </a:lnTo>
                  <a:lnTo>
                    <a:pt x="1370127" y="154139"/>
                  </a:lnTo>
                  <a:lnTo>
                    <a:pt x="1370127" y="873456"/>
                  </a:lnTo>
                  <a:lnTo>
                    <a:pt x="1363492" y="918201"/>
                  </a:lnTo>
                  <a:lnTo>
                    <a:pt x="1344150" y="959091"/>
                  </a:lnTo>
                  <a:lnTo>
                    <a:pt x="1313774" y="992608"/>
                  </a:lnTo>
                  <a:lnTo>
                    <a:pt x="1274974" y="1015862"/>
                  </a:lnTo>
                  <a:lnTo>
                    <a:pt x="1231096" y="1026855"/>
                  </a:lnTo>
                  <a:lnTo>
                    <a:pt x="1215988" y="1027595"/>
                  </a:lnTo>
                  <a:close/>
                </a:path>
              </a:pathLst>
            </a:custGeom>
            <a:solidFill>
              <a:srgbClr val="7DA6C3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24" name="Graphic 21">
              <a:extLst>
                <a:ext uri="{FF2B5EF4-FFF2-40B4-BE49-F238E27FC236}">
                  <a16:creationId xmlns:a16="http://schemas.microsoft.com/office/drawing/2014/main" id="{DA915696-32CF-6CBE-8E98-7D789872F3DD}"/>
                </a:ext>
              </a:extLst>
            </p:cNvPr>
            <p:cNvSpPr/>
            <p:nvPr/>
          </p:nvSpPr>
          <p:spPr>
            <a:xfrm>
              <a:off x="1549957" y="3605149"/>
              <a:ext cx="1370330" cy="1028065"/>
            </a:xfrm>
            <a:custGeom>
              <a:avLst/>
              <a:gdLst/>
              <a:ahLst/>
              <a:cxnLst/>
              <a:rect l="l" t="t" r="r" b="b"/>
              <a:pathLst>
                <a:path w="1370330" h="1028065">
                  <a:moveTo>
                    <a:pt x="154139" y="0"/>
                  </a:moveTo>
                  <a:lnTo>
                    <a:pt x="1215988" y="0"/>
                  </a:lnTo>
                  <a:lnTo>
                    <a:pt x="1223560" y="185"/>
                  </a:lnTo>
                  <a:lnTo>
                    <a:pt x="1267907" y="9006"/>
                  </a:lnTo>
                  <a:lnTo>
                    <a:pt x="1307816" y="30337"/>
                  </a:lnTo>
                  <a:lnTo>
                    <a:pt x="1339789" y="62309"/>
                  </a:lnTo>
                  <a:lnTo>
                    <a:pt x="1361121" y="102218"/>
                  </a:lnTo>
                  <a:lnTo>
                    <a:pt x="1369942" y="146566"/>
                  </a:lnTo>
                  <a:lnTo>
                    <a:pt x="1370127" y="154139"/>
                  </a:lnTo>
                  <a:lnTo>
                    <a:pt x="1370127" y="873456"/>
                  </a:lnTo>
                  <a:lnTo>
                    <a:pt x="1363492" y="918201"/>
                  </a:lnTo>
                  <a:lnTo>
                    <a:pt x="1344150" y="959091"/>
                  </a:lnTo>
                  <a:lnTo>
                    <a:pt x="1313774" y="992608"/>
                  </a:lnTo>
                  <a:lnTo>
                    <a:pt x="1274974" y="1015862"/>
                  </a:lnTo>
                  <a:lnTo>
                    <a:pt x="1231096" y="1026855"/>
                  </a:lnTo>
                  <a:lnTo>
                    <a:pt x="1215988" y="1027595"/>
                  </a:lnTo>
                  <a:lnTo>
                    <a:pt x="154139" y="1027595"/>
                  </a:lnTo>
                  <a:lnTo>
                    <a:pt x="109394" y="1020960"/>
                  </a:lnTo>
                  <a:lnTo>
                    <a:pt x="68504" y="1001618"/>
                  </a:lnTo>
                  <a:lnTo>
                    <a:pt x="34986" y="971242"/>
                  </a:lnTo>
                  <a:lnTo>
                    <a:pt x="11733" y="932442"/>
                  </a:lnTo>
                  <a:lnTo>
                    <a:pt x="740" y="888564"/>
                  </a:lnTo>
                  <a:lnTo>
                    <a:pt x="0" y="873456"/>
                  </a:lnTo>
                  <a:lnTo>
                    <a:pt x="0" y="154139"/>
                  </a:lnTo>
                  <a:lnTo>
                    <a:pt x="6635" y="109393"/>
                  </a:lnTo>
                  <a:lnTo>
                    <a:pt x="25976" y="68503"/>
                  </a:lnTo>
                  <a:lnTo>
                    <a:pt x="56353" y="34986"/>
                  </a:lnTo>
                  <a:lnTo>
                    <a:pt x="95152" y="11732"/>
                  </a:lnTo>
                  <a:lnTo>
                    <a:pt x="139030" y="740"/>
                  </a:lnTo>
                  <a:lnTo>
                    <a:pt x="154139" y="0"/>
                  </a:lnTo>
                  <a:close/>
                </a:path>
              </a:pathLst>
            </a:custGeom>
            <a:ln w="17126">
              <a:solidFill>
                <a:srgbClr val="4A6A81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25" name="Graphic 22">
              <a:extLst>
                <a:ext uri="{FF2B5EF4-FFF2-40B4-BE49-F238E27FC236}">
                  <a16:creationId xmlns:a16="http://schemas.microsoft.com/office/drawing/2014/main" id="{DA87F000-75DE-CA7C-BF98-E437C5E53C57}"/>
                </a:ext>
              </a:extLst>
            </p:cNvPr>
            <p:cNvSpPr/>
            <p:nvPr/>
          </p:nvSpPr>
          <p:spPr>
            <a:xfrm>
              <a:off x="5056371" y="2239302"/>
              <a:ext cx="94615" cy="1258570"/>
            </a:xfrm>
            <a:custGeom>
              <a:avLst/>
              <a:gdLst/>
              <a:ahLst/>
              <a:cxnLst/>
              <a:rect l="l" t="t" r="r" b="b"/>
              <a:pathLst>
                <a:path w="94615" h="1258570">
                  <a:moveTo>
                    <a:pt x="94453" y="0"/>
                  </a:moveTo>
                  <a:lnTo>
                    <a:pt x="94453" y="685063"/>
                  </a:lnTo>
                  <a:lnTo>
                    <a:pt x="257" y="685063"/>
                  </a:lnTo>
                  <a:lnTo>
                    <a:pt x="0" y="1257948"/>
                  </a:lnTo>
                </a:path>
              </a:pathLst>
            </a:custGeom>
            <a:ln w="25689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pic>
          <p:nvPicPr>
            <p:cNvPr id="26" name="Image 23">
              <a:extLst>
                <a:ext uri="{FF2B5EF4-FFF2-40B4-BE49-F238E27FC236}">
                  <a16:creationId xmlns:a16="http://schemas.microsoft.com/office/drawing/2014/main" id="{BAE46EF8-9E73-5A97-B25E-E04AE85F3D7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04991" y="3465053"/>
              <a:ext cx="102759" cy="102845"/>
            </a:xfrm>
            <a:prstGeom prst="rect">
              <a:avLst/>
            </a:prstGeom>
          </p:spPr>
        </p:pic>
        <p:sp>
          <p:nvSpPr>
            <p:cNvPr id="27" name="Graphic 24">
              <a:extLst>
                <a:ext uri="{FF2B5EF4-FFF2-40B4-BE49-F238E27FC236}">
                  <a16:creationId xmlns:a16="http://schemas.microsoft.com/office/drawing/2014/main" id="{4F2D16ED-726F-4789-090A-C5F38E01C0AF}"/>
                </a:ext>
              </a:extLst>
            </p:cNvPr>
            <p:cNvSpPr/>
            <p:nvPr/>
          </p:nvSpPr>
          <p:spPr>
            <a:xfrm>
              <a:off x="3010856" y="4119546"/>
              <a:ext cx="1198245" cy="3810"/>
            </a:xfrm>
            <a:custGeom>
              <a:avLst/>
              <a:gdLst/>
              <a:ahLst/>
              <a:cxnLst/>
              <a:rect l="l" t="t" r="r" b="b"/>
              <a:pathLst>
                <a:path w="1198245" h="3810">
                  <a:moveTo>
                    <a:pt x="1198005" y="3682"/>
                  </a:moveTo>
                  <a:lnTo>
                    <a:pt x="560039" y="3682"/>
                  </a:lnTo>
                  <a:lnTo>
                    <a:pt x="0" y="0"/>
                  </a:lnTo>
                </a:path>
              </a:pathLst>
            </a:custGeom>
            <a:ln w="25689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pic>
          <p:nvPicPr>
            <p:cNvPr id="28" name="Image 25">
              <a:extLst>
                <a:ext uri="{FF2B5EF4-FFF2-40B4-BE49-F238E27FC236}">
                  <a16:creationId xmlns:a16="http://schemas.microsoft.com/office/drawing/2014/main" id="{F3D96994-2F74-7F43-C579-B6AE721487D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40209" y="4068252"/>
              <a:ext cx="103016" cy="102759"/>
            </a:xfrm>
            <a:prstGeom prst="rect">
              <a:avLst/>
            </a:prstGeom>
          </p:spPr>
        </p:pic>
        <p:sp>
          <p:nvSpPr>
            <p:cNvPr id="29" name="Graphic 26">
              <a:extLst>
                <a:ext uri="{FF2B5EF4-FFF2-40B4-BE49-F238E27FC236}">
                  <a16:creationId xmlns:a16="http://schemas.microsoft.com/office/drawing/2014/main" id="{A4E221C7-EAF1-32B0-4E6B-96B4E3DE03E4}"/>
                </a:ext>
              </a:extLst>
            </p:cNvPr>
            <p:cNvSpPr/>
            <p:nvPr/>
          </p:nvSpPr>
          <p:spPr>
            <a:xfrm>
              <a:off x="1382972" y="1121792"/>
              <a:ext cx="256540" cy="1270"/>
            </a:xfrm>
            <a:custGeom>
              <a:avLst/>
              <a:gdLst/>
              <a:ahLst/>
              <a:cxnLst/>
              <a:rect l="l" t="t" r="r" b="b"/>
              <a:pathLst>
                <a:path w="256540">
                  <a:moveTo>
                    <a:pt x="0" y="0"/>
                  </a:moveTo>
                  <a:lnTo>
                    <a:pt x="179829" y="0"/>
                  </a:lnTo>
                  <a:lnTo>
                    <a:pt x="171265" y="0"/>
                  </a:lnTo>
                  <a:lnTo>
                    <a:pt x="256042" y="0"/>
                  </a:lnTo>
                </a:path>
              </a:pathLst>
            </a:custGeom>
            <a:ln w="25689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pic>
          <p:nvPicPr>
            <p:cNvPr id="30" name="Image 27">
              <a:extLst>
                <a:ext uri="{FF2B5EF4-FFF2-40B4-BE49-F238E27FC236}">
                  <a16:creationId xmlns:a16="http://schemas.microsoft.com/office/drawing/2014/main" id="{57D7BF7C-8AE7-86BE-9869-DF6E5EFD4267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06903" y="1070412"/>
              <a:ext cx="102759" cy="102759"/>
            </a:xfrm>
            <a:prstGeom prst="rect">
              <a:avLst/>
            </a:prstGeom>
          </p:spPr>
        </p:pic>
        <p:sp>
          <p:nvSpPr>
            <p:cNvPr id="31" name="Textbox 28">
              <a:extLst>
                <a:ext uri="{FF2B5EF4-FFF2-40B4-BE49-F238E27FC236}">
                  <a16:creationId xmlns:a16="http://schemas.microsoft.com/office/drawing/2014/main" id="{27C423CB-A59E-BC46-6115-793F74C9CB52}"/>
                </a:ext>
              </a:extLst>
            </p:cNvPr>
            <p:cNvSpPr txBox="1"/>
            <p:nvPr/>
          </p:nvSpPr>
          <p:spPr>
            <a:xfrm>
              <a:off x="4880947" y="391386"/>
              <a:ext cx="544195" cy="17272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>
                <a:lnSpc>
                  <a:spcPts val="1355"/>
                </a:lnSpc>
                <a:buNone/>
              </a:pPr>
              <a:r>
                <a:rPr lang="en-US" sz="1200" b="1" spc="-10" dirty="0">
                  <a:solidFill>
                    <a:srgbClr val="FFFFFF"/>
                  </a:solidFill>
                  <a:effectLst/>
                  <a:latin typeface="+mj-lt"/>
                  <a:ea typeface="Arial" panose="020B0604020202020204" pitchFamily="34" charset="0"/>
                </a:rPr>
                <a:t>Models</a:t>
              </a:r>
              <a:endParaRPr lang="en-IN" sz="1100" dirty="0">
                <a:effectLst/>
                <a:latin typeface="+mj-lt"/>
                <a:ea typeface="Arial" panose="020B0604020202020204" pitchFamily="34" charset="0"/>
              </a:endParaRPr>
            </a:p>
          </p:txBody>
        </p:sp>
        <p:sp>
          <p:nvSpPr>
            <p:cNvPr id="32" name="Textbox 29">
              <a:extLst>
                <a:ext uri="{FF2B5EF4-FFF2-40B4-BE49-F238E27FC236}">
                  <a16:creationId xmlns:a16="http://schemas.microsoft.com/office/drawing/2014/main" id="{AD564249-0D2E-C791-6BB4-EFFFDCDB5C79}"/>
                </a:ext>
              </a:extLst>
            </p:cNvPr>
            <p:cNvSpPr txBox="1"/>
            <p:nvPr/>
          </p:nvSpPr>
          <p:spPr>
            <a:xfrm>
              <a:off x="312828" y="859934"/>
              <a:ext cx="774700" cy="45212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01930" marR="8890" indent="-202565">
                <a:lnSpc>
                  <a:spcPct val="105000"/>
                </a:lnSpc>
                <a:buNone/>
              </a:pPr>
              <a:r>
                <a:rPr lang="en-US" sz="1000" b="1" dirty="0">
                  <a:effectLst/>
                  <a:latin typeface="+mj-lt"/>
                  <a:ea typeface="Arial" panose="020B0604020202020204" pitchFamily="34" charset="0"/>
                </a:rPr>
                <a:t>UAV</a:t>
              </a:r>
              <a:r>
                <a:rPr lang="en-US" sz="1000" b="1" spc="-70" dirty="0">
                  <a:effectLst/>
                  <a:latin typeface="+mj-lt"/>
                  <a:ea typeface="Arial" panose="020B0604020202020204" pitchFamily="34" charset="0"/>
                </a:rPr>
                <a:t> </a:t>
              </a:r>
              <a:r>
                <a:rPr lang="en-US" sz="1000" b="1" dirty="0">
                  <a:effectLst/>
                  <a:latin typeface="+mj-lt"/>
                  <a:ea typeface="Arial" panose="020B0604020202020204" pitchFamily="34" charset="0"/>
                </a:rPr>
                <a:t>Dataset </a:t>
              </a:r>
              <a:r>
                <a:rPr lang="en-US" sz="1000" b="1" spc="-20" dirty="0">
                  <a:effectLst/>
                  <a:latin typeface="+mj-lt"/>
                  <a:ea typeface="Arial" panose="020B0604020202020204" pitchFamily="34" charset="0"/>
                </a:rPr>
                <a:t>M100</a:t>
              </a:r>
              <a:endParaRPr lang="en-IN" sz="1100" dirty="0">
                <a:effectLst/>
                <a:latin typeface="+mj-lt"/>
                <a:ea typeface="Arial" panose="020B0604020202020204" pitchFamily="34" charset="0"/>
              </a:endParaRPr>
            </a:p>
            <a:p>
              <a:pPr marL="12700">
                <a:lnSpc>
                  <a:spcPts val="1140"/>
                </a:lnSpc>
                <a:buNone/>
              </a:pPr>
              <a:r>
                <a:rPr lang="en-US" sz="1000" b="1" dirty="0">
                  <a:effectLst/>
                  <a:latin typeface="+mj-lt"/>
                  <a:ea typeface="Arial" panose="020B0604020202020204" pitchFamily="34" charset="0"/>
                </a:rPr>
                <a:t>Mavic</a:t>
              </a:r>
              <a:r>
                <a:rPr lang="en-US" sz="1000" b="1" spc="25" dirty="0">
                  <a:effectLst/>
                  <a:latin typeface="+mj-lt"/>
                  <a:ea typeface="Arial" panose="020B0604020202020204" pitchFamily="34" charset="0"/>
                </a:rPr>
                <a:t> </a:t>
              </a:r>
              <a:r>
                <a:rPr lang="en-US" sz="1000" b="1" spc="-10" dirty="0">
                  <a:effectLst/>
                  <a:latin typeface="+mj-lt"/>
                  <a:ea typeface="Arial" panose="020B0604020202020204" pitchFamily="34" charset="0"/>
                </a:rPr>
                <a:t>3E/3T</a:t>
              </a:r>
              <a:endParaRPr lang="en-IN" sz="1100" dirty="0">
                <a:effectLst/>
                <a:latin typeface="+mj-lt"/>
                <a:ea typeface="Arial" panose="020B0604020202020204" pitchFamily="34" charset="0"/>
              </a:endParaRPr>
            </a:p>
          </p:txBody>
        </p:sp>
        <p:sp>
          <p:nvSpPr>
            <p:cNvPr id="33" name="Textbox 30">
              <a:extLst>
                <a:ext uri="{FF2B5EF4-FFF2-40B4-BE49-F238E27FC236}">
                  <a16:creationId xmlns:a16="http://schemas.microsoft.com/office/drawing/2014/main" id="{EC5CBA30-0542-BA19-DB84-18093A29CFDF}"/>
                </a:ext>
              </a:extLst>
            </p:cNvPr>
            <p:cNvSpPr txBox="1"/>
            <p:nvPr/>
          </p:nvSpPr>
          <p:spPr>
            <a:xfrm>
              <a:off x="1873890" y="972068"/>
              <a:ext cx="906780" cy="47879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R="11430" algn="ctr">
                <a:lnSpc>
                  <a:spcPct val="105000"/>
                </a:lnSpc>
                <a:buNone/>
              </a:pPr>
              <a:r>
                <a:rPr lang="en-US" sz="1050" b="1" dirty="0">
                  <a:effectLst/>
                  <a:latin typeface="+mj-lt"/>
                  <a:ea typeface="Arial" panose="020B0604020202020204" pitchFamily="34" charset="0"/>
                </a:rPr>
                <a:t>Data</a:t>
              </a:r>
              <a:r>
                <a:rPr lang="en-US" sz="1050" b="1" spc="-40" dirty="0">
                  <a:effectLst/>
                  <a:latin typeface="+mj-lt"/>
                  <a:ea typeface="Arial" panose="020B0604020202020204" pitchFamily="34" charset="0"/>
                </a:rPr>
                <a:t> </a:t>
              </a:r>
              <a:r>
                <a:rPr lang="en-US" sz="1050" b="1" dirty="0">
                  <a:effectLst/>
                  <a:latin typeface="+mj-lt"/>
                  <a:ea typeface="Arial" panose="020B0604020202020204" pitchFamily="34" charset="0"/>
                </a:rPr>
                <a:t>Analysis </a:t>
              </a:r>
              <a:r>
                <a:rPr lang="en-US" sz="1050" b="1" spc="-10" dirty="0">
                  <a:effectLst/>
                  <a:latin typeface="+mj-lt"/>
                  <a:ea typeface="Arial" panose="020B0604020202020204" pitchFamily="34" charset="0"/>
                </a:rPr>
                <a:t>Feature Extraction</a:t>
              </a:r>
              <a:endParaRPr lang="en-IN" sz="1100" dirty="0">
                <a:effectLst/>
                <a:latin typeface="+mj-lt"/>
                <a:ea typeface="Arial" panose="020B0604020202020204" pitchFamily="34" charset="0"/>
              </a:endParaRPr>
            </a:p>
          </p:txBody>
        </p:sp>
        <p:sp>
          <p:nvSpPr>
            <p:cNvPr id="34" name="Textbox 31">
              <a:extLst>
                <a:ext uri="{FF2B5EF4-FFF2-40B4-BE49-F238E27FC236}">
                  <a16:creationId xmlns:a16="http://schemas.microsoft.com/office/drawing/2014/main" id="{FCC3FCED-2146-75E4-C721-A27DDDFE20AF}"/>
                </a:ext>
              </a:extLst>
            </p:cNvPr>
            <p:cNvSpPr txBox="1"/>
            <p:nvPr/>
          </p:nvSpPr>
          <p:spPr>
            <a:xfrm>
              <a:off x="3970293" y="1365168"/>
              <a:ext cx="848360" cy="297815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38735" marR="11430" indent="-39370">
                <a:lnSpc>
                  <a:spcPct val="105000"/>
                </a:lnSpc>
                <a:buNone/>
              </a:pPr>
              <a:r>
                <a:rPr lang="en-US" sz="1100" b="1" spc="-10" dirty="0">
                  <a:solidFill>
                    <a:srgbClr val="FFFFFF"/>
                  </a:solidFill>
                  <a:effectLst/>
                  <a:latin typeface="+mj-lt"/>
                  <a:ea typeface="Arial" panose="020B0604020202020204" pitchFamily="34" charset="0"/>
                </a:rPr>
                <a:t>Physics-based </a:t>
              </a:r>
              <a:r>
                <a:rPr lang="en-US" sz="1100" b="1" dirty="0">
                  <a:solidFill>
                    <a:srgbClr val="FFFFFF"/>
                  </a:solidFill>
                  <a:effectLst/>
                  <a:latin typeface="+mj-lt"/>
                  <a:ea typeface="Arial" panose="020B0604020202020204" pitchFamily="34" charset="0"/>
                </a:rPr>
                <a:t>Energy</a:t>
              </a:r>
              <a:r>
                <a:rPr lang="en-US" sz="1100" b="1" spc="30" dirty="0">
                  <a:solidFill>
                    <a:srgbClr val="FFFFFF"/>
                  </a:solidFill>
                  <a:effectLst/>
                  <a:latin typeface="+mj-lt"/>
                  <a:ea typeface="Arial" panose="020B0604020202020204" pitchFamily="34" charset="0"/>
                </a:rPr>
                <a:t> </a:t>
              </a:r>
              <a:r>
                <a:rPr lang="en-US" sz="1100" b="1" spc="-20" dirty="0">
                  <a:solidFill>
                    <a:srgbClr val="FFFFFF"/>
                  </a:solidFill>
                  <a:effectLst/>
                  <a:latin typeface="+mj-lt"/>
                  <a:ea typeface="Arial" panose="020B0604020202020204" pitchFamily="34" charset="0"/>
                </a:rPr>
                <a:t>Model</a:t>
              </a:r>
              <a:endParaRPr lang="en-IN" sz="1100" b="1" dirty="0">
                <a:effectLst/>
                <a:latin typeface="+mj-lt"/>
                <a:ea typeface="Arial" panose="020B0604020202020204" pitchFamily="34" charset="0"/>
              </a:endParaRPr>
            </a:p>
          </p:txBody>
        </p:sp>
        <p:sp>
          <p:nvSpPr>
            <p:cNvPr id="35" name="Textbox 32">
              <a:extLst>
                <a:ext uri="{FF2B5EF4-FFF2-40B4-BE49-F238E27FC236}">
                  <a16:creationId xmlns:a16="http://schemas.microsoft.com/office/drawing/2014/main" id="{6415B2A8-4D5E-8BF2-E7D4-3C87B5DE187A}"/>
                </a:ext>
              </a:extLst>
            </p:cNvPr>
            <p:cNvSpPr txBox="1"/>
            <p:nvPr/>
          </p:nvSpPr>
          <p:spPr>
            <a:xfrm>
              <a:off x="5559320" y="1249509"/>
              <a:ext cx="1062355" cy="51435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R="11430" algn="ctr">
                <a:lnSpc>
                  <a:spcPct val="105000"/>
                </a:lnSpc>
                <a:buNone/>
              </a:pPr>
              <a:endParaRPr lang="en-US" sz="1000" b="1" dirty="0">
                <a:solidFill>
                  <a:srgbClr val="FFFFFF"/>
                </a:solidFill>
                <a:effectLst/>
                <a:latin typeface="+mj-lt"/>
                <a:ea typeface="Arial" panose="020B0604020202020204" pitchFamily="34" charset="0"/>
              </a:endParaRPr>
            </a:p>
            <a:p>
              <a:pPr marR="11430" algn="ctr">
                <a:lnSpc>
                  <a:spcPct val="105000"/>
                </a:lnSpc>
                <a:buNone/>
              </a:pPr>
              <a:r>
                <a:rPr lang="en-US" sz="1100" b="1" dirty="0">
                  <a:solidFill>
                    <a:srgbClr val="FFFFFF"/>
                  </a:solidFill>
                  <a:effectLst/>
                  <a:latin typeface="+mj-lt"/>
                  <a:ea typeface="Arial" panose="020B0604020202020204" pitchFamily="34" charset="0"/>
                </a:rPr>
                <a:t>Data-driven</a:t>
              </a:r>
              <a:r>
                <a:rPr lang="en-US" sz="1100" b="1" spc="-70" dirty="0">
                  <a:solidFill>
                    <a:srgbClr val="FFFFFF"/>
                  </a:solidFill>
                  <a:effectLst/>
                  <a:latin typeface="+mj-lt"/>
                  <a:ea typeface="Arial" panose="020B0604020202020204" pitchFamily="34" charset="0"/>
                </a:rPr>
                <a:t> </a:t>
              </a:r>
              <a:r>
                <a:rPr lang="en-US" sz="1100" b="1" dirty="0">
                  <a:solidFill>
                    <a:srgbClr val="FFFFFF"/>
                  </a:solidFill>
                  <a:effectLst/>
                  <a:latin typeface="+mj-lt"/>
                  <a:ea typeface="Arial" panose="020B0604020202020204" pitchFamily="34" charset="0"/>
                </a:rPr>
                <a:t>Model </a:t>
              </a:r>
              <a:endParaRPr lang="en-IN" sz="1100" b="1" dirty="0">
                <a:effectLst/>
                <a:latin typeface="+mj-lt"/>
                <a:ea typeface="Arial" panose="020B0604020202020204" pitchFamily="34" charset="0"/>
              </a:endParaRPr>
            </a:p>
          </p:txBody>
        </p:sp>
        <p:sp>
          <p:nvSpPr>
            <p:cNvPr id="36" name="Textbox 33">
              <a:extLst>
                <a:ext uri="{FF2B5EF4-FFF2-40B4-BE49-F238E27FC236}">
                  <a16:creationId xmlns:a16="http://schemas.microsoft.com/office/drawing/2014/main" id="{88A68637-739D-A347-1DAB-6F47AA3F8BE6}"/>
                </a:ext>
              </a:extLst>
            </p:cNvPr>
            <p:cNvSpPr txBox="1"/>
            <p:nvPr/>
          </p:nvSpPr>
          <p:spPr>
            <a:xfrm>
              <a:off x="1751596" y="3960659"/>
              <a:ext cx="979805" cy="324485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R="11430" indent="109855">
                <a:lnSpc>
                  <a:spcPct val="111000"/>
                </a:lnSpc>
                <a:buNone/>
              </a:pPr>
              <a:r>
                <a:rPr lang="en-US" sz="1200" b="1" spc="-10" dirty="0">
                  <a:effectLst/>
                  <a:latin typeface="+mj-lt"/>
                  <a:ea typeface="Arial" panose="020B0604020202020204" pitchFamily="34" charset="0"/>
                </a:rPr>
                <a:t>Application Demonstration</a:t>
              </a:r>
              <a:endParaRPr lang="en-IN" sz="1200" dirty="0">
                <a:effectLst/>
                <a:latin typeface="+mj-lt"/>
                <a:ea typeface="Arial" panose="020B0604020202020204" pitchFamily="34" charset="0"/>
              </a:endParaRPr>
            </a:p>
          </p:txBody>
        </p:sp>
        <p:sp>
          <p:nvSpPr>
            <p:cNvPr id="37" name="Textbox 34">
              <a:extLst>
                <a:ext uri="{FF2B5EF4-FFF2-40B4-BE49-F238E27FC236}">
                  <a16:creationId xmlns:a16="http://schemas.microsoft.com/office/drawing/2014/main" id="{27FA8278-E8D5-D7CE-4326-20220A089E7B}"/>
                </a:ext>
              </a:extLst>
            </p:cNvPr>
            <p:cNvSpPr txBox="1"/>
            <p:nvPr/>
          </p:nvSpPr>
          <p:spPr>
            <a:xfrm>
              <a:off x="4575611" y="3960659"/>
              <a:ext cx="812165" cy="324485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75565" marR="11430" indent="-76200">
                <a:lnSpc>
                  <a:spcPct val="111000"/>
                </a:lnSpc>
                <a:buNone/>
              </a:pPr>
              <a:r>
                <a:rPr lang="en-US" sz="1200" b="1" spc="-10" dirty="0">
                  <a:effectLst/>
                  <a:latin typeface="+mj-lt"/>
                  <a:ea typeface="Arial" panose="020B0604020202020204" pitchFamily="34" charset="0"/>
                </a:rPr>
                <a:t>Comparison Validation</a:t>
              </a:r>
              <a:endParaRPr lang="en-IN" sz="1200" dirty="0">
                <a:effectLst/>
                <a:latin typeface="+mj-lt"/>
                <a:ea typeface="Arial" panose="020B0604020202020204" pitchFamily="34" charset="0"/>
              </a:endParaRPr>
            </a:p>
          </p:txBody>
        </p:sp>
      </p:grpSp>
      <p:sp>
        <p:nvSpPr>
          <p:cNvPr id="38" name="Rectangle 43">
            <a:extLst>
              <a:ext uri="{FF2B5EF4-FFF2-40B4-BE49-F238E27FC236}">
                <a16:creationId xmlns:a16="http://schemas.microsoft.com/office/drawing/2014/main" id="{B8B8DC00-1827-B70B-F8BE-37BF33593E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3235" y="-122526"/>
            <a:ext cx="45719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987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48E25-1770-A21E-C417-DD132DD4A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DRONE CHARACTERISTICS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5D6A8DF-0CEB-EB4F-1FDF-19595D4CE0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715783"/>
              </p:ext>
            </p:extLst>
          </p:nvPr>
        </p:nvGraphicFramePr>
        <p:xfrm>
          <a:off x="1271239" y="1148576"/>
          <a:ext cx="9913434" cy="45441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2239">
                  <a:extLst>
                    <a:ext uri="{9D8B030D-6E8A-4147-A177-3AD203B41FA5}">
                      <a16:colId xmlns:a16="http://schemas.microsoft.com/office/drawing/2014/main" val="1087643045"/>
                    </a:ext>
                  </a:extLst>
                </a:gridCol>
                <a:gridCol w="1652239">
                  <a:extLst>
                    <a:ext uri="{9D8B030D-6E8A-4147-A177-3AD203B41FA5}">
                      <a16:colId xmlns:a16="http://schemas.microsoft.com/office/drawing/2014/main" val="4138687935"/>
                    </a:ext>
                  </a:extLst>
                </a:gridCol>
                <a:gridCol w="1652239">
                  <a:extLst>
                    <a:ext uri="{9D8B030D-6E8A-4147-A177-3AD203B41FA5}">
                      <a16:colId xmlns:a16="http://schemas.microsoft.com/office/drawing/2014/main" val="71193098"/>
                    </a:ext>
                  </a:extLst>
                </a:gridCol>
                <a:gridCol w="1652239">
                  <a:extLst>
                    <a:ext uri="{9D8B030D-6E8A-4147-A177-3AD203B41FA5}">
                      <a16:colId xmlns:a16="http://schemas.microsoft.com/office/drawing/2014/main" val="2692494268"/>
                    </a:ext>
                  </a:extLst>
                </a:gridCol>
                <a:gridCol w="1652239">
                  <a:extLst>
                    <a:ext uri="{9D8B030D-6E8A-4147-A177-3AD203B41FA5}">
                      <a16:colId xmlns:a16="http://schemas.microsoft.com/office/drawing/2014/main" val="3729467294"/>
                    </a:ext>
                  </a:extLst>
                </a:gridCol>
                <a:gridCol w="1652239">
                  <a:extLst>
                    <a:ext uri="{9D8B030D-6E8A-4147-A177-3AD203B41FA5}">
                      <a16:colId xmlns:a16="http://schemas.microsoft.com/office/drawing/2014/main" val="3204155608"/>
                    </a:ext>
                  </a:extLst>
                </a:gridCol>
              </a:tblGrid>
              <a:tr h="880946">
                <a:tc>
                  <a:txBody>
                    <a:bodyPr/>
                    <a:lstStyle/>
                    <a:p>
                      <a:r>
                        <a:rPr lang="en-IN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UAV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FLIGHT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REMARK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7554418"/>
                  </a:ext>
                </a:extLst>
              </a:tr>
              <a:tr h="122105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blipFill dpi="0" rotWithShape="1">
                      <a:blip r:embed="rId2"/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b="1" dirty="0"/>
                        <a:t>M100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Physical model 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dirty="0"/>
                        <a:t>2.3 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dirty="0"/>
                        <a:t>22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Modular, research-grade UAV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577287"/>
                  </a:ext>
                </a:extLst>
              </a:tr>
              <a:tr h="122105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blipFill>
                      <a:blip r:embed="rId3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M300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2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Validation (AI model)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dirty="0"/>
                        <a:t>6.3 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</a:t>
                      </a:r>
                    </a:p>
                    <a:p>
                      <a:r>
                        <a:rPr lang="en-IN" dirty="0"/>
                        <a:t>45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Too heavy, high power demand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4377554"/>
                  </a:ext>
                </a:extLst>
              </a:tr>
              <a:tr h="122105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blipFill>
                      <a:blip r:embed="rId4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Mavic 3T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2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Validation (AI model)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dirty="0"/>
                        <a:t>0.92 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dirty="0"/>
                        <a:t>55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Lightweight, efficient, ideal for testing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0563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6133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A8444-8EEC-550B-766F-65481C8F9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EXPECTED OUTCOME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E1F0F-A837-216B-D899-BDA1A87C61FA}"/>
              </a:ext>
            </a:extLst>
          </p:cNvPr>
          <p:cNvSpPr txBox="1"/>
          <p:nvPr/>
        </p:nvSpPr>
        <p:spPr>
          <a:xfrm>
            <a:off x="1091529" y="1052698"/>
            <a:ext cx="8266499" cy="4895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DE" sz="18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1800" dirty="0">
                <a:solidFill>
                  <a:schemeClr val="accent2">
                    <a:lumMod val="75000"/>
                  </a:schemeClr>
                </a:solidFill>
              </a:rPr>
              <a:t>Through this research, </a:t>
            </a:r>
            <a:r>
              <a:rPr lang="en-DE" sz="1800" dirty="0">
                <a:solidFill>
                  <a:schemeClr val="accent2">
                    <a:lumMod val="75000"/>
                  </a:schemeClr>
                </a:solidFill>
              </a:rPr>
              <a:t>our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</a:rPr>
              <a:t> aim to achieve the following outcomes: </a:t>
            </a:r>
          </a:p>
          <a:p>
            <a:endParaRPr lang="en-US" sz="1800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US" sz="1800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</a:rPr>
              <a:t>A validated physics-based UAV energy model developed using DJI M100 flight data.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</a:rPr>
              <a:t>A data-driven model trained on M100 and validated using </a:t>
            </a:r>
            <a:r>
              <a:rPr lang="en-DE" sz="1800" dirty="0">
                <a:solidFill>
                  <a:schemeClr val="accent2">
                    <a:lumMod val="75000"/>
                  </a:schemeClr>
                </a:solidFill>
              </a:rPr>
              <a:t>other model data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</a:rPr>
              <a:t> to evaluate cross-UAV generalization.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</a:rPr>
              <a:t>Comparative performance analysis using MAE, RMSE and MAPE.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</a:rPr>
              <a:t>Identification of dominant flight parameters influencing UAV energy consumption (especially during cruise).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</a:rPr>
              <a:t>Demonstration of how the models can support energy-aware UAV mission planning and Return-To-Home decision logic.</a:t>
            </a:r>
            <a:endParaRPr lang="en-IN" sz="18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7751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98D91-0AB9-E2E4-1AC9-94DCF22B0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2" y="363539"/>
            <a:ext cx="10580687" cy="509588"/>
          </a:xfrm>
        </p:spPr>
        <p:txBody>
          <a:bodyPr/>
          <a:lstStyle/>
          <a:p>
            <a:r>
              <a:rPr lang="en-US" u="sng" dirty="0"/>
              <a:t>REFERENCES</a:t>
            </a:r>
            <a:endParaRPr lang="en-IN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5C8FFD-A0EF-874F-2856-85BEB27F958D}"/>
              </a:ext>
            </a:extLst>
          </p:cNvPr>
          <p:cNvSpPr txBox="1"/>
          <p:nvPr/>
        </p:nvSpPr>
        <p:spPr>
          <a:xfrm>
            <a:off x="737647" y="1109381"/>
            <a:ext cx="7363365" cy="30839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buClr>
                <a:schemeClr val="accent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</a:pPr>
            <a:endParaRPr lang="en-DE" dirty="0">
              <a:solidFill>
                <a:srgbClr val="009FE3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85750" indent="-285750">
              <a:buClr>
                <a:schemeClr val="accent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https://www.researchgate.net/publication/354887685_Air_taxi_flight_performance_modeling_and_application</a:t>
            </a:r>
            <a:endParaRPr lang="en-DE" dirty="0">
              <a:solidFill>
                <a:schemeClr val="accent2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85750" indent="-285750">
              <a:buClr>
                <a:schemeClr val="accent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</a:pPr>
            <a:endParaRPr lang="en-DE" dirty="0">
              <a:solidFill>
                <a:schemeClr val="accent2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85750" indent="-285750">
              <a:buClr>
                <a:schemeClr val="accent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https://datashare.tu-dresden.de/s/EYAHRBXCiqy8t7A</a:t>
            </a:r>
            <a:endParaRPr lang="en-IN" dirty="0">
              <a:solidFill>
                <a:schemeClr val="accent2"/>
              </a:solidFill>
            </a:endParaRPr>
          </a:p>
          <a:p>
            <a:pPr marL="285750" indent="-285750">
              <a:buClr>
                <a:schemeClr val="accent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</a:pPr>
            <a:endParaRPr lang="en-DE" dirty="0">
              <a:solidFill>
                <a:schemeClr val="accent2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85750" indent="-285750">
              <a:buClr>
                <a:schemeClr val="accent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https://kilthub.cmu.edu/articles/dataset/Data_Collected_with_Package_Delivery_Quadcopter_Drone/12683453</a:t>
            </a:r>
            <a:endParaRPr lang="en-DE" dirty="0">
              <a:solidFill>
                <a:schemeClr val="accent2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85750" indent="-285750">
              <a:buClr>
                <a:schemeClr val="accent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</a:pPr>
            <a:endParaRPr lang="en-DE" dirty="0">
              <a:solidFill>
                <a:schemeClr val="accent2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85750" indent="-285750">
              <a:buClr>
                <a:schemeClr val="accent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https://dl.djicdn.com/downloads/m100/M100_User_Manual_EN.pdf</a:t>
            </a:r>
            <a:endParaRPr lang="en-DE" dirty="0">
              <a:solidFill>
                <a:schemeClr val="accent2"/>
              </a:solidFill>
            </a:endParaRPr>
          </a:p>
          <a:p>
            <a:pPr marL="285750" indent="-285750">
              <a:buClr>
                <a:schemeClr val="accent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</a:pPr>
            <a:endParaRPr lang="en-DE" dirty="0">
              <a:solidFill>
                <a:schemeClr val="accent2"/>
              </a:solidFill>
            </a:endParaRPr>
          </a:p>
          <a:p>
            <a:pPr marL="285750" indent="-285750">
              <a:buClr>
                <a:schemeClr val="accent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https://link.springer.com/article/10.1007/s11227-025-07105-0</a:t>
            </a:r>
            <a:endParaRPr lang="en-DE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8904167"/>
      </p:ext>
    </p:extLst>
  </p:cSld>
  <p:clrMapOvr>
    <a:masterClrMapping/>
  </p:clrMapOvr>
</p:sld>
</file>

<file path=ppt/theme/theme1.xml><?xml version="1.0" encoding="utf-8"?>
<a:theme xmlns:a="http://schemas.openxmlformats.org/drawingml/2006/main" name="TUD_2018_16zu9">
  <a:themeElements>
    <a:clrScheme name="TUD_2021-08_grün">
      <a:dk1>
        <a:srgbClr val="000000"/>
      </a:dk1>
      <a:lt1>
        <a:sysClr val="window" lastClr="FFFFFF"/>
      </a:lt1>
      <a:dk2>
        <a:srgbClr val="727277"/>
      </a:dk2>
      <a:lt2>
        <a:srgbClr val="FFFFFF"/>
      </a:lt2>
      <a:accent1>
        <a:srgbClr val="00305D"/>
      </a:accent1>
      <a:accent2>
        <a:srgbClr val="0069B4"/>
      </a:accent2>
      <a:accent3>
        <a:srgbClr val="009FE3"/>
      </a:accent3>
      <a:accent4>
        <a:srgbClr val="008244"/>
      </a:accent4>
      <a:accent5>
        <a:srgbClr val="65B32E"/>
      </a:accent5>
      <a:accent6>
        <a:srgbClr val="94C356"/>
      </a:accent6>
      <a:hlink>
        <a:srgbClr val="0069B4"/>
      </a:hlink>
      <a:folHlink>
        <a:srgbClr val="009FE3"/>
      </a:folHlink>
    </a:clrScheme>
    <a:fontScheme name="TUD_Open San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2-02_TUD_PPT_16zu9_Vorlage.potx" id="{BE0A83BB-12C8-41E9-855C-FD780E0B0213}" vid="{9A2046C0-73A6-4381-B937-06C3FB46E528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2022-02_TUD_PPT_16zu9_Vorlage</Template>
  <TotalTime>0</TotalTime>
  <Words>399</Words>
  <Application>Microsoft Office PowerPoint</Application>
  <PresentationFormat>Widescreen</PresentationFormat>
  <Paragraphs>82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Open Sans</vt:lpstr>
      <vt:lpstr>Wingdings</vt:lpstr>
      <vt:lpstr>Calibri</vt:lpstr>
      <vt:lpstr>Helvetica Neue</vt:lpstr>
      <vt:lpstr>Symbol</vt:lpstr>
      <vt:lpstr>Arial</vt:lpstr>
      <vt:lpstr>TUD_2018_16zu9</vt:lpstr>
      <vt:lpstr>Research Task in Air Transport  and Logistics</vt:lpstr>
      <vt:lpstr>PowerPoint Presentation</vt:lpstr>
      <vt:lpstr>LITERATURE REVIEW</vt:lpstr>
      <vt:lpstr>RESEARCH FRAMEWORK AND METHODOLOGY</vt:lpstr>
      <vt:lpstr>DRONE CHARACTERISTICS</vt:lpstr>
      <vt:lpstr>EXPECTED OUTCOME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Trajectory and Airspace Optimization Depending on Controller Task Load</dc:title>
  <dc:subject>Präsentationsvorlage</dc:subject>
  <dc:creator>Zeh, Thomas Rudolf</dc:creator>
  <cp:lastModifiedBy>2a8ea262, 8c589d24</cp:lastModifiedBy>
  <cp:revision>433</cp:revision>
  <cp:lastPrinted>2022-06-16T08:53:09Z</cp:lastPrinted>
  <dcterms:created xsi:type="dcterms:W3CDTF">2022-05-23T11:07:22Z</dcterms:created>
  <dcterms:modified xsi:type="dcterms:W3CDTF">2025-11-11T06:28:34Z</dcterms:modified>
</cp:coreProperties>
</file>