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3.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4.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77" r:id="rId2"/>
    <p:sldMasterId id="2147483706" r:id="rId3"/>
    <p:sldMasterId id="2147483735" r:id="rId4"/>
    <p:sldMasterId id="2147483764" r:id="rId5"/>
  </p:sldMasterIdLst>
  <p:notesMasterIdLst>
    <p:notesMasterId r:id="rId31"/>
  </p:notesMasterIdLst>
  <p:sldIdLst>
    <p:sldId id="256" r:id="rId6"/>
    <p:sldId id="257" r:id="rId7"/>
    <p:sldId id="281" r:id="rId8"/>
    <p:sldId id="259" r:id="rId9"/>
    <p:sldId id="282" r:id="rId10"/>
    <p:sldId id="261" r:id="rId11"/>
    <p:sldId id="283" r:id="rId12"/>
    <p:sldId id="263" r:id="rId13"/>
    <p:sldId id="266" r:id="rId14"/>
    <p:sldId id="299" r:id="rId15"/>
    <p:sldId id="267" r:id="rId16"/>
    <p:sldId id="284" r:id="rId17"/>
    <p:sldId id="285" r:id="rId18"/>
    <p:sldId id="286" r:id="rId19"/>
    <p:sldId id="287" r:id="rId20"/>
    <p:sldId id="289" r:id="rId21"/>
    <p:sldId id="288" r:id="rId22"/>
    <p:sldId id="290" r:id="rId23"/>
    <p:sldId id="291" r:id="rId24"/>
    <p:sldId id="292" r:id="rId25"/>
    <p:sldId id="293" r:id="rId26"/>
    <p:sldId id="279" r:id="rId27"/>
    <p:sldId id="272" r:id="rId28"/>
    <p:sldId id="294" r:id="rId29"/>
    <p:sldId id="295" r:id="rId30"/>
  </p:sldIdLst>
  <p:sldSz cx="12192000" cy="6858000"/>
  <p:notesSz cx="6797675" cy="9926638"/>
  <p:embeddedFontLst>
    <p:embeddedFont>
      <p:font typeface="Cambria Math" panose="02040503050406030204" pitchFamily="18" charset="0"/>
      <p:regular r:id="rId32"/>
    </p:embeddedFont>
    <p:embeddedFont>
      <p:font typeface="Open Sans" panose="020B060603050402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D7C6683A-09B0-4A68-BC47-E22C49F2F5CC}">
          <p14:sldIdLst>
            <p14:sldId id="256"/>
            <p14:sldId id="257"/>
            <p14:sldId id="281"/>
            <p14:sldId id="259"/>
            <p14:sldId id="282"/>
            <p14:sldId id="261"/>
            <p14:sldId id="283"/>
            <p14:sldId id="263"/>
            <p14:sldId id="266"/>
            <p14:sldId id="299"/>
            <p14:sldId id="267"/>
            <p14:sldId id="284"/>
            <p14:sldId id="285"/>
            <p14:sldId id="286"/>
            <p14:sldId id="287"/>
            <p14:sldId id="289"/>
            <p14:sldId id="288"/>
            <p14:sldId id="290"/>
            <p14:sldId id="291"/>
            <p14:sldId id="292"/>
            <p14:sldId id="293"/>
            <p14:sldId id="279"/>
            <p14:sldId id="272"/>
            <p14:sldId id="294"/>
            <p14:sldId id="295"/>
          </p14:sldIdLst>
        </p14:section>
        <p14:section name="Untitled Section" id="{CA359A0D-1865-46B0-8D87-2282DF9759F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C11C54-A5FA-420C-9B6D-B5A98925737E}" styleName="Table_0">
    <a:wholeTbl>
      <a:tcTxStyle>
        <a:font>
          <a:latin typeface="Open Sans"/>
          <a:ea typeface="Open Sans"/>
          <a:cs typeface="Open San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7E9"/>
          </a:solidFill>
        </a:fill>
      </a:tcStyle>
    </a:wholeTbl>
    <a:band1H>
      <a:tcStyle>
        <a:tcBdr/>
        <a:fill>
          <a:solidFill>
            <a:srgbClr val="CACCD1"/>
          </a:solidFill>
        </a:fill>
      </a:tcStyle>
    </a:band1H>
    <a:band2H>
      <a:tcStyle>
        <a:tcBdr/>
      </a:tcStyle>
    </a:band2H>
    <a:band1V>
      <a:tcStyle>
        <a:tcBdr/>
        <a:fill>
          <a:solidFill>
            <a:srgbClr val="CACCD1"/>
          </a:solidFill>
        </a:fill>
      </a:tcStyle>
    </a:band1V>
    <a:band2V>
      <a:tcStyle>
        <a:tcBdr/>
      </a:tcStyle>
    </a:band2V>
    <a:lastCol>
      <a:tcTxStyle b="on">
        <a:font>
          <a:latin typeface="Open Sans"/>
          <a:ea typeface="Open Sans"/>
          <a:cs typeface="Open Sans"/>
        </a:font>
        <a:schemeClr val="lt1"/>
      </a:tcTxStyle>
      <a:tcStyle>
        <a:tcBdr/>
        <a:fill>
          <a:solidFill>
            <a:schemeClr val="accent1"/>
          </a:solidFill>
        </a:fill>
      </a:tcStyle>
    </a:lastCol>
    <a:firstCol>
      <a:tcTxStyle b="on">
        <a:font>
          <a:latin typeface="Open Sans"/>
          <a:ea typeface="Open Sans"/>
          <a:cs typeface="Open Sans"/>
        </a:font>
        <a:schemeClr val="lt1"/>
      </a:tcTxStyle>
      <a:tcStyle>
        <a:tcBdr/>
        <a:fill>
          <a:solidFill>
            <a:schemeClr val="accent1"/>
          </a:solidFill>
        </a:fill>
      </a:tcStyle>
    </a:firstCol>
    <a:lastRow>
      <a:tcTxStyle b="on">
        <a:font>
          <a:latin typeface="Open Sans"/>
          <a:ea typeface="Open Sans"/>
          <a:cs typeface="Open San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Open Sans"/>
          <a:ea typeface="Open Sans"/>
          <a:cs typeface="Open San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239" autoAdjust="0"/>
  </p:normalViewPr>
  <p:slideViewPr>
    <p:cSldViewPr snapToGrid="0">
      <p:cViewPr varScale="1">
        <p:scale>
          <a:sx n="100" d="100"/>
          <a:sy n="100" d="100"/>
        </p:scale>
        <p:origin x="257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font" Target="fonts/font3.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5.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4.fntdata"/><Relationship Id="rId8" Type="http://schemas.openxmlformats.org/officeDocument/2006/relationships/slide" Target="slides/slide3.xml"/><Relationship Id="rId3" Type="http://schemas.openxmlformats.org/officeDocument/2006/relationships/slideMaster" Target="slideMasters/slideMaster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4T10:52:28"/>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4T10:52:28"/>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4T10:52:2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5659" cy="49633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50443" y="0"/>
            <a:ext cx="2945659" cy="49633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15153"/>
            <a:ext cx="5438140" cy="446698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9428583"/>
            <a:ext cx="2945659" cy="496332"/>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62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50443" y="9428583"/>
            <a:ext cx="2945659" cy="496332"/>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notes"/>
          <p:cNvSpPr txBox="1">
            <a:spLocks noGrp="1"/>
          </p:cNvSpPr>
          <p:nvPr>
            <p:ph type="body" idx="1"/>
          </p:nvPr>
        </p:nvSpPr>
        <p:spPr>
          <a:xfrm>
            <a:off x="679768" y="4715153"/>
            <a:ext cx="5438140" cy="44669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1:notes"/>
          <p:cNvSpPr txBox="1">
            <a:spLocks noGrp="1"/>
          </p:cNvSpPr>
          <p:nvPr>
            <p:ph type="sldNum" idx="12"/>
          </p:nvPr>
        </p:nvSpPr>
        <p:spPr>
          <a:xfrm>
            <a:off x="3850443" y="9428583"/>
            <a:ext cx="2945659" cy="49633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7" name="Google Shape;287;p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 one.my name is </a:t>
            </a:r>
            <a:r>
              <a:rPr lang="de-DE" dirty="0"/>
              <a:t>K</a:t>
            </a:r>
            <a:r>
              <a:rPr lang="en-US" dirty="0" err="1"/>
              <a:t>anchan</a:t>
            </a:r>
            <a:r>
              <a:rPr lang="en-US" dirty="0"/>
              <a:t> </a:t>
            </a:r>
            <a:r>
              <a:rPr lang="en-US" dirty="0" err="1"/>
              <a:t>bansal</a:t>
            </a:r>
            <a:r>
              <a:rPr lang="en-US" dirty="0"/>
              <a:t>. </a:t>
            </a:r>
            <a:r>
              <a:rPr lang="de-DE" dirty="0"/>
              <a:t>O</a:t>
            </a:r>
            <a:r>
              <a:rPr lang="en-US" dirty="0" err="1"/>
              <a:t>ur</a:t>
            </a:r>
            <a:r>
              <a:rPr lang="en-US" dirty="0"/>
              <a:t> </a:t>
            </a:r>
            <a:r>
              <a:rPr lang="en-US" dirty="0" err="1"/>
              <a:t>resear</a:t>
            </a:r>
            <a:r>
              <a:rPr lang="de-DE" dirty="0"/>
              <a:t>c</a:t>
            </a:r>
            <a:r>
              <a:rPr lang="en-US" dirty="0"/>
              <a:t>h topic is energy consumption model for UAVs using flight data and mission parameter. </a:t>
            </a:r>
            <a:r>
              <a:rPr lang="de-DE" dirty="0"/>
              <a:t>T</a:t>
            </a:r>
            <a:r>
              <a:rPr lang="en-US" dirty="0"/>
              <a:t>he goal of our research is to understand how flight parameter such as wind , altitude,  speed etc affect the energy use which helps us safe to return home decision and also support mission feasibility. </a:t>
            </a:r>
          </a:p>
          <a:p>
            <a:r>
              <a:rPr lang="de-DE" dirty="0"/>
              <a:t>H</a:t>
            </a:r>
            <a:r>
              <a:rPr lang="en-US" dirty="0"/>
              <a:t>ow we are doing this research. </a:t>
            </a:r>
            <a:r>
              <a:rPr lang="de-DE" dirty="0"/>
              <a:t>F</a:t>
            </a:r>
            <a:r>
              <a:rPr lang="en-US" dirty="0" err="1"/>
              <a:t>irst</a:t>
            </a:r>
            <a:r>
              <a:rPr lang="en-US" dirty="0"/>
              <a:t> we collected the data and clean data. </a:t>
            </a:r>
            <a:r>
              <a:rPr lang="de-DE" dirty="0"/>
              <a:t>T</a:t>
            </a:r>
            <a:r>
              <a:rPr lang="en-US" dirty="0"/>
              <a:t>hen we extracted features and segmented data into </a:t>
            </a:r>
            <a:r>
              <a:rPr lang="en-US" dirty="0" err="1"/>
              <a:t>differet</a:t>
            </a:r>
            <a:r>
              <a:rPr lang="en-US" dirty="0"/>
              <a:t> phase . </a:t>
            </a:r>
            <a:r>
              <a:rPr lang="de-DE" dirty="0"/>
              <a:t>T</a:t>
            </a:r>
            <a:r>
              <a:rPr lang="en-US" dirty="0"/>
              <a:t>hen develop two model physics based model and data driven model at the end validate and compare the use using mean absolute error , root mean square error and mean absolute error.</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3</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4: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 </a:t>
            </a:r>
            <a:r>
              <a:rPr lang="en-DE" dirty="0"/>
              <a:t> </a:t>
            </a:r>
            <a:r>
              <a:rPr lang="en-US" dirty="0"/>
              <a:t>use</a:t>
            </a:r>
            <a:r>
              <a:rPr lang="en-DE" dirty="0"/>
              <a:t>d</a:t>
            </a:r>
            <a:r>
              <a:rPr lang="en-US" dirty="0"/>
              <a:t>  data set  Dji </a:t>
            </a:r>
            <a:r>
              <a:rPr lang="en-US" dirty="0" err="1"/>
              <a:t>Matrics</a:t>
            </a:r>
            <a:r>
              <a:rPr lang="en-US" dirty="0"/>
              <a:t> 100 quadcopter which contain data of 209 flights. </a:t>
            </a:r>
            <a:r>
              <a:rPr lang="de-DE" dirty="0"/>
              <a:t>T</a:t>
            </a:r>
            <a:r>
              <a:rPr lang="en-US" dirty="0"/>
              <a:t>he data includes :</a:t>
            </a:r>
            <a:endParaRPr dirty="0"/>
          </a:p>
        </p:txBody>
      </p:sp>
      <p:sp>
        <p:nvSpPr>
          <p:cNvPr id="298" name="Google Shape;298;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6:notes"/>
          <p:cNvSpPr txBox="1">
            <a:spLocks noGrp="1"/>
          </p:cNvSpPr>
          <p:nvPr>
            <p:ph type="body" idx="1"/>
          </p:nvPr>
        </p:nvSpPr>
        <p:spPr>
          <a:xfrm>
            <a:off x="679768" y="4715153"/>
            <a:ext cx="5438140" cy="44669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DE" dirty="0"/>
              <a:t>W</a:t>
            </a:r>
            <a:r>
              <a:rPr dirty="0"/>
              <a:t>hy we used altitude derived vertical </a:t>
            </a:r>
            <a:r>
              <a:rPr dirty="0" err="1"/>
              <a:t>veloc</a:t>
            </a:r>
            <a:r>
              <a:rPr lang="de-DE" dirty="0" err="1"/>
              <a:t>it</a:t>
            </a:r>
            <a:r>
              <a:rPr dirty="0"/>
              <a:t>y instead of using raw velocity. </a:t>
            </a:r>
            <a:r>
              <a:rPr lang="de-DE" dirty="0"/>
              <a:t>W</a:t>
            </a:r>
            <a:r>
              <a:rPr dirty="0"/>
              <a:t>e can see clearly in graph raw velocity is very noisy and unstable especially in cruise phase which lead to f</a:t>
            </a:r>
            <a:r>
              <a:rPr lang="de-DE" dirty="0"/>
              <a:t>al</a:t>
            </a:r>
            <a:r>
              <a:rPr dirty="0"/>
              <a:t>se phase identification. </a:t>
            </a:r>
            <a:r>
              <a:rPr lang="de-DE" dirty="0"/>
              <a:t>T</a:t>
            </a:r>
            <a:r>
              <a:rPr dirty="0"/>
              <a:t>hat why we decided to use altitude der</a:t>
            </a:r>
            <a:r>
              <a:rPr lang="de-DE" dirty="0"/>
              <a:t>iv</a:t>
            </a:r>
            <a:r>
              <a:rPr dirty="0"/>
              <a:t>ed vertical velocity for our data analysis.</a:t>
            </a:r>
          </a:p>
        </p:txBody>
      </p:sp>
      <p:sp>
        <p:nvSpPr>
          <p:cNvPr id="313" name="Google Shape;313;p6:notes"/>
          <p:cNvSpPr txBox="1">
            <a:spLocks noGrp="1"/>
          </p:cNvSpPr>
          <p:nvPr>
            <p:ph type="sldNum" idx="12"/>
          </p:nvPr>
        </p:nvSpPr>
        <p:spPr>
          <a:xfrm>
            <a:off x="3850443" y="9428583"/>
            <a:ext cx="2945659" cy="49633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8: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de-DE" dirty="0"/>
              <a:t>W</a:t>
            </a:r>
            <a:r>
              <a:rPr dirty="0"/>
              <a:t>e can see clearly phase segmentation by graph. </a:t>
            </a:r>
            <a:r>
              <a:rPr lang="de-DE" dirty="0"/>
              <a:t>X</a:t>
            </a:r>
            <a:r>
              <a:rPr dirty="0"/>
              <a:t> axis show time in second y axis show altitude and vertical speed.  </a:t>
            </a:r>
            <a:r>
              <a:rPr lang="de-DE" dirty="0"/>
              <a:t>Y</a:t>
            </a:r>
            <a:r>
              <a:rPr dirty="0" err="1"/>
              <a:t>ellow</a:t>
            </a:r>
            <a:r>
              <a:rPr dirty="0"/>
              <a:t> </a:t>
            </a:r>
            <a:r>
              <a:rPr dirty="0" err="1"/>
              <a:t>colour</a:t>
            </a:r>
            <a:r>
              <a:rPr dirty="0"/>
              <a:t> shows taxi phase, green shows climb, blue shows cruise phase and red show descent part and orange part shows hover but the gray part show other phase. </a:t>
            </a:r>
            <a:r>
              <a:rPr lang="de-DE" dirty="0"/>
              <a:t>B</a:t>
            </a:r>
            <a:r>
              <a:rPr dirty="0" err="1"/>
              <a:t>ut</a:t>
            </a:r>
            <a:r>
              <a:rPr dirty="0"/>
              <a:t> in our data set gray part is only less then four percent.</a:t>
            </a:r>
          </a:p>
        </p:txBody>
      </p:sp>
      <p:sp>
        <p:nvSpPr>
          <p:cNvPr id="329" name="Google Shape;329;p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9: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en-US" dirty="0"/>
              <a:t>Now I will move on to the physics-based power model used in this study.</a:t>
            </a:r>
          </a:p>
          <a:p>
            <a:pPr marL="0" lvl="0" indent="0" algn="l" rtl="0">
              <a:spcBef>
                <a:spcPts val="0"/>
              </a:spcBef>
              <a:spcAft>
                <a:spcPts val="0"/>
              </a:spcAft>
              <a:buNone/>
            </a:pPr>
            <a:endParaRPr lang="en-US" altLang="en-US" dirty="0"/>
          </a:p>
          <a:p>
            <a:pPr marL="0" lvl="0" indent="0" algn="l" rtl="0">
              <a:spcBef>
                <a:spcPts val="0"/>
              </a:spcBef>
              <a:spcAft>
                <a:spcPts val="0"/>
              </a:spcAft>
              <a:buNone/>
            </a:pPr>
            <a:r>
              <a:rPr lang="en-US" altLang="en-US" dirty="0"/>
              <a:t>The goal of this model is to estimate the UAV’s power consumption using physical principles and flight parameters. First, we define the physical constants and UAV parameters.The empty mass of the DJI Matrice 100 is 3.68 kilograms, and the payload varies between 0 and 0.75 kilograms depending on the flight.</a:t>
            </a:r>
          </a:p>
          <a:p>
            <a:pPr marL="0" lvl="0" indent="0" algn="l" rtl="0">
              <a:spcBef>
                <a:spcPts val="0"/>
              </a:spcBef>
              <a:spcAft>
                <a:spcPts val="0"/>
              </a:spcAft>
              <a:buNone/>
            </a:pPr>
            <a:r>
              <a:rPr lang="en-US" altLang="en-US" dirty="0"/>
              <a:t>This allows us to compute the total mass and the corresponding weight for each time step. each with a radius of 0.165 meters.</a:t>
            </a:r>
          </a:p>
          <a:p>
            <a:pPr marL="0" lvl="0" indent="0" algn="l" rtl="0">
              <a:spcBef>
                <a:spcPts val="0"/>
              </a:spcBef>
              <a:spcAft>
                <a:spcPts val="0"/>
              </a:spcAft>
              <a:buNone/>
            </a:pPr>
            <a:r>
              <a:rPr lang="en-US" altLang="en-US" dirty="0"/>
              <a:t>From this, the rotor disk area is calculated, resulting in a total rotor area of 0.34 square meters.</a:t>
            </a:r>
          </a:p>
        </p:txBody>
      </p:sp>
      <p:sp>
        <p:nvSpPr>
          <p:cNvPr id="352" name="Google Shape;352;p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Text Placeholder 2"/>
          <p:cNvSpPr>
            <a:spLocks noGrp="1"/>
          </p:cNvSpPr>
          <p:nvPr>
            <p:ph type="body" idx="1"/>
          </p:nvPr>
        </p:nvSpPr>
        <p:spPr/>
        <p:txBody>
          <a:bodyPr/>
          <a:lstStyle/>
          <a:p>
            <a:r>
              <a:rPr lang="en-US" altLang="en-US"/>
              <a:t>Here we analyze the pitch angle derived from the onboard quaternion data.</a:t>
            </a:r>
          </a:p>
          <a:p>
            <a:r>
              <a:rPr lang="en-US" altLang="en-US"/>
              <a:t>As shown in the histogram, the pitch angle is strongly concentrated around zero degrees, indicating that the UAV operates predominantly in a near-level attitude.</a:t>
            </a:r>
          </a:p>
          <a:p>
            <a:r>
              <a:rPr lang="en-US" altLang="en-US"/>
              <a:t>Therefore, it is appropriate to adopt a drag coefficient corresponding to a fuselage pitch angle close to zero.</a:t>
            </a:r>
          </a:p>
          <a:p>
            <a:r>
              <a:rPr lang="en-US" altLang="en-US"/>
              <a:t>In this work, a value of Cd equals 0.32 is selected, consistent with published aerodynamic studies of multirotor UAVs.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0: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 Next Physic equation for different phases. As we know e</a:t>
            </a:r>
            <a:r>
              <a:rPr lang="en-GB" dirty="0"/>
              <a:t>ach flight </a:t>
            </a:r>
            <a:r>
              <a:rPr lang="en-GB" dirty="0" err="1"/>
              <a:t>pha</a:t>
            </a:r>
            <a:r>
              <a:rPr lang="en-US" dirty="0"/>
              <a:t>se </a:t>
            </a:r>
            <a:r>
              <a:rPr lang="en-GB" dirty="0"/>
              <a:t>has different aerodynamic requirements, so we use different equations. For example, “During hover, the rotors must generate thrust equal to the aircraft’s weight,  and climb includes additional power to overcome gravity</a:t>
            </a:r>
            <a:r>
              <a:rPr lang="en-US" dirty="0"/>
              <a:t>, </a:t>
            </a:r>
            <a:r>
              <a:rPr lang="en-GB" dirty="0"/>
              <a:t>“Cruise </a:t>
            </a:r>
            <a:r>
              <a:rPr lang="en-US" dirty="0"/>
              <a:t>is equal to </a:t>
            </a:r>
            <a:r>
              <a:rPr lang="en-GB" dirty="0"/>
              <a:t> hover power plus the extra power needed to overcome drag while flying forward.”</a:t>
            </a:r>
            <a:r>
              <a:rPr lang="en-US" dirty="0"/>
              <a:t> and </a:t>
            </a:r>
            <a:r>
              <a:rPr lang="en-GB" dirty="0"/>
              <a:t>“Descent needs less power </a:t>
            </a:r>
            <a:r>
              <a:rPr lang="en-US" dirty="0"/>
              <a:t>due to </a:t>
            </a:r>
            <a:r>
              <a:rPr lang="en-GB" dirty="0"/>
              <a:t> gravity </a:t>
            </a:r>
            <a:br>
              <a:rPr lang="en-GB" dirty="0"/>
            </a:br>
            <a:r>
              <a:rPr lang="en-GB" dirty="0"/>
              <a:t>These physics equations give us a theoretical baseline for how much energy the UAV </a:t>
            </a:r>
            <a:r>
              <a:rPr lang="en-GB" i="1" dirty="0"/>
              <a:t>should</a:t>
            </a:r>
            <a:r>
              <a:rPr lang="en-GB" dirty="0"/>
              <a:t> consume under ideal conditions. “Th</a:t>
            </a:r>
            <a:r>
              <a:rPr lang="en-US" dirty="0"/>
              <a:t>e</a:t>
            </a:r>
            <a:r>
              <a:rPr lang="en-GB" dirty="0"/>
              <a:t> table summarizes average power use in different flight phases. Climb consumes the most power, descent the least</a:t>
            </a:r>
            <a:r>
              <a:rPr lang="en-US" dirty="0"/>
              <a:t>.</a:t>
            </a:r>
            <a:endParaRPr dirty="0"/>
          </a:p>
        </p:txBody>
      </p:sp>
      <p:sp>
        <p:nvSpPr>
          <p:cNvPr id="359" name="Google Shape;359;p1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Hover exhibits the highest efficiency because the rotors operate close to their optimal design point with minimal aerodynamic drag, whereas cruise and climb require additional power to overcome drag and produce higher thrust, leading to increased propulsion losses.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12</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This slide shows a comparison between real battery power and the physics-based model for flight 79.</a:t>
            </a:r>
          </a:p>
          <a:p>
            <a:endParaRPr lang="en-US" altLang="en-US" dirty="0"/>
          </a:p>
          <a:p>
            <a:r>
              <a:rPr lang="en-US" altLang="en-US" dirty="0"/>
              <a:t>The blue line is the measured battery power from the UAV.</a:t>
            </a:r>
          </a:p>
          <a:p>
            <a:r>
              <a:rPr lang="en-US" altLang="en-US" dirty="0"/>
              <a:t>The orange line is the power predicted by the physics model.</a:t>
            </a:r>
          </a:p>
          <a:p>
            <a:endParaRPr lang="en-US" altLang="en-US" dirty="0"/>
          </a:p>
          <a:p>
            <a:r>
              <a:rPr lang="en-US" altLang="en-US" dirty="0"/>
              <a:t>The background colors show different flight phases, such as climb, cruise, descent, hover, and taxi.</a:t>
            </a:r>
          </a:p>
          <a:p>
            <a:endParaRPr lang="en-US" altLang="en-US" dirty="0"/>
          </a:p>
          <a:p>
            <a:r>
              <a:rPr lang="en-US" altLang="en-US" dirty="0"/>
              <a:t>During the climb phase, the model follows the general increase in power quite well.</a:t>
            </a:r>
          </a:p>
          <a:p>
            <a:endParaRPr lang="en-US" altLang="en-US" dirty="0"/>
          </a:p>
          <a:p>
            <a:r>
              <a:rPr lang="en-US" altLang="en-US" dirty="0"/>
              <a:t>In the cruise phase, the model gives a smooth and stable power value.</a:t>
            </a:r>
          </a:p>
          <a:p>
            <a:r>
              <a:rPr lang="en-US" altLang="en-US" dirty="0"/>
              <a:t>It does not follow all small fluctuations, but it matches the average power level.</a:t>
            </a:r>
          </a:p>
          <a:p>
            <a:endParaRPr lang="en-US" altLang="en-US" dirty="0"/>
          </a:p>
          <a:p>
            <a:r>
              <a:rPr lang="en-US" altLang="en-US" dirty="0"/>
              <a:t>During descent, the predicted power decreases, which is consistent with the real data.</a:t>
            </a:r>
          </a:p>
          <a:p>
            <a:endParaRPr lang="en-US" altLang="en-US" dirty="0"/>
          </a:p>
          <a:p>
            <a:r>
              <a:rPr lang="en-US" altLang="en-US" dirty="0"/>
              <a:t>The biggest difference appears in the hover phase, where the real power changes very quickly.</a:t>
            </a:r>
          </a:p>
          <a:p>
            <a:r>
              <a:rPr lang="en-US" altLang="en-US" dirty="0"/>
              <a:t>The physics model cannot capture these fast changes.</a:t>
            </a:r>
          </a:p>
          <a:p>
            <a:endParaRPr lang="en-US" altLang="en-US" dirty="0"/>
          </a:p>
          <a:p>
            <a:r>
              <a:rPr lang="en-US" altLang="en-US" dirty="0"/>
              <a:t>Overall, this figure shows that the physics-based model can describe the general power trend, but it is less accurate for fast and dynamic behaviors, especially during hover.</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13</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15</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16</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17</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19</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20</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3: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99" name="Google Shape;399;p1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24</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Titelfolie_TUD_weiß-blau">
  <p:cSld name="1_Titelfolie_TUD_weiß-blau">
    <p:spTree>
      <p:nvGrpSpPr>
        <p:cNvPr id="1" name="Shape 17"/>
        <p:cNvGrpSpPr/>
        <p:nvPr/>
      </p:nvGrpSpPr>
      <p:grpSpPr>
        <a:xfrm>
          <a:off x="0" y="0"/>
          <a:ext cx="0" cy="0"/>
          <a:chOff x="0" y="0"/>
          <a:chExt cx="0" cy="0"/>
        </a:xfrm>
      </p:grpSpPr>
      <p:pic>
        <p:nvPicPr>
          <p:cNvPr id="18" name="Google Shape;18;p1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27901"/>
            <a:ext cx="1468046" cy="548987"/>
          </a:xfrm>
          <a:prstGeom prst="rect">
            <a:avLst/>
          </a:prstGeom>
          <a:noFill/>
          <a:ln>
            <a:noFill/>
          </a:ln>
        </p:spPr>
      </p:pic>
      <p:pic>
        <p:nvPicPr>
          <p:cNvPr id="19" name="Google Shape;19;p1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
        <p:nvSpPr>
          <p:cNvPr id="20" name="Google Shape;20;p15"/>
          <p:cNvSpPr/>
          <p:nvPr/>
        </p:nvSpPr>
        <p:spPr>
          <a:xfrm>
            <a:off x="0" y="1204912"/>
            <a:ext cx="12192000" cy="5653089"/>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1" name="Google Shape;21;p15"/>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2" name="Google Shape;22;p15"/>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24" name="Google Shape;24;p15"/>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5" name="Google Shape;25;p15"/>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6" name="Google Shape;26;p15"/>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1_Titelfolie_TUD_weiß">
  <p:cSld name="1_Titelfolie_TUD_weiß">
    <p:spTree>
      <p:nvGrpSpPr>
        <p:cNvPr id="1" name="Shape 27"/>
        <p:cNvGrpSpPr/>
        <p:nvPr/>
      </p:nvGrpSpPr>
      <p:grpSpPr>
        <a:xfrm>
          <a:off x="0" y="0"/>
          <a:ext cx="0" cy="0"/>
          <a:chOff x="0" y="0"/>
          <a:chExt cx="0" cy="0"/>
        </a:xfrm>
      </p:grpSpPr>
      <p:sp>
        <p:nvSpPr>
          <p:cNvPr id="28" name="Google Shape;28;p16"/>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9" name="Google Shape;29;p16"/>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6"/>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31" name="Google Shape;31;p16"/>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2" name="Google Shape;32;p16"/>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3" name="Google Shape;33;p16"/>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34" name="Google Shape;34;p1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21077"/>
            <a:ext cx="1468046" cy="548987"/>
          </a:xfrm>
          <a:prstGeom prst="rect">
            <a:avLst/>
          </a:prstGeom>
          <a:noFill/>
          <a:ln>
            <a:noFill/>
          </a:ln>
        </p:spPr>
      </p:pic>
      <p:pic>
        <p:nvPicPr>
          <p:cNvPr id="35" name="Google Shape;35;p1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Titel und ein Inhalt">
  <p:cSld name="2_Titel und ein Inhalt">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2400"/>
              <a:buFont typeface="Open Sans" panose="020B060603050402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874711" y="1484313"/>
            <a:ext cx="10580688" cy="4344987"/>
          </a:xfrm>
          <a:prstGeom prst="rect">
            <a:avLst/>
          </a:prstGeom>
          <a:noFill/>
          <a:ln>
            <a:noFill/>
          </a:ln>
        </p:spPr>
        <p:txBody>
          <a:bodyPr spcFirstLastPara="1" wrap="square" lIns="0" tIns="0" rIns="0" bIns="0" anchor="t" anchorCtr="0">
            <a:noAutofit/>
          </a:bodyPr>
          <a:lstStyle>
            <a:lvl1pPr marL="457200" lvl="0" indent="-228600" algn="l">
              <a:spcBef>
                <a:spcPts val="1200"/>
              </a:spcBef>
              <a:spcAft>
                <a:spcPts val="0"/>
              </a:spcAft>
              <a:buClr>
                <a:schemeClr val="accent1"/>
              </a:buClr>
              <a:buSzPts val="1600"/>
              <a:buNone/>
              <a:defRPr/>
            </a:lvl1pPr>
            <a:lvl2pPr marL="914400" lvl="1" indent="-228600" algn="l">
              <a:spcBef>
                <a:spcPts val="600"/>
              </a:spcBef>
              <a:spcAft>
                <a:spcPts val="0"/>
              </a:spcAft>
              <a:buClr>
                <a:schemeClr val="accent1"/>
              </a:buClr>
              <a:buSzPts val="1800"/>
              <a:buNone/>
              <a:defRPr/>
            </a:lvl2pPr>
            <a:lvl3pPr marL="1371600" lvl="2" indent="-330200" algn="l">
              <a:spcBef>
                <a:spcPts val="1200"/>
              </a:spcBef>
              <a:spcAft>
                <a:spcPts val="0"/>
              </a:spcAft>
              <a:buClr>
                <a:schemeClr val="accent1"/>
              </a:buClr>
              <a:buSzPts val="16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el und 2 Inhalte_">
  <p:cSld name="2_Titel und 2 Inhalte_">
    <p:spTree>
      <p:nvGrpSpPr>
        <p:cNvPr id="1" name="Shape 39"/>
        <p:cNvGrpSpPr/>
        <p:nvPr/>
      </p:nvGrpSpPr>
      <p:grpSpPr>
        <a:xfrm>
          <a:off x="0" y="0"/>
          <a:ext cx="0" cy="0"/>
          <a:chOff x="0" y="0"/>
          <a:chExt cx="0" cy="0"/>
        </a:xfrm>
      </p:grpSpPr>
      <p:sp>
        <p:nvSpPr>
          <p:cNvPr id="40" name="Google Shape;40;p1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8"/>
          <p:cNvSpPr txBox="1">
            <a:spLocks noGrp="1"/>
          </p:cNvSpPr>
          <p:nvPr>
            <p:ph type="body" idx="1"/>
          </p:nvPr>
        </p:nvSpPr>
        <p:spPr>
          <a:xfrm>
            <a:off x="874713"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dirty="0"/>
          </a:p>
        </p:txBody>
      </p:sp>
      <p:sp>
        <p:nvSpPr>
          <p:cNvPr id="42" name="Google Shape;42;p18"/>
          <p:cNvSpPr txBox="1">
            <a:spLocks noGrp="1"/>
          </p:cNvSpPr>
          <p:nvPr>
            <p:ph type="body" idx="2"/>
          </p:nvPr>
        </p:nvSpPr>
        <p:spPr>
          <a:xfrm>
            <a:off x="6267450"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1_Titelfolie_TUD_blau">
  <p:cSld name="1_Titelfolie_TUD_blau">
    <p:spTree>
      <p:nvGrpSpPr>
        <p:cNvPr id="1" name="Shape 43"/>
        <p:cNvGrpSpPr/>
        <p:nvPr/>
      </p:nvGrpSpPr>
      <p:grpSpPr>
        <a:xfrm>
          <a:off x="0" y="0"/>
          <a:ext cx="0" cy="0"/>
          <a:chOff x="0" y="0"/>
          <a:chExt cx="0" cy="0"/>
        </a:xfrm>
      </p:grpSpPr>
      <p:sp>
        <p:nvSpPr>
          <p:cNvPr id="44" name="Google Shape;44;p19"/>
          <p:cNvSpPr/>
          <p:nvPr/>
        </p:nvSpPr>
        <p:spPr>
          <a:xfrm>
            <a:off x="0" y="0"/>
            <a:ext cx="12192000" cy="685800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pic>
        <p:nvPicPr>
          <p:cNvPr id="45" name="Google Shape;45;p19"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7694" y="329323"/>
            <a:ext cx="1463906" cy="543600"/>
          </a:xfrm>
          <a:prstGeom prst="rect">
            <a:avLst/>
          </a:prstGeom>
          <a:noFill/>
          <a:ln>
            <a:noFill/>
          </a:ln>
        </p:spPr>
      </p:pic>
      <p:pic>
        <p:nvPicPr>
          <p:cNvPr id="46" name="Google Shape;46;p19"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9731"/>
            <a:ext cx="1765029" cy="514800"/>
          </a:xfrm>
          <a:prstGeom prst="rect">
            <a:avLst/>
          </a:prstGeom>
          <a:noFill/>
          <a:ln>
            <a:noFill/>
          </a:ln>
        </p:spPr>
      </p:pic>
      <p:sp>
        <p:nvSpPr>
          <p:cNvPr id="47" name="Google Shape;47;p19"/>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8" name="Google Shape;48;p19"/>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9"/>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0" name="Google Shape;50;p19"/>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1" name="Google Shape;51;p19"/>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2" name="Google Shape;52;p19"/>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1_Titelfolie_TUD_blauverlauf">
  <p:cSld name="1_Titelfolie_TUD_blauverlauf">
    <p:spTree>
      <p:nvGrpSpPr>
        <p:cNvPr id="1" name="Shape 53"/>
        <p:cNvGrpSpPr/>
        <p:nvPr/>
      </p:nvGrpSpPr>
      <p:grpSpPr>
        <a:xfrm>
          <a:off x="0" y="0"/>
          <a:ext cx="0" cy="0"/>
          <a:chOff x="0" y="0"/>
          <a:chExt cx="0" cy="0"/>
        </a:xfrm>
      </p:grpSpPr>
      <p:sp>
        <p:nvSpPr>
          <p:cNvPr id="54" name="Google Shape;54;p20"/>
          <p:cNvSpPr/>
          <p:nvPr/>
        </p:nvSpPr>
        <p:spPr>
          <a:xfrm>
            <a:off x="0" y="0"/>
            <a:ext cx="12192000" cy="6858001"/>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55" name="Google Shape;55;p20"/>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6" name="Google Shape;56;p20"/>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0"/>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8" name="Google Shape;58;p20"/>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9" name="Google Shape;59;p20"/>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60" name="Google Shape;60;p20"/>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61" name="Google Shape;61;p20"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7694" y="329323"/>
            <a:ext cx="1463906" cy="543600"/>
          </a:xfrm>
          <a:prstGeom prst="rect">
            <a:avLst/>
          </a:prstGeom>
          <a:noFill/>
          <a:ln>
            <a:noFill/>
          </a:ln>
        </p:spPr>
      </p:pic>
      <p:pic>
        <p:nvPicPr>
          <p:cNvPr id="62" name="Google Shape;62;p20"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9731"/>
            <a:ext cx="1765029" cy="5148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2_Titelfolie_TUD_Foto_a">
  <p:cSld name="2_Titelfolie_TUD_Foto_a">
    <p:spTree>
      <p:nvGrpSpPr>
        <p:cNvPr id="1" name="Shape 63"/>
        <p:cNvGrpSpPr/>
        <p:nvPr/>
      </p:nvGrpSpPr>
      <p:grpSpPr>
        <a:xfrm>
          <a:off x="0" y="0"/>
          <a:ext cx="0" cy="0"/>
          <a:chOff x="0" y="0"/>
          <a:chExt cx="0" cy="0"/>
        </a:xfrm>
      </p:grpSpPr>
      <p:sp>
        <p:nvSpPr>
          <p:cNvPr id="64" name="Google Shape;64;p21"/>
          <p:cNvSpPr>
            <a:spLocks noGrp="1"/>
          </p:cNvSpPr>
          <p:nvPr>
            <p:ph type="pic" idx="2"/>
          </p:nvPr>
        </p:nvSpPr>
        <p:spPr>
          <a:xfrm>
            <a:off x="0" y="0"/>
            <a:ext cx="12192000" cy="6858000"/>
          </a:xfrm>
          <a:prstGeom prst="rect">
            <a:avLst/>
          </a:prstGeom>
          <a:solidFill>
            <a:srgbClr val="F2F2F2"/>
          </a:solidFill>
          <a:ln>
            <a:noFill/>
          </a:ln>
        </p:spPr>
      </p:sp>
      <p:grpSp>
        <p:nvGrpSpPr>
          <p:cNvPr id="65" name="Google Shape;65;p21"/>
          <p:cNvGrpSpPr/>
          <p:nvPr/>
        </p:nvGrpSpPr>
        <p:grpSpPr>
          <a:xfrm>
            <a:off x="10411983" y="326258"/>
            <a:ext cx="1467221" cy="557364"/>
            <a:chOff x="13050" y="-8950"/>
            <a:chExt cx="2996775" cy="3035750"/>
          </a:xfrm>
        </p:grpSpPr>
        <p:sp>
          <p:nvSpPr>
            <p:cNvPr id="66" name="Google Shape;66;p21"/>
            <p:cNvSpPr/>
            <p:nvPr/>
          </p:nvSpPr>
          <p:spPr>
            <a:xfrm>
              <a:off x="13050" y="1830350"/>
              <a:ext cx="130750" cy="473225"/>
            </a:xfrm>
            <a:custGeom>
              <a:avLst/>
              <a:gdLst/>
              <a:ahLst/>
              <a:cxnLst/>
              <a:rect l="l" t="t" r="r" b="b"/>
              <a:pathLst>
                <a:path w="5230" h="18929" extrusionOk="0">
                  <a:moveTo>
                    <a:pt x="3007" y="0"/>
                  </a:moveTo>
                  <a:cubicBezTo>
                    <a:pt x="1439" y="0"/>
                    <a:pt x="1" y="2500"/>
                    <a:pt x="1" y="9643"/>
                  </a:cubicBezTo>
                  <a:cubicBezTo>
                    <a:pt x="1" y="16429"/>
                    <a:pt x="1439" y="18929"/>
                    <a:pt x="3007" y="18929"/>
                  </a:cubicBezTo>
                  <a:cubicBezTo>
                    <a:pt x="3922" y="18929"/>
                    <a:pt x="4707" y="18215"/>
                    <a:pt x="5230" y="16786"/>
                  </a:cubicBezTo>
                  <a:cubicBezTo>
                    <a:pt x="5230" y="16786"/>
                    <a:pt x="5230" y="16786"/>
                    <a:pt x="4315" y="14286"/>
                  </a:cubicBezTo>
                  <a:cubicBezTo>
                    <a:pt x="3922" y="15357"/>
                    <a:pt x="3530" y="16072"/>
                    <a:pt x="3007" y="16072"/>
                  </a:cubicBezTo>
                  <a:cubicBezTo>
                    <a:pt x="2485" y="16072"/>
                    <a:pt x="2092" y="15357"/>
                    <a:pt x="1831" y="14286"/>
                  </a:cubicBezTo>
                  <a:cubicBezTo>
                    <a:pt x="1439" y="13215"/>
                    <a:pt x="1308" y="11786"/>
                    <a:pt x="1308" y="9643"/>
                  </a:cubicBezTo>
                  <a:cubicBezTo>
                    <a:pt x="1308" y="7500"/>
                    <a:pt x="1439" y="6072"/>
                    <a:pt x="1831" y="5000"/>
                  </a:cubicBezTo>
                  <a:cubicBezTo>
                    <a:pt x="2092" y="3929"/>
                    <a:pt x="2485" y="3215"/>
                    <a:pt x="3007" y="3215"/>
                  </a:cubicBezTo>
                  <a:cubicBezTo>
                    <a:pt x="3530" y="3215"/>
                    <a:pt x="3922" y="3929"/>
                    <a:pt x="4315" y="5000"/>
                  </a:cubicBezTo>
                  <a:cubicBezTo>
                    <a:pt x="4315" y="5000"/>
                    <a:pt x="4315" y="5000"/>
                    <a:pt x="5230" y="2500"/>
                  </a:cubicBezTo>
                  <a:cubicBezTo>
                    <a:pt x="4707" y="715"/>
                    <a:pt x="3922" y="0"/>
                    <a:pt x="300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1"/>
            <p:cNvSpPr/>
            <p:nvPr/>
          </p:nvSpPr>
          <p:spPr>
            <a:xfrm>
              <a:off x="209150" y="1821425"/>
              <a:ext cx="143800" cy="482150"/>
            </a:xfrm>
            <a:custGeom>
              <a:avLst/>
              <a:gdLst/>
              <a:ahLst/>
              <a:cxnLst/>
              <a:rect l="l" t="t" r="r" b="b"/>
              <a:pathLst>
                <a:path w="5752" h="19286" extrusionOk="0">
                  <a:moveTo>
                    <a:pt x="2876" y="3572"/>
                  </a:moveTo>
                  <a:cubicBezTo>
                    <a:pt x="3137" y="3572"/>
                    <a:pt x="3529" y="3929"/>
                    <a:pt x="3791" y="4643"/>
                  </a:cubicBezTo>
                  <a:cubicBezTo>
                    <a:pt x="4183" y="5714"/>
                    <a:pt x="4314" y="7857"/>
                    <a:pt x="4314" y="9643"/>
                  </a:cubicBezTo>
                  <a:cubicBezTo>
                    <a:pt x="4314" y="11786"/>
                    <a:pt x="4183" y="13572"/>
                    <a:pt x="3791" y="15000"/>
                  </a:cubicBezTo>
                  <a:cubicBezTo>
                    <a:pt x="3660" y="15714"/>
                    <a:pt x="3268" y="16072"/>
                    <a:pt x="2876" y="16072"/>
                  </a:cubicBezTo>
                  <a:cubicBezTo>
                    <a:pt x="2353" y="16072"/>
                    <a:pt x="2092" y="15714"/>
                    <a:pt x="1830" y="15000"/>
                  </a:cubicBezTo>
                  <a:cubicBezTo>
                    <a:pt x="1438" y="13572"/>
                    <a:pt x="1307" y="11786"/>
                    <a:pt x="1307" y="9643"/>
                  </a:cubicBezTo>
                  <a:cubicBezTo>
                    <a:pt x="1307" y="7857"/>
                    <a:pt x="1438" y="5714"/>
                    <a:pt x="1830" y="4643"/>
                  </a:cubicBezTo>
                  <a:cubicBezTo>
                    <a:pt x="2092" y="3929"/>
                    <a:pt x="2353" y="3572"/>
                    <a:pt x="2876" y="3572"/>
                  </a:cubicBezTo>
                  <a:close/>
                  <a:moveTo>
                    <a:pt x="2876" y="0"/>
                  </a:moveTo>
                  <a:cubicBezTo>
                    <a:pt x="1830" y="0"/>
                    <a:pt x="1307" y="1072"/>
                    <a:pt x="784" y="2143"/>
                  </a:cubicBezTo>
                  <a:cubicBezTo>
                    <a:pt x="131" y="4286"/>
                    <a:pt x="0" y="6429"/>
                    <a:pt x="0" y="9643"/>
                  </a:cubicBezTo>
                  <a:cubicBezTo>
                    <a:pt x="0" y="12857"/>
                    <a:pt x="131" y="15357"/>
                    <a:pt x="784" y="17143"/>
                  </a:cubicBezTo>
                  <a:cubicBezTo>
                    <a:pt x="1176" y="18572"/>
                    <a:pt x="1830" y="19286"/>
                    <a:pt x="2876" y="19286"/>
                  </a:cubicBezTo>
                  <a:cubicBezTo>
                    <a:pt x="3660" y="19286"/>
                    <a:pt x="4444" y="18572"/>
                    <a:pt x="4837" y="17143"/>
                  </a:cubicBezTo>
                  <a:cubicBezTo>
                    <a:pt x="5490" y="15357"/>
                    <a:pt x="5621" y="12857"/>
                    <a:pt x="5752" y="9643"/>
                  </a:cubicBezTo>
                  <a:cubicBezTo>
                    <a:pt x="5752" y="6429"/>
                    <a:pt x="5490" y="4286"/>
                    <a:pt x="4837" y="2143"/>
                  </a:cubicBezTo>
                  <a:cubicBezTo>
                    <a:pt x="4444" y="1072"/>
                    <a:pt x="3791" y="0"/>
                    <a:pt x="2876"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1"/>
            <p:cNvSpPr/>
            <p:nvPr/>
          </p:nvSpPr>
          <p:spPr>
            <a:xfrm>
              <a:off x="431350" y="1821425"/>
              <a:ext cx="137300" cy="482150"/>
            </a:xfrm>
            <a:custGeom>
              <a:avLst/>
              <a:gdLst/>
              <a:ahLst/>
              <a:cxnLst/>
              <a:rect l="l" t="t" r="r" b="b"/>
              <a:pathLst>
                <a:path w="5492" h="19286" extrusionOk="0">
                  <a:moveTo>
                    <a:pt x="3138" y="0"/>
                  </a:moveTo>
                  <a:cubicBezTo>
                    <a:pt x="2485" y="0"/>
                    <a:pt x="1831" y="714"/>
                    <a:pt x="1308" y="2143"/>
                  </a:cubicBezTo>
                  <a:cubicBezTo>
                    <a:pt x="1308" y="2143"/>
                    <a:pt x="1308" y="2143"/>
                    <a:pt x="1308" y="357"/>
                  </a:cubicBezTo>
                  <a:lnTo>
                    <a:pt x="1" y="357"/>
                  </a:lnTo>
                  <a:cubicBezTo>
                    <a:pt x="1" y="357"/>
                    <a:pt x="1" y="357"/>
                    <a:pt x="1" y="19286"/>
                  </a:cubicBezTo>
                  <a:lnTo>
                    <a:pt x="1308" y="19286"/>
                  </a:lnTo>
                  <a:cubicBezTo>
                    <a:pt x="1308" y="19286"/>
                    <a:pt x="1308" y="19286"/>
                    <a:pt x="1308" y="7857"/>
                  </a:cubicBezTo>
                  <a:cubicBezTo>
                    <a:pt x="1308" y="5000"/>
                    <a:pt x="1962" y="3572"/>
                    <a:pt x="2746" y="3572"/>
                  </a:cubicBezTo>
                  <a:cubicBezTo>
                    <a:pt x="3530" y="3572"/>
                    <a:pt x="4184" y="4643"/>
                    <a:pt x="4184" y="7857"/>
                  </a:cubicBezTo>
                  <a:cubicBezTo>
                    <a:pt x="4184" y="7857"/>
                    <a:pt x="4184" y="7857"/>
                    <a:pt x="4184" y="19286"/>
                  </a:cubicBezTo>
                  <a:lnTo>
                    <a:pt x="5491" y="19286"/>
                  </a:lnTo>
                  <a:cubicBezTo>
                    <a:pt x="5491" y="19286"/>
                    <a:pt x="5491" y="19286"/>
                    <a:pt x="5491" y="7143"/>
                  </a:cubicBezTo>
                  <a:cubicBezTo>
                    <a:pt x="5491" y="5000"/>
                    <a:pt x="5360" y="3214"/>
                    <a:pt x="4838" y="1786"/>
                  </a:cubicBezTo>
                  <a:cubicBezTo>
                    <a:pt x="4445" y="714"/>
                    <a:pt x="392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1"/>
            <p:cNvSpPr/>
            <p:nvPr/>
          </p:nvSpPr>
          <p:spPr>
            <a:xfrm>
              <a:off x="643775" y="1830350"/>
              <a:ext cx="134025" cy="473225"/>
            </a:xfrm>
            <a:custGeom>
              <a:avLst/>
              <a:gdLst/>
              <a:ahLst/>
              <a:cxnLst/>
              <a:rect l="l" t="t" r="r" b="b"/>
              <a:pathLst>
                <a:path w="5361" h="18929" extrusionOk="0">
                  <a:moveTo>
                    <a:pt x="3138" y="0"/>
                  </a:moveTo>
                  <a:cubicBezTo>
                    <a:pt x="1569" y="0"/>
                    <a:pt x="1" y="2500"/>
                    <a:pt x="1" y="9643"/>
                  </a:cubicBezTo>
                  <a:cubicBezTo>
                    <a:pt x="1" y="16429"/>
                    <a:pt x="1569" y="18929"/>
                    <a:pt x="3138" y="18929"/>
                  </a:cubicBezTo>
                  <a:cubicBezTo>
                    <a:pt x="4053" y="18929"/>
                    <a:pt x="4707" y="18215"/>
                    <a:pt x="5360" y="16786"/>
                  </a:cubicBezTo>
                  <a:cubicBezTo>
                    <a:pt x="5360" y="16786"/>
                    <a:pt x="5360" y="16786"/>
                    <a:pt x="4445" y="14286"/>
                  </a:cubicBezTo>
                  <a:cubicBezTo>
                    <a:pt x="4053" y="15357"/>
                    <a:pt x="3661" y="16072"/>
                    <a:pt x="3138" y="16072"/>
                  </a:cubicBezTo>
                  <a:cubicBezTo>
                    <a:pt x="2615" y="16072"/>
                    <a:pt x="2223" y="15357"/>
                    <a:pt x="1831" y="14286"/>
                  </a:cubicBezTo>
                  <a:cubicBezTo>
                    <a:pt x="1569" y="13215"/>
                    <a:pt x="1439" y="11786"/>
                    <a:pt x="1439" y="9643"/>
                  </a:cubicBezTo>
                  <a:cubicBezTo>
                    <a:pt x="1439" y="7500"/>
                    <a:pt x="1569" y="6072"/>
                    <a:pt x="1831" y="5000"/>
                  </a:cubicBezTo>
                  <a:cubicBezTo>
                    <a:pt x="2092" y="3929"/>
                    <a:pt x="2615" y="3215"/>
                    <a:pt x="3138" y="3215"/>
                  </a:cubicBezTo>
                  <a:cubicBezTo>
                    <a:pt x="3661" y="3215"/>
                    <a:pt x="4053" y="3929"/>
                    <a:pt x="4445" y="5000"/>
                  </a:cubicBezTo>
                  <a:cubicBezTo>
                    <a:pt x="4445" y="5000"/>
                    <a:pt x="4445" y="5000"/>
                    <a:pt x="5360" y="2500"/>
                  </a:cubicBezTo>
                  <a:cubicBezTo>
                    <a:pt x="4707" y="715"/>
                    <a:pt x="4053"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1"/>
            <p:cNvSpPr/>
            <p:nvPr/>
          </p:nvSpPr>
          <p:spPr>
            <a:xfrm>
              <a:off x="839850" y="1830350"/>
              <a:ext cx="147100" cy="482150"/>
            </a:xfrm>
            <a:custGeom>
              <a:avLst/>
              <a:gdLst/>
              <a:ahLst/>
              <a:cxnLst/>
              <a:rect l="l" t="t" r="r" b="b"/>
              <a:pathLst>
                <a:path w="5884" h="19286" extrusionOk="0">
                  <a:moveTo>
                    <a:pt x="2877" y="2857"/>
                  </a:moveTo>
                  <a:cubicBezTo>
                    <a:pt x="3530" y="2857"/>
                    <a:pt x="4053" y="3929"/>
                    <a:pt x="4314" y="5357"/>
                  </a:cubicBezTo>
                  <a:cubicBezTo>
                    <a:pt x="4314" y="6072"/>
                    <a:pt x="4445" y="6786"/>
                    <a:pt x="4445" y="7857"/>
                  </a:cubicBezTo>
                  <a:lnTo>
                    <a:pt x="1439" y="7857"/>
                  </a:lnTo>
                  <a:cubicBezTo>
                    <a:pt x="1439" y="6786"/>
                    <a:pt x="1439" y="6072"/>
                    <a:pt x="1569" y="5357"/>
                  </a:cubicBezTo>
                  <a:cubicBezTo>
                    <a:pt x="1700" y="3929"/>
                    <a:pt x="2223" y="2857"/>
                    <a:pt x="2877" y="2857"/>
                  </a:cubicBezTo>
                  <a:close/>
                  <a:moveTo>
                    <a:pt x="2877" y="0"/>
                  </a:moveTo>
                  <a:cubicBezTo>
                    <a:pt x="1177" y="0"/>
                    <a:pt x="1" y="3572"/>
                    <a:pt x="1" y="9643"/>
                  </a:cubicBezTo>
                  <a:cubicBezTo>
                    <a:pt x="1" y="16786"/>
                    <a:pt x="1308" y="19286"/>
                    <a:pt x="3007" y="19286"/>
                  </a:cubicBezTo>
                  <a:cubicBezTo>
                    <a:pt x="4314" y="19286"/>
                    <a:pt x="4968" y="18215"/>
                    <a:pt x="5622" y="16072"/>
                  </a:cubicBezTo>
                  <a:cubicBezTo>
                    <a:pt x="5622" y="16072"/>
                    <a:pt x="5622" y="16072"/>
                    <a:pt x="4707" y="13929"/>
                  </a:cubicBezTo>
                  <a:cubicBezTo>
                    <a:pt x="4314" y="15357"/>
                    <a:pt x="3792" y="15715"/>
                    <a:pt x="3007" y="15715"/>
                  </a:cubicBezTo>
                  <a:cubicBezTo>
                    <a:pt x="1962" y="15715"/>
                    <a:pt x="1308" y="13929"/>
                    <a:pt x="1308" y="10357"/>
                  </a:cubicBezTo>
                  <a:lnTo>
                    <a:pt x="5883" y="10357"/>
                  </a:lnTo>
                  <a:cubicBezTo>
                    <a:pt x="5883" y="10357"/>
                    <a:pt x="5883" y="10357"/>
                    <a:pt x="5883" y="8929"/>
                  </a:cubicBezTo>
                  <a:cubicBezTo>
                    <a:pt x="5883" y="3929"/>
                    <a:pt x="4707" y="0"/>
                    <a:pt x="287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1"/>
            <p:cNvSpPr/>
            <p:nvPr/>
          </p:nvSpPr>
          <p:spPr>
            <a:xfrm>
              <a:off x="1062075" y="1821425"/>
              <a:ext cx="140550" cy="669650"/>
            </a:xfrm>
            <a:custGeom>
              <a:avLst/>
              <a:gdLst/>
              <a:ahLst/>
              <a:cxnLst/>
              <a:rect l="l" t="t" r="r" b="b"/>
              <a:pathLst>
                <a:path w="5622" h="26786" extrusionOk="0">
                  <a:moveTo>
                    <a:pt x="2746" y="3572"/>
                  </a:moveTo>
                  <a:cubicBezTo>
                    <a:pt x="4053" y="3572"/>
                    <a:pt x="4314" y="6429"/>
                    <a:pt x="4184" y="9643"/>
                  </a:cubicBezTo>
                  <a:cubicBezTo>
                    <a:pt x="4184" y="12857"/>
                    <a:pt x="4053" y="16072"/>
                    <a:pt x="2746" y="16072"/>
                  </a:cubicBezTo>
                  <a:cubicBezTo>
                    <a:pt x="1569" y="16072"/>
                    <a:pt x="1308" y="12857"/>
                    <a:pt x="1308" y="9643"/>
                  </a:cubicBezTo>
                  <a:cubicBezTo>
                    <a:pt x="1308" y="6429"/>
                    <a:pt x="1569" y="3572"/>
                    <a:pt x="2746" y="3572"/>
                  </a:cubicBezTo>
                  <a:close/>
                  <a:moveTo>
                    <a:pt x="3138" y="0"/>
                  </a:moveTo>
                  <a:cubicBezTo>
                    <a:pt x="2484" y="0"/>
                    <a:pt x="1831" y="714"/>
                    <a:pt x="1308" y="2143"/>
                  </a:cubicBezTo>
                  <a:cubicBezTo>
                    <a:pt x="1308" y="2143"/>
                    <a:pt x="1308" y="2143"/>
                    <a:pt x="1308" y="357"/>
                  </a:cubicBezTo>
                  <a:lnTo>
                    <a:pt x="1" y="357"/>
                  </a:lnTo>
                  <a:cubicBezTo>
                    <a:pt x="1" y="357"/>
                    <a:pt x="1" y="357"/>
                    <a:pt x="1" y="26786"/>
                  </a:cubicBezTo>
                  <a:lnTo>
                    <a:pt x="1308" y="26786"/>
                  </a:lnTo>
                  <a:cubicBezTo>
                    <a:pt x="1308" y="26786"/>
                    <a:pt x="1308" y="26786"/>
                    <a:pt x="1308" y="17143"/>
                  </a:cubicBezTo>
                  <a:cubicBezTo>
                    <a:pt x="1831" y="18929"/>
                    <a:pt x="2484" y="19286"/>
                    <a:pt x="3138" y="19286"/>
                  </a:cubicBezTo>
                  <a:cubicBezTo>
                    <a:pt x="3792" y="19286"/>
                    <a:pt x="4445" y="18572"/>
                    <a:pt x="4837" y="17857"/>
                  </a:cubicBezTo>
                  <a:cubicBezTo>
                    <a:pt x="5622" y="15714"/>
                    <a:pt x="5622" y="12500"/>
                    <a:pt x="5622" y="9643"/>
                  </a:cubicBezTo>
                  <a:cubicBezTo>
                    <a:pt x="5622" y="6786"/>
                    <a:pt x="5491" y="3572"/>
                    <a:pt x="4837" y="1786"/>
                  </a:cubicBezTo>
                  <a:cubicBezTo>
                    <a:pt x="4445" y="714"/>
                    <a:pt x="379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1"/>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429"/>
                    <a:pt x="1308" y="24286"/>
                    <a:pt x="2615" y="24286"/>
                  </a:cubicBezTo>
                  <a:lnTo>
                    <a:pt x="3400" y="24286"/>
                  </a:lnTo>
                  <a:cubicBezTo>
                    <a:pt x="3400" y="24286"/>
                    <a:pt x="3400" y="24286"/>
                    <a:pt x="3400" y="20714"/>
                  </a:cubicBezTo>
                  <a:lnTo>
                    <a:pt x="2877" y="20714"/>
                  </a:lnTo>
                  <a:cubicBezTo>
                    <a:pt x="2354" y="20714"/>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1"/>
            <p:cNvSpPr/>
            <p:nvPr/>
          </p:nvSpPr>
          <p:spPr>
            <a:xfrm>
              <a:off x="16325" y="723200"/>
              <a:ext cx="173225" cy="651800"/>
            </a:xfrm>
            <a:custGeom>
              <a:avLst/>
              <a:gdLst/>
              <a:ahLst/>
              <a:cxnLst/>
              <a:rect l="l" t="t" r="r" b="b"/>
              <a:pathLst>
                <a:path w="6929" h="26072" extrusionOk="0">
                  <a:moveTo>
                    <a:pt x="3269" y="3572"/>
                  </a:moveTo>
                  <a:cubicBezTo>
                    <a:pt x="3922" y="3572"/>
                    <a:pt x="4445" y="3929"/>
                    <a:pt x="4837" y="5358"/>
                  </a:cubicBezTo>
                  <a:cubicBezTo>
                    <a:pt x="5360" y="6786"/>
                    <a:pt x="5360" y="9286"/>
                    <a:pt x="5360" y="13215"/>
                  </a:cubicBezTo>
                  <a:cubicBezTo>
                    <a:pt x="5360" y="16786"/>
                    <a:pt x="5360" y="19643"/>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072"/>
                  </a:cubicBezTo>
                  <a:lnTo>
                    <a:pt x="3399" y="26072"/>
                  </a:lnTo>
                  <a:cubicBezTo>
                    <a:pt x="4314" y="26072"/>
                    <a:pt x="5229" y="25358"/>
                    <a:pt x="5883" y="23929"/>
                  </a:cubicBezTo>
                  <a:cubicBezTo>
                    <a:pt x="6929" y="21072"/>
                    <a:pt x="6929" y="16786"/>
                    <a:pt x="6929" y="12858"/>
                  </a:cubicBezTo>
                  <a:cubicBezTo>
                    <a:pt x="6929" y="8929"/>
                    <a:pt x="6929" y="5358"/>
                    <a:pt x="5883" y="2501"/>
                  </a:cubicBezTo>
                  <a:cubicBezTo>
                    <a:pt x="5229" y="715"/>
                    <a:pt x="431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1"/>
            <p:cNvSpPr/>
            <p:nvPr/>
          </p:nvSpPr>
          <p:spPr>
            <a:xfrm>
              <a:off x="274500" y="723200"/>
              <a:ext cx="173225" cy="660750"/>
            </a:xfrm>
            <a:custGeom>
              <a:avLst/>
              <a:gdLst/>
              <a:ahLst/>
              <a:cxnLst/>
              <a:rect l="l" t="t" r="r" b="b"/>
              <a:pathLst>
                <a:path w="6929" h="26430" extrusionOk="0">
                  <a:moveTo>
                    <a:pt x="3530" y="3572"/>
                  </a:moveTo>
                  <a:cubicBezTo>
                    <a:pt x="4576" y="3572"/>
                    <a:pt x="5229" y="5001"/>
                    <a:pt x="5229" y="7501"/>
                  </a:cubicBezTo>
                  <a:cubicBezTo>
                    <a:pt x="5229" y="10358"/>
                    <a:pt x="4576" y="11786"/>
                    <a:pt x="3530" y="11786"/>
                  </a:cubicBezTo>
                  <a:lnTo>
                    <a:pt x="1308" y="11786"/>
                  </a:lnTo>
                  <a:cubicBezTo>
                    <a:pt x="1308" y="11786"/>
                    <a:pt x="1308" y="11786"/>
                    <a:pt x="1308" y="3572"/>
                  </a:cubicBezTo>
                  <a:close/>
                  <a:moveTo>
                    <a:pt x="0" y="1"/>
                  </a:moveTo>
                  <a:cubicBezTo>
                    <a:pt x="0" y="1"/>
                    <a:pt x="0" y="1"/>
                    <a:pt x="0" y="26429"/>
                  </a:cubicBezTo>
                  <a:lnTo>
                    <a:pt x="1438" y="26429"/>
                  </a:lnTo>
                  <a:cubicBezTo>
                    <a:pt x="1438" y="26429"/>
                    <a:pt x="1438" y="26429"/>
                    <a:pt x="1438" y="15358"/>
                  </a:cubicBezTo>
                  <a:lnTo>
                    <a:pt x="3268" y="15358"/>
                  </a:lnTo>
                  <a:cubicBezTo>
                    <a:pt x="3268" y="15358"/>
                    <a:pt x="3268" y="15358"/>
                    <a:pt x="5229" y="26429"/>
                  </a:cubicBezTo>
                  <a:lnTo>
                    <a:pt x="6928" y="26429"/>
                  </a:lnTo>
                  <a:cubicBezTo>
                    <a:pt x="6928" y="26429"/>
                    <a:pt x="6928" y="26429"/>
                    <a:pt x="4706" y="14643"/>
                  </a:cubicBezTo>
                  <a:cubicBezTo>
                    <a:pt x="5752" y="13929"/>
                    <a:pt x="6667" y="11429"/>
                    <a:pt x="6667" y="7501"/>
                  </a:cubicBezTo>
                  <a:cubicBezTo>
                    <a:pt x="6667" y="3215"/>
                    <a:pt x="5491" y="1"/>
                    <a:pt x="3661"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1"/>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p:nvPr/>
          </p:nvSpPr>
          <p:spPr>
            <a:xfrm>
              <a:off x="751625" y="723200"/>
              <a:ext cx="173225" cy="660750"/>
            </a:xfrm>
            <a:custGeom>
              <a:avLst/>
              <a:gdLst/>
              <a:ahLst/>
              <a:cxnLst/>
              <a:rect l="l" t="t" r="r" b="b"/>
              <a:pathLst>
                <a:path w="6929" h="26430" extrusionOk="0">
                  <a:moveTo>
                    <a:pt x="3530" y="1"/>
                  </a:moveTo>
                  <a:cubicBezTo>
                    <a:pt x="1569" y="1"/>
                    <a:pt x="262" y="3215"/>
                    <a:pt x="262" y="7501"/>
                  </a:cubicBezTo>
                  <a:cubicBezTo>
                    <a:pt x="262" y="9643"/>
                    <a:pt x="523" y="11429"/>
                    <a:pt x="1046" y="12501"/>
                  </a:cubicBezTo>
                  <a:cubicBezTo>
                    <a:pt x="1438" y="13929"/>
                    <a:pt x="2092" y="14643"/>
                    <a:pt x="2876" y="14643"/>
                  </a:cubicBezTo>
                  <a:cubicBezTo>
                    <a:pt x="2876" y="14643"/>
                    <a:pt x="2876" y="14643"/>
                    <a:pt x="3922" y="15358"/>
                  </a:cubicBezTo>
                  <a:cubicBezTo>
                    <a:pt x="4576" y="15358"/>
                    <a:pt x="4706" y="15715"/>
                    <a:pt x="4968" y="16429"/>
                  </a:cubicBezTo>
                  <a:cubicBezTo>
                    <a:pt x="5229" y="16786"/>
                    <a:pt x="5360" y="17858"/>
                    <a:pt x="5360" y="18929"/>
                  </a:cubicBezTo>
                  <a:cubicBezTo>
                    <a:pt x="5360" y="21786"/>
                    <a:pt x="4706" y="23215"/>
                    <a:pt x="3399" y="23215"/>
                  </a:cubicBezTo>
                  <a:cubicBezTo>
                    <a:pt x="2353" y="23215"/>
                    <a:pt x="1700" y="22501"/>
                    <a:pt x="915" y="20358"/>
                  </a:cubicBezTo>
                  <a:cubicBezTo>
                    <a:pt x="915" y="20358"/>
                    <a:pt x="915" y="20358"/>
                    <a:pt x="0" y="23215"/>
                  </a:cubicBezTo>
                  <a:cubicBezTo>
                    <a:pt x="785" y="25715"/>
                    <a:pt x="1830" y="26429"/>
                    <a:pt x="3399" y="26429"/>
                  </a:cubicBezTo>
                  <a:cubicBezTo>
                    <a:pt x="5360" y="26429"/>
                    <a:pt x="6798" y="23572"/>
                    <a:pt x="6928" y="19286"/>
                  </a:cubicBezTo>
                  <a:cubicBezTo>
                    <a:pt x="6928" y="16786"/>
                    <a:pt x="6667" y="15001"/>
                    <a:pt x="6144" y="13929"/>
                  </a:cubicBezTo>
                  <a:cubicBezTo>
                    <a:pt x="5752" y="12858"/>
                    <a:pt x="5229" y="12143"/>
                    <a:pt x="4314" y="11786"/>
                  </a:cubicBezTo>
                  <a:cubicBezTo>
                    <a:pt x="4314" y="11786"/>
                    <a:pt x="4314" y="11786"/>
                    <a:pt x="3138" y="11429"/>
                  </a:cubicBezTo>
                  <a:cubicBezTo>
                    <a:pt x="2745" y="11072"/>
                    <a:pt x="2353" y="10715"/>
                    <a:pt x="2092" y="10001"/>
                  </a:cubicBezTo>
                  <a:cubicBezTo>
                    <a:pt x="1830" y="9643"/>
                    <a:pt x="1700" y="8572"/>
                    <a:pt x="1700" y="7501"/>
                  </a:cubicBezTo>
                  <a:cubicBezTo>
                    <a:pt x="1700" y="5358"/>
                    <a:pt x="2353" y="3572"/>
                    <a:pt x="3530" y="3572"/>
                  </a:cubicBezTo>
                  <a:cubicBezTo>
                    <a:pt x="4314" y="3572"/>
                    <a:pt x="4968" y="3929"/>
                    <a:pt x="5621" y="5358"/>
                  </a:cubicBezTo>
                  <a:cubicBezTo>
                    <a:pt x="5621" y="5358"/>
                    <a:pt x="5621" y="5358"/>
                    <a:pt x="6536" y="2858"/>
                  </a:cubicBezTo>
                  <a:cubicBezTo>
                    <a:pt x="5752" y="715"/>
                    <a:pt x="4837" y="1"/>
                    <a:pt x="3530"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1"/>
            <p:cNvSpPr/>
            <p:nvPr/>
          </p:nvSpPr>
          <p:spPr>
            <a:xfrm>
              <a:off x="1000000" y="723200"/>
              <a:ext cx="173350" cy="651800"/>
            </a:xfrm>
            <a:custGeom>
              <a:avLst/>
              <a:gdLst/>
              <a:ahLst/>
              <a:cxnLst/>
              <a:rect l="l" t="t" r="r" b="b"/>
              <a:pathLst>
                <a:path w="6934" h="26072" extrusionOk="0">
                  <a:moveTo>
                    <a:pt x="3399" y="3572"/>
                  </a:moveTo>
                  <a:cubicBezTo>
                    <a:pt x="4052" y="3572"/>
                    <a:pt x="4575" y="3929"/>
                    <a:pt x="4967" y="5358"/>
                  </a:cubicBezTo>
                  <a:cubicBezTo>
                    <a:pt x="5490" y="6786"/>
                    <a:pt x="5490" y="9286"/>
                    <a:pt x="5490" y="13215"/>
                  </a:cubicBezTo>
                  <a:cubicBezTo>
                    <a:pt x="5490" y="16786"/>
                    <a:pt x="5490" y="19643"/>
                    <a:pt x="4967" y="21072"/>
                  </a:cubicBezTo>
                  <a:cubicBezTo>
                    <a:pt x="4575" y="22143"/>
                    <a:pt x="4052" y="22858"/>
                    <a:pt x="3399" y="22858"/>
                  </a:cubicBezTo>
                  <a:lnTo>
                    <a:pt x="1569" y="22858"/>
                  </a:lnTo>
                  <a:cubicBezTo>
                    <a:pt x="1569" y="22858"/>
                    <a:pt x="1569" y="22858"/>
                    <a:pt x="1569" y="3572"/>
                  </a:cubicBezTo>
                  <a:close/>
                  <a:moveTo>
                    <a:pt x="0" y="1"/>
                  </a:moveTo>
                  <a:cubicBezTo>
                    <a:pt x="0" y="1"/>
                    <a:pt x="0" y="1"/>
                    <a:pt x="0" y="26072"/>
                  </a:cubicBezTo>
                  <a:lnTo>
                    <a:pt x="3399" y="26072"/>
                  </a:lnTo>
                  <a:cubicBezTo>
                    <a:pt x="4444" y="26072"/>
                    <a:pt x="5359" y="25358"/>
                    <a:pt x="6013" y="23929"/>
                  </a:cubicBezTo>
                  <a:cubicBezTo>
                    <a:pt x="7059" y="21072"/>
                    <a:pt x="6928" y="16786"/>
                    <a:pt x="6928" y="12858"/>
                  </a:cubicBezTo>
                  <a:cubicBezTo>
                    <a:pt x="6928" y="8929"/>
                    <a:pt x="7059" y="5358"/>
                    <a:pt x="6013" y="2501"/>
                  </a:cubicBezTo>
                  <a:cubicBezTo>
                    <a:pt x="5359" y="715"/>
                    <a:pt x="444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1"/>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1"/>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1"/>
            <p:cNvSpPr/>
            <p:nvPr/>
          </p:nvSpPr>
          <p:spPr>
            <a:xfrm>
              <a:off x="2405225" y="1919625"/>
              <a:ext cx="405250" cy="1107175"/>
            </a:xfrm>
            <a:custGeom>
              <a:avLst/>
              <a:gdLst/>
              <a:ahLst/>
              <a:cxnLst/>
              <a:rect l="l" t="t" r="r" b="b"/>
              <a:pathLst>
                <a:path w="16210" h="44287" extrusionOk="0">
                  <a:moveTo>
                    <a:pt x="16209" y="1"/>
                  </a:moveTo>
                  <a:lnTo>
                    <a:pt x="0" y="44286"/>
                  </a:lnTo>
                  <a:lnTo>
                    <a:pt x="0" y="44286"/>
                  </a:lnTo>
                  <a:lnTo>
                    <a:pt x="16209" y="30358"/>
                  </a:lnTo>
                  <a:lnTo>
                    <a:pt x="16209" y="1"/>
                  </a:lnTo>
                  <a:close/>
                </a:path>
              </a:pathLst>
            </a:custGeom>
            <a:solidFill>
              <a:srgbClr val="0A9B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1"/>
            <p:cNvSpPr/>
            <p:nvPr/>
          </p:nvSpPr>
          <p:spPr>
            <a:xfrm>
              <a:off x="2810450" y="1107125"/>
              <a:ext cx="199375" cy="1571450"/>
            </a:xfrm>
            <a:custGeom>
              <a:avLst/>
              <a:gdLst/>
              <a:ahLst/>
              <a:cxnLst/>
              <a:rect l="l" t="t" r="r" b="b"/>
              <a:pathLst>
                <a:path w="7975" h="62858" extrusionOk="0">
                  <a:moveTo>
                    <a:pt x="0" y="1"/>
                  </a:moveTo>
                  <a:lnTo>
                    <a:pt x="0" y="62858"/>
                  </a:lnTo>
                  <a:lnTo>
                    <a:pt x="7974" y="21429"/>
                  </a:lnTo>
                  <a:lnTo>
                    <a:pt x="0" y="1"/>
                  </a:lnTo>
                  <a:close/>
                </a:path>
              </a:pathLst>
            </a:custGeom>
            <a:solidFill>
              <a:srgbClr val="A0D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p:nvPr/>
          </p:nvSpPr>
          <p:spPr>
            <a:xfrm>
              <a:off x="2601300" y="535700"/>
              <a:ext cx="408525" cy="1107175"/>
            </a:xfrm>
            <a:custGeom>
              <a:avLst/>
              <a:gdLst/>
              <a:ahLst/>
              <a:cxnLst/>
              <a:rect l="l" t="t" r="r" b="b"/>
              <a:pathLst>
                <a:path w="16341" h="44287" extrusionOk="0">
                  <a:moveTo>
                    <a:pt x="0" y="1"/>
                  </a:moveTo>
                  <a:lnTo>
                    <a:pt x="16340" y="44286"/>
                  </a:lnTo>
                  <a:lnTo>
                    <a:pt x="11111" y="1"/>
                  </a:lnTo>
                  <a:close/>
                </a:path>
              </a:pathLst>
            </a:custGeom>
            <a:solidFill>
              <a:srgbClr val="649B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1"/>
            <p:cNvSpPr/>
            <p:nvPr/>
          </p:nvSpPr>
          <p:spPr>
            <a:xfrm>
              <a:off x="2303900" y="-8950"/>
              <a:ext cx="575200" cy="544675"/>
            </a:xfrm>
            <a:custGeom>
              <a:avLst/>
              <a:gdLst/>
              <a:ahLst/>
              <a:cxnLst/>
              <a:rect l="l" t="t" r="r" b="b"/>
              <a:pathLst>
                <a:path w="23008" h="21787" extrusionOk="0">
                  <a:moveTo>
                    <a:pt x="7975" y="1"/>
                  </a:moveTo>
                  <a:lnTo>
                    <a:pt x="1" y="21787"/>
                  </a:lnTo>
                  <a:lnTo>
                    <a:pt x="23007" y="21787"/>
                  </a:lnTo>
                  <a:lnTo>
                    <a:pt x="7975" y="1"/>
                  </a:lnTo>
                  <a:close/>
                </a:path>
              </a:pathLst>
            </a:custGeom>
            <a:solidFill>
              <a:srgbClr val="3264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1"/>
            <p:cNvSpPr/>
            <p:nvPr/>
          </p:nvSpPr>
          <p:spPr>
            <a:xfrm>
              <a:off x="2094750" y="-8950"/>
              <a:ext cx="408525" cy="1116100"/>
            </a:xfrm>
            <a:custGeom>
              <a:avLst/>
              <a:gdLst/>
              <a:ahLst/>
              <a:cxnLst/>
              <a:rect l="l" t="t" r="r" b="b"/>
              <a:pathLst>
                <a:path w="16341" h="44644" extrusionOk="0">
                  <a:moveTo>
                    <a:pt x="16341" y="1"/>
                  </a:moveTo>
                  <a:lnTo>
                    <a:pt x="1" y="13929"/>
                  </a:lnTo>
                  <a:lnTo>
                    <a:pt x="1" y="44644"/>
                  </a:lnTo>
                  <a:lnTo>
                    <a:pt x="16341"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1"/>
            <p:cNvSpPr/>
            <p:nvPr/>
          </p:nvSpPr>
          <p:spPr>
            <a:xfrm>
              <a:off x="2026125" y="2491050"/>
              <a:ext cx="575200" cy="535750"/>
            </a:xfrm>
            <a:custGeom>
              <a:avLst/>
              <a:gdLst/>
              <a:ahLst/>
              <a:cxnLst/>
              <a:rect l="l" t="t" r="r" b="b"/>
              <a:pathLst>
                <a:path w="23008" h="21430" extrusionOk="0">
                  <a:moveTo>
                    <a:pt x="1" y="1"/>
                  </a:moveTo>
                  <a:lnTo>
                    <a:pt x="15164" y="21429"/>
                  </a:lnTo>
                  <a:lnTo>
                    <a:pt x="23007" y="1"/>
                  </a:lnTo>
                  <a:close/>
                </a:path>
              </a:pathLst>
            </a:custGeom>
            <a:solidFill>
              <a:srgbClr val="37B4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1"/>
            <p:cNvSpPr/>
            <p:nvPr/>
          </p:nvSpPr>
          <p:spPr>
            <a:xfrm>
              <a:off x="1895400" y="339275"/>
              <a:ext cx="199375" cy="1580375"/>
            </a:xfrm>
            <a:custGeom>
              <a:avLst/>
              <a:gdLst/>
              <a:ahLst/>
              <a:cxnLst/>
              <a:rect l="l" t="t" r="r" b="b"/>
              <a:pathLst>
                <a:path w="7975" h="63215" extrusionOk="0">
                  <a:moveTo>
                    <a:pt x="7975" y="0"/>
                  </a:moveTo>
                  <a:lnTo>
                    <a:pt x="1" y="41429"/>
                  </a:lnTo>
                  <a:lnTo>
                    <a:pt x="7975" y="63215"/>
                  </a:lnTo>
                  <a:lnTo>
                    <a:pt x="7975" y="0"/>
                  </a:lnTo>
                  <a:close/>
                </a:path>
              </a:pathLst>
            </a:custGeom>
            <a:solidFill>
              <a:srgbClr val="CDDC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1"/>
            <p:cNvSpPr/>
            <p:nvPr/>
          </p:nvSpPr>
          <p:spPr>
            <a:xfrm>
              <a:off x="1895400" y="1375000"/>
              <a:ext cx="408525" cy="1116075"/>
            </a:xfrm>
            <a:custGeom>
              <a:avLst/>
              <a:gdLst/>
              <a:ahLst/>
              <a:cxnLst/>
              <a:rect l="l" t="t" r="r" b="b"/>
              <a:pathLst>
                <a:path w="16341" h="44643" extrusionOk="0">
                  <a:moveTo>
                    <a:pt x="1" y="0"/>
                  </a:moveTo>
                  <a:lnTo>
                    <a:pt x="5230" y="44643"/>
                  </a:lnTo>
                  <a:lnTo>
                    <a:pt x="16341" y="44643"/>
                  </a:lnTo>
                  <a:lnTo>
                    <a:pt x="1" y="0"/>
                  </a:lnTo>
                  <a:close/>
                </a:path>
              </a:pathLst>
            </a:custGeom>
            <a:solidFill>
              <a:srgbClr val="A0C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21"/>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89" name="Google Shape;89;p21"/>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21"/>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91" name="Google Shape;91;p21"/>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2" name="Google Shape;92;p21"/>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3" name="Google Shape;93;p21"/>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4" name="Google Shape;94;p21"/>
          <p:cNvSpPr/>
          <p:nvPr/>
        </p:nvSpPr>
        <p:spPr>
          <a:xfrm>
            <a:off x="286458" y="334822"/>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0030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3_Titelfolie_TUD_weiß+Foto">
  <p:cSld name="3_Titelfolie_TUD_weiß+Foto">
    <p:spTree>
      <p:nvGrpSpPr>
        <p:cNvPr id="1" name="Shape 95"/>
        <p:cNvGrpSpPr/>
        <p:nvPr/>
      </p:nvGrpSpPr>
      <p:grpSpPr>
        <a:xfrm>
          <a:off x="0" y="0"/>
          <a:ext cx="0" cy="0"/>
          <a:chOff x="0" y="0"/>
          <a:chExt cx="0" cy="0"/>
        </a:xfrm>
      </p:grpSpPr>
      <p:sp>
        <p:nvSpPr>
          <p:cNvPr id="96" name="Google Shape;96;p22"/>
          <p:cNvSpPr>
            <a:spLocks noGrp="1"/>
          </p:cNvSpPr>
          <p:nvPr>
            <p:ph type="pic" idx="2"/>
          </p:nvPr>
        </p:nvSpPr>
        <p:spPr>
          <a:xfrm>
            <a:off x="0" y="0"/>
            <a:ext cx="12192000" cy="6858000"/>
          </a:xfrm>
          <a:prstGeom prst="rect">
            <a:avLst/>
          </a:prstGeom>
          <a:solidFill>
            <a:srgbClr val="F2F2F2"/>
          </a:solidFill>
          <a:ln>
            <a:noFill/>
          </a:ln>
        </p:spPr>
      </p:sp>
      <p:grpSp>
        <p:nvGrpSpPr>
          <p:cNvPr id="97" name="Google Shape;97;p22"/>
          <p:cNvGrpSpPr/>
          <p:nvPr/>
        </p:nvGrpSpPr>
        <p:grpSpPr>
          <a:xfrm>
            <a:off x="10448854" y="326606"/>
            <a:ext cx="1467221" cy="557364"/>
            <a:chOff x="13050" y="-8950"/>
            <a:chExt cx="2996775" cy="3035750"/>
          </a:xfrm>
        </p:grpSpPr>
        <p:sp>
          <p:nvSpPr>
            <p:cNvPr id="98" name="Google Shape;98;p22"/>
            <p:cNvSpPr/>
            <p:nvPr/>
          </p:nvSpPr>
          <p:spPr>
            <a:xfrm>
              <a:off x="13050" y="1821425"/>
              <a:ext cx="134025" cy="482150"/>
            </a:xfrm>
            <a:custGeom>
              <a:avLst/>
              <a:gdLst/>
              <a:ahLst/>
              <a:cxnLst/>
              <a:rect l="l" t="t" r="r" b="b"/>
              <a:pathLst>
                <a:path w="5361" h="19286" extrusionOk="0">
                  <a:moveTo>
                    <a:pt x="3007" y="0"/>
                  </a:moveTo>
                  <a:cubicBezTo>
                    <a:pt x="1439" y="0"/>
                    <a:pt x="1" y="2857"/>
                    <a:pt x="1" y="9643"/>
                  </a:cubicBezTo>
                  <a:cubicBezTo>
                    <a:pt x="1" y="16786"/>
                    <a:pt x="1439" y="19286"/>
                    <a:pt x="3007" y="19286"/>
                  </a:cubicBezTo>
                  <a:cubicBezTo>
                    <a:pt x="4053" y="19286"/>
                    <a:pt x="4707" y="18572"/>
                    <a:pt x="5360" y="16786"/>
                  </a:cubicBezTo>
                  <a:cubicBezTo>
                    <a:pt x="5360" y="16786"/>
                    <a:pt x="5360" y="16786"/>
                    <a:pt x="4315" y="14286"/>
                  </a:cubicBezTo>
                  <a:cubicBezTo>
                    <a:pt x="3922" y="15357"/>
                    <a:pt x="3530" y="16072"/>
                    <a:pt x="3007" y="16072"/>
                  </a:cubicBezTo>
                  <a:cubicBezTo>
                    <a:pt x="2485" y="16072"/>
                    <a:pt x="2092" y="15357"/>
                    <a:pt x="1831" y="14286"/>
                  </a:cubicBezTo>
                  <a:cubicBezTo>
                    <a:pt x="1439" y="13214"/>
                    <a:pt x="1308" y="11786"/>
                    <a:pt x="1308" y="9643"/>
                  </a:cubicBezTo>
                  <a:cubicBezTo>
                    <a:pt x="1308" y="7500"/>
                    <a:pt x="1439" y="6072"/>
                    <a:pt x="1831" y="5000"/>
                  </a:cubicBezTo>
                  <a:cubicBezTo>
                    <a:pt x="2092" y="3929"/>
                    <a:pt x="2485" y="3572"/>
                    <a:pt x="3007" y="3572"/>
                  </a:cubicBezTo>
                  <a:cubicBezTo>
                    <a:pt x="3530" y="3572"/>
                    <a:pt x="3922" y="3929"/>
                    <a:pt x="4315" y="5357"/>
                  </a:cubicBezTo>
                  <a:cubicBezTo>
                    <a:pt x="4315" y="5357"/>
                    <a:pt x="4315" y="5357"/>
                    <a:pt x="5360" y="2857"/>
                  </a:cubicBezTo>
                  <a:cubicBezTo>
                    <a:pt x="4707" y="714"/>
                    <a:pt x="4053" y="0"/>
                    <a:pt x="30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a:off x="205875" y="1821425"/>
              <a:ext cx="143800" cy="482150"/>
            </a:xfrm>
            <a:custGeom>
              <a:avLst/>
              <a:gdLst/>
              <a:ahLst/>
              <a:cxnLst/>
              <a:rect l="l" t="t" r="r" b="b"/>
              <a:pathLst>
                <a:path w="5752" h="19286" extrusionOk="0">
                  <a:moveTo>
                    <a:pt x="2876" y="3572"/>
                  </a:moveTo>
                  <a:cubicBezTo>
                    <a:pt x="3399" y="3572"/>
                    <a:pt x="3660" y="3929"/>
                    <a:pt x="3922" y="4643"/>
                  </a:cubicBezTo>
                  <a:cubicBezTo>
                    <a:pt x="4314" y="5714"/>
                    <a:pt x="4445" y="7857"/>
                    <a:pt x="4445" y="9643"/>
                  </a:cubicBezTo>
                  <a:cubicBezTo>
                    <a:pt x="4445" y="11786"/>
                    <a:pt x="4314" y="13572"/>
                    <a:pt x="3922" y="15000"/>
                  </a:cubicBezTo>
                  <a:cubicBezTo>
                    <a:pt x="3660" y="15714"/>
                    <a:pt x="3268" y="16072"/>
                    <a:pt x="2876" y="16072"/>
                  </a:cubicBezTo>
                  <a:cubicBezTo>
                    <a:pt x="2484" y="16072"/>
                    <a:pt x="2223" y="15714"/>
                    <a:pt x="1961" y="15000"/>
                  </a:cubicBezTo>
                  <a:cubicBezTo>
                    <a:pt x="1438" y="13572"/>
                    <a:pt x="1438" y="11786"/>
                    <a:pt x="1438" y="9643"/>
                  </a:cubicBezTo>
                  <a:cubicBezTo>
                    <a:pt x="1438" y="7857"/>
                    <a:pt x="1438" y="5714"/>
                    <a:pt x="1961" y="4643"/>
                  </a:cubicBezTo>
                  <a:cubicBezTo>
                    <a:pt x="2223" y="3929"/>
                    <a:pt x="2484" y="3572"/>
                    <a:pt x="2876" y="3572"/>
                  </a:cubicBezTo>
                  <a:close/>
                  <a:moveTo>
                    <a:pt x="2876" y="0"/>
                  </a:moveTo>
                  <a:cubicBezTo>
                    <a:pt x="1961" y="0"/>
                    <a:pt x="1307" y="1072"/>
                    <a:pt x="915" y="2500"/>
                  </a:cubicBezTo>
                  <a:cubicBezTo>
                    <a:pt x="262" y="4286"/>
                    <a:pt x="0" y="6429"/>
                    <a:pt x="0" y="9643"/>
                  </a:cubicBezTo>
                  <a:cubicBezTo>
                    <a:pt x="0" y="12857"/>
                    <a:pt x="262" y="15357"/>
                    <a:pt x="915" y="17143"/>
                  </a:cubicBezTo>
                  <a:cubicBezTo>
                    <a:pt x="1307" y="18572"/>
                    <a:pt x="1961" y="19286"/>
                    <a:pt x="2876" y="19286"/>
                  </a:cubicBezTo>
                  <a:cubicBezTo>
                    <a:pt x="3922" y="19286"/>
                    <a:pt x="4575" y="18572"/>
                    <a:pt x="4968" y="17143"/>
                  </a:cubicBezTo>
                  <a:cubicBezTo>
                    <a:pt x="5621" y="15357"/>
                    <a:pt x="5752" y="12857"/>
                    <a:pt x="5752" y="9643"/>
                  </a:cubicBezTo>
                  <a:cubicBezTo>
                    <a:pt x="5752" y="6429"/>
                    <a:pt x="5621" y="4286"/>
                    <a:pt x="4968" y="2500"/>
                  </a:cubicBezTo>
                  <a:cubicBezTo>
                    <a:pt x="4575" y="1072"/>
                    <a:pt x="3922" y="0"/>
                    <a:pt x="28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p:nvPr/>
          </p:nvSpPr>
          <p:spPr>
            <a:xfrm>
              <a:off x="428100" y="1821425"/>
              <a:ext cx="140550" cy="482150"/>
            </a:xfrm>
            <a:custGeom>
              <a:avLst/>
              <a:gdLst/>
              <a:ahLst/>
              <a:cxnLst/>
              <a:rect l="l" t="t" r="r" b="b"/>
              <a:pathLst>
                <a:path w="5622" h="19286" extrusionOk="0">
                  <a:moveTo>
                    <a:pt x="3268" y="0"/>
                  </a:moveTo>
                  <a:cubicBezTo>
                    <a:pt x="2615" y="0"/>
                    <a:pt x="1830" y="714"/>
                    <a:pt x="1438" y="2143"/>
                  </a:cubicBezTo>
                  <a:cubicBezTo>
                    <a:pt x="1438" y="2143"/>
                    <a:pt x="1438" y="2143"/>
                    <a:pt x="1438" y="357"/>
                  </a:cubicBezTo>
                  <a:lnTo>
                    <a:pt x="0" y="357"/>
                  </a:lnTo>
                  <a:cubicBezTo>
                    <a:pt x="0" y="357"/>
                    <a:pt x="0" y="357"/>
                    <a:pt x="0" y="19286"/>
                  </a:cubicBezTo>
                  <a:lnTo>
                    <a:pt x="1438" y="19286"/>
                  </a:lnTo>
                  <a:cubicBezTo>
                    <a:pt x="1438" y="19286"/>
                    <a:pt x="1438" y="19286"/>
                    <a:pt x="1438" y="7857"/>
                  </a:cubicBezTo>
                  <a:cubicBezTo>
                    <a:pt x="1438" y="4643"/>
                    <a:pt x="2092" y="3572"/>
                    <a:pt x="2876" y="3572"/>
                  </a:cubicBezTo>
                  <a:cubicBezTo>
                    <a:pt x="3660" y="3572"/>
                    <a:pt x="4314" y="4643"/>
                    <a:pt x="4314" y="7857"/>
                  </a:cubicBezTo>
                  <a:cubicBezTo>
                    <a:pt x="4314" y="7857"/>
                    <a:pt x="4314" y="7857"/>
                    <a:pt x="4314" y="19286"/>
                  </a:cubicBezTo>
                  <a:lnTo>
                    <a:pt x="5621" y="19286"/>
                  </a:lnTo>
                  <a:cubicBezTo>
                    <a:pt x="5621" y="19286"/>
                    <a:pt x="5621" y="19286"/>
                    <a:pt x="5621" y="7143"/>
                  </a:cubicBezTo>
                  <a:cubicBezTo>
                    <a:pt x="5621" y="5000"/>
                    <a:pt x="5490" y="3214"/>
                    <a:pt x="4968" y="1786"/>
                  </a:cubicBezTo>
                  <a:cubicBezTo>
                    <a:pt x="4575" y="714"/>
                    <a:pt x="3922" y="0"/>
                    <a:pt x="32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2"/>
            <p:cNvSpPr/>
            <p:nvPr/>
          </p:nvSpPr>
          <p:spPr>
            <a:xfrm>
              <a:off x="643775" y="1821425"/>
              <a:ext cx="134025" cy="482150"/>
            </a:xfrm>
            <a:custGeom>
              <a:avLst/>
              <a:gdLst/>
              <a:ahLst/>
              <a:cxnLst/>
              <a:rect l="l" t="t" r="r" b="b"/>
              <a:pathLst>
                <a:path w="5361" h="19286" extrusionOk="0">
                  <a:moveTo>
                    <a:pt x="3138" y="0"/>
                  </a:moveTo>
                  <a:cubicBezTo>
                    <a:pt x="1569" y="0"/>
                    <a:pt x="1" y="2857"/>
                    <a:pt x="1" y="9643"/>
                  </a:cubicBezTo>
                  <a:cubicBezTo>
                    <a:pt x="1" y="16786"/>
                    <a:pt x="1569" y="19286"/>
                    <a:pt x="3138" y="19286"/>
                  </a:cubicBezTo>
                  <a:cubicBezTo>
                    <a:pt x="4053" y="19286"/>
                    <a:pt x="4707" y="18572"/>
                    <a:pt x="5360" y="16786"/>
                  </a:cubicBezTo>
                  <a:cubicBezTo>
                    <a:pt x="5360" y="16786"/>
                    <a:pt x="5360" y="16786"/>
                    <a:pt x="4445" y="14286"/>
                  </a:cubicBezTo>
                  <a:cubicBezTo>
                    <a:pt x="4053" y="15357"/>
                    <a:pt x="3661" y="16072"/>
                    <a:pt x="3138" y="16072"/>
                  </a:cubicBezTo>
                  <a:cubicBezTo>
                    <a:pt x="2615" y="16072"/>
                    <a:pt x="2092" y="15357"/>
                    <a:pt x="1831" y="14286"/>
                  </a:cubicBezTo>
                  <a:cubicBezTo>
                    <a:pt x="1569" y="13214"/>
                    <a:pt x="1439" y="11786"/>
                    <a:pt x="1439" y="9643"/>
                  </a:cubicBezTo>
                  <a:cubicBezTo>
                    <a:pt x="1439" y="7500"/>
                    <a:pt x="1569" y="6072"/>
                    <a:pt x="1831" y="5000"/>
                  </a:cubicBezTo>
                  <a:cubicBezTo>
                    <a:pt x="2092" y="3929"/>
                    <a:pt x="2615" y="3572"/>
                    <a:pt x="3138" y="3572"/>
                  </a:cubicBezTo>
                  <a:cubicBezTo>
                    <a:pt x="3661" y="3572"/>
                    <a:pt x="4053" y="3929"/>
                    <a:pt x="4445" y="5357"/>
                  </a:cubicBezTo>
                  <a:cubicBezTo>
                    <a:pt x="4445" y="5357"/>
                    <a:pt x="4445" y="5357"/>
                    <a:pt x="5360" y="2857"/>
                  </a:cubicBezTo>
                  <a:cubicBezTo>
                    <a:pt x="4707" y="714"/>
                    <a:pt x="4053"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2"/>
            <p:cNvSpPr/>
            <p:nvPr/>
          </p:nvSpPr>
          <p:spPr>
            <a:xfrm>
              <a:off x="839850" y="1821425"/>
              <a:ext cx="143825" cy="482150"/>
            </a:xfrm>
            <a:custGeom>
              <a:avLst/>
              <a:gdLst/>
              <a:ahLst/>
              <a:cxnLst/>
              <a:rect l="l" t="t" r="r" b="b"/>
              <a:pathLst>
                <a:path w="5753" h="19286" extrusionOk="0">
                  <a:moveTo>
                    <a:pt x="2877" y="3214"/>
                  </a:moveTo>
                  <a:cubicBezTo>
                    <a:pt x="3530" y="3214"/>
                    <a:pt x="4053" y="4286"/>
                    <a:pt x="4184" y="5714"/>
                  </a:cubicBezTo>
                  <a:cubicBezTo>
                    <a:pt x="4314" y="6429"/>
                    <a:pt x="4445" y="7143"/>
                    <a:pt x="4445" y="8214"/>
                  </a:cubicBezTo>
                  <a:lnTo>
                    <a:pt x="1308" y="8214"/>
                  </a:lnTo>
                  <a:cubicBezTo>
                    <a:pt x="1308" y="7143"/>
                    <a:pt x="1439" y="6429"/>
                    <a:pt x="1569" y="5714"/>
                  </a:cubicBezTo>
                  <a:cubicBezTo>
                    <a:pt x="1700" y="4286"/>
                    <a:pt x="2223" y="3214"/>
                    <a:pt x="2877" y="3214"/>
                  </a:cubicBezTo>
                  <a:close/>
                  <a:moveTo>
                    <a:pt x="2877" y="0"/>
                  </a:moveTo>
                  <a:cubicBezTo>
                    <a:pt x="1177" y="0"/>
                    <a:pt x="1" y="3572"/>
                    <a:pt x="1" y="9643"/>
                  </a:cubicBezTo>
                  <a:cubicBezTo>
                    <a:pt x="1" y="16786"/>
                    <a:pt x="1308" y="19286"/>
                    <a:pt x="3007" y="19286"/>
                  </a:cubicBezTo>
                  <a:cubicBezTo>
                    <a:pt x="4314" y="19286"/>
                    <a:pt x="4968" y="18214"/>
                    <a:pt x="5622" y="16429"/>
                  </a:cubicBezTo>
                  <a:cubicBezTo>
                    <a:pt x="5622" y="16429"/>
                    <a:pt x="5622" y="16429"/>
                    <a:pt x="4707" y="14286"/>
                  </a:cubicBezTo>
                  <a:cubicBezTo>
                    <a:pt x="4314" y="15357"/>
                    <a:pt x="3922" y="16072"/>
                    <a:pt x="3138" y="16072"/>
                  </a:cubicBezTo>
                  <a:cubicBezTo>
                    <a:pt x="1962" y="16072"/>
                    <a:pt x="1308" y="13929"/>
                    <a:pt x="1308" y="10714"/>
                  </a:cubicBezTo>
                  <a:lnTo>
                    <a:pt x="5752" y="10714"/>
                  </a:lnTo>
                  <a:cubicBezTo>
                    <a:pt x="5752" y="10714"/>
                    <a:pt x="5752" y="10714"/>
                    <a:pt x="5752" y="9286"/>
                  </a:cubicBezTo>
                  <a:cubicBezTo>
                    <a:pt x="5752" y="3929"/>
                    <a:pt x="4707" y="0"/>
                    <a:pt x="28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2"/>
            <p:cNvSpPr/>
            <p:nvPr/>
          </p:nvSpPr>
          <p:spPr>
            <a:xfrm>
              <a:off x="1062075" y="1821425"/>
              <a:ext cx="140550" cy="669650"/>
            </a:xfrm>
            <a:custGeom>
              <a:avLst/>
              <a:gdLst/>
              <a:ahLst/>
              <a:cxnLst/>
              <a:rect l="l" t="t" r="r" b="b"/>
              <a:pathLst>
                <a:path w="5622" h="26786" extrusionOk="0">
                  <a:moveTo>
                    <a:pt x="2876" y="3572"/>
                  </a:moveTo>
                  <a:cubicBezTo>
                    <a:pt x="4053" y="3572"/>
                    <a:pt x="4184" y="6429"/>
                    <a:pt x="4184" y="9643"/>
                  </a:cubicBezTo>
                  <a:cubicBezTo>
                    <a:pt x="4184" y="13214"/>
                    <a:pt x="4053" y="16072"/>
                    <a:pt x="2876" y="16072"/>
                  </a:cubicBezTo>
                  <a:cubicBezTo>
                    <a:pt x="1569" y="16072"/>
                    <a:pt x="1439" y="13214"/>
                    <a:pt x="1439" y="9643"/>
                  </a:cubicBezTo>
                  <a:cubicBezTo>
                    <a:pt x="1439" y="6429"/>
                    <a:pt x="1569" y="3572"/>
                    <a:pt x="2876" y="3572"/>
                  </a:cubicBezTo>
                  <a:close/>
                  <a:moveTo>
                    <a:pt x="3138" y="0"/>
                  </a:moveTo>
                  <a:cubicBezTo>
                    <a:pt x="2484" y="0"/>
                    <a:pt x="1831" y="714"/>
                    <a:pt x="1308" y="2500"/>
                  </a:cubicBezTo>
                  <a:cubicBezTo>
                    <a:pt x="1308" y="2500"/>
                    <a:pt x="1308" y="2500"/>
                    <a:pt x="1308" y="357"/>
                  </a:cubicBezTo>
                  <a:lnTo>
                    <a:pt x="1" y="357"/>
                  </a:lnTo>
                  <a:cubicBezTo>
                    <a:pt x="1" y="357"/>
                    <a:pt x="1" y="357"/>
                    <a:pt x="1" y="26786"/>
                  </a:cubicBezTo>
                  <a:lnTo>
                    <a:pt x="1439" y="26786"/>
                  </a:lnTo>
                  <a:cubicBezTo>
                    <a:pt x="1439" y="26786"/>
                    <a:pt x="1439" y="26786"/>
                    <a:pt x="1439" y="17143"/>
                  </a:cubicBezTo>
                  <a:cubicBezTo>
                    <a:pt x="1831" y="18929"/>
                    <a:pt x="2484" y="19286"/>
                    <a:pt x="3138" y="19286"/>
                  </a:cubicBezTo>
                  <a:cubicBezTo>
                    <a:pt x="3922" y="19286"/>
                    <a:pt x="4445" y="18572"/>
                    <a:pt x="4837" y="17857"/>
                  </a:cubicBezTo>
                  <a:cubicBezTo>
                    <a:pt x="5491" y="15714"/>
                    <a:pt x="5622" y="12500"/>
                    <a:pt x="5622" y="9643"/>
                  </a:cubicBezTo>
                  <a:cubicBezTo>
                    <a:pt x="5622" y="6786"/>
                    <a:pt x="5491" y="3572"/>
                    <a:pt x="4837" y="1786"/>
                  </a:cubicBezTo>
                  <a:cubicBezTo>
                    <a:pt x="4445" y="714"/>
                    <a:pt x="3922"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2"/>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786"/>
                    <a:pt x="1308" y="24286"/>
                    <a:pt x="2615" y="24286"/>
                  </a:cubicBezTo>
                  <a:lnTo>
                    <a:pt x="3400" y="24286"/>
                  </a:lnTo>
                  <a:cubicBezTo>
                    <a:pt x="3400" y="24286"/>
                    <a:pt x="3400" y="24286"/>
                    <a:pt x="3400" y="21072"/>
                  </a:cubicBezTo>
                  <a:lnTo>
                    <a:pt x="2877" y="21072"/>
                  </a:lnTo>
                  <a:cubicBezTo>
                    <a:pt x="2354" y="21072"/>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2"/>
            <p:cNvSpPr/>
            <p:nvPr/>
          </p:nvSpPr>
          <p:spPr>
            <a:xfrm>
              <a:off x="16325" y="723200"/>
              <a:ext cx="170100" cy="660750"/>
            </a:xfrm>
            <a:custGeom>
              <a:avLst/>
              <a:gdLst/>
              <a:ahLst/>
              <a:cxnLst/>
              <a:rect l="l" t="t" r="r" b="b"/>
              <a:pathLst>
                <a:path w="6804" h="26430" extrusionOk="0">
                  <a:moveTo>
                    <a:pt x="3269"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429"/>
                  </a:cubicBezTo>
                  <a:lnTo>
                    <a:pt x="3399" y="26429"/>
                  </a:lnTo>
                  <a:cubicBezTo>
                    <a:pt x="4445" y="26429"/>
                    <a:pt x="5229" y="25358"/>
                    <a:pt x="5883" y="23929"/>
                  </a:cubicBezTo>
                  <a:cubicBezTo>
                    <a:pt x="6929" y="21072"/>
                    <a:pt x="6798" y="16786"/>
                    <a:pt x="6798" y="12858"/>
                  </a:cubicBezTo>
                  <a:cubicBezTo>
                    <a:pt x="6798" y="9286"/>
                    <a:pt x="6929" y="5358"/>
                    <a:pt x="5883" y="2501"/>
                  </a:cubicBezTo>
                  <a:cubicBezTo>
                    <a:pt x="5229" y="715"/>
                    <a:pt x="4445"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2"/>
            <p:cNvSpPr/>
            <p:nvPr/>
          </p:nvSpPr>
          <p:spPr>
            <a:xfrm>
              <a:off x="271225" y="723200"/>
              <a:ext cx="176500" cy="660750"/>
            </a:xfrm>
            <a:custGeom>
              <a:avLst/>
              <a:gdLst/>
              <a:ahLst/>
              <a:cxnLst/>
              <a:rect l="l" t="t" r="r" b="b"/>
              <a:pathLst>
                <a:path w="7060" h="26430" extrusionOk="0">
                  <a:moveTo>
                    <a:pt x="3661" y="3572"/>
                  </a:moveTo>
                  <a:cubicBezTo>
                    <a:pt x="4707" y="3572"/>
                    <a:pt x="5360" y="5001"/>
                    <a:pt x="5360" y="7858"/>
                  </a:cubicBezTo>
                  <a:cubicBezTo>
                    <a:pt x="5360" y="10358"/>
                    <a:pt x="4707" y="11786"/>
                    <a:pt x="3661" y="11786"/>
                  </a:cubicBezTo>
                  <a:lnTo>
                    <a:pt x="1569" y="11786"/>
                  </a:lnTo>
                  <a:cubicBezTo>
                    <a:pt x="1569" y="11786"/>
                    <a:pt x="1569" y="11786"/>
                    <a:pt x="1569" y="3572"/>
                  </a:cubicBezTo>
                  <a:close/>
                  <a:moveTo>
                    <a:pt x="1" y="1"/>
                  </a:moveTo>
                  <a:cubicBezTo>
                    <a:pt x="1" y="1"/>
                    <a:pt x="1" y="1"/>
                    <a:pt x="1" y="26429"/>
                  </a:cubicBezTo>
                  <a:lnTo>
                    <a:pt x="1569" y="26429"/>
                  </a:lnTo>
                  <a:cubicBezTo>
                    <a:pt x="1569" y="26429"/>
                    <a:pt x="1569" y="26429"/>
                    <a:pt x="1569" y="15358"/>
                  </a:cubicBezTo>
                  <a:lnTo>
                    <a:pt x="3399" y="15358"/>
                  </a:lnTo>
                  <a:cubicBezTo>
                    <a:pt x="3399" y="15358"/>
                    <a:pt x="3399" y="15358"/>
                    <a:pt x="5360" y="26429"/>
                  </a:cubicBezTo>
                  <a:lnTo>
                    <a:pt x="7059" y="26429"/>
                  </a:lnTo>
                  <a:cubicBezTo>
                    <a:pt x="7059" y="26429"/>
                    <a:pt x="7059" y="26429"/>
                    <a:pt x="4837" y="14643"/>
                  </a:cubicBezTo>
                  <a:cubicBezTo>
                    <a:pt x="6014" y="13929"/>
                    <a:pt x="6798" y="11429"/>
                    <a:pt x="6798" y="7501"/>
                  </a:cubicBezTo>
                  <a:cubicBezTo>
                    <a:pt x="6798" y="3215"/>
                    <a:pt x="5622" y="1"/>
                    <a:pt x="37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2"/>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2"/>
            <p:cNvSpPr/>
            <p:nvPr/>
          </p:nvSpPr>
          <p:spPr>
            <a:xfrm>
              <a:off x="751625" y="714275"/>
              <a:ext cx="169950" cy="669675"/>
            </a:xfrm>
            <a:custGeom>
              <a:avLst/>
              <a:gdLst/>
              <a:ahLst/>
              <a:cxnLst/>
              <a:rect l="l" t="t" r="r" b="b"/>
              <a:pathLst>
                <a:path w="6798" h="26787" extrusionOk="0">
                  <a:moveTo>
                    <a:pt x="3530" y="0"/>
                  </a:moveTo>
                  <a:cubicBezTo>
                    <a:pt x="1438" y="0"/>
                    <a:pt x="262" y="3215"/>
                    <a:pt x="262" y="7858"/>
                  </a:cubicBezTo>
                  <a:cubicBezTo>
                    <a:pt x="262" y="10000"/>
                    <a:pt x="523" y="11786"/>
                    <a:pt x="915" y="12858"/>
                  </a:cubicBezTo>
                  <a:cubicBezTo>
                    <a:pt x="1438" y="13929"/>
                    <a:pt x="1961" y="14643"/>
                    <a:pt x="2745" y="15000"/>
                  </a:cubicBezTo>
                  <a:cubicBezTo>
                    <a:pt x="2745" y="15000"/>
                    <a:pt x="2745" y="15000"/>
                    <a:pt x="3922" y="15358"/>
                  </a:cubicBezTo>
                  <a:cubicBezTo>
                    <a:pt x="4576" y="15715"/>
                    <a:pt x="4706" y="16072"/>
                    <a:pt x="4968" y="16429"/>
                  </a:cubicBezTo>
                  <a:cubicBezTo>
                    <a:pt x="5229" y="17143"/>
                    <a:pt x="5360" y="18215"/>
                    <a:pt x="5360" y="19286"/>
                  </a:cubicBezTo>
                  <a:cubicBezTo>
                    <a:pt x="5360" y="21786"/>
                    <a:pt x="4706" y="23215"/>
                    <a:pt x="3399" y="23215"/>
                  </a:cubicBezTo>
                  <a:cubicBezTo>
                    <a:pt x="2353" y="23215"/>
                    <a:pt x="1569" y="22858"/>
                    <a:pt x="915" y="20715"/>
                  </a:cubicBezTo>
                  <a:cubicBezTo>
                    <a:pt x="915" y="20715"/>
                    <a:pt x="915" y="20715"/>
                    <a:pt x="0" y="23572"/>
                  </a:cubicBezTo>
                  <a:cubicBezTo>
                    <a:pt x="915" y="26072"/>
                    <a:pt x="1961" y="26786"/>
                    <a:pt x="3399" y="26786"/>
                  </a:cubicBezTo>
                  <a:cubicBezTo>
                    <a:pt x="5360" y="26786"/>
                    <a:pt x="6798" y="23929"/>
                    <a:pt x="6798" y="19286"/>
                  </a:cubicBezTo>
                  <a:cubicBezTo>
                    <a:pt x="6798" y="16786"/>
                    <a:pt x="6536" y="15000"/>
                    <a:pt x="6013" y="13929"/>
                  </a:cubicBezTo>
                  <a:cubicBezTo>
                    <a:pt x="5621" y="12858"/>
                    <a:pt x="5098" y="12143"/>
                    <a:pt x="4314" y="11786"/>
                  </a:cubicBezTo>
                  <a:cubicBezTo>
                    <a:pt x="4314" y="11786"/>
                    <a:pt x="4314" y="11786"/>
                    <a:pt x="3138" y="11429"/>
                  </a:cubicBezTo>
                  <a:cubicBezTo>
                    <a:pt x="2745" y="11072"/>
                    <a:pt x="2353" y="10715"/>
                    <a:pt x="2092" y="10000"/>
                  </a:cubicBezTo>
                  <a:cubicBezTo>
                    <a:pt x="1830" y="9643"/>
                    <a:pt x="1700" y="8572"/>
                    <a:pt x="1700" y="7500"/>
                  </a:cubicBezTo>
                  <a:cubicBezTo>
                    <a:pt x="1700" y="5358"/>
                    <a:pt x="2353" y="3572"/>
                    <a:pt x="3399" y="3572"/>
                  </a:cubicBezTo>
                  <a:cubicBezTo>
                    <a:pt x="4314" y="3572"/>
                    <a:pt x="4968" y="3929"/>
                    <a:pt x="5621" y="5715"/>
                  </a:cubicBezTo>
                  <a:cubicBezTo>
                    <a:pt x="5621" y="5715"/>
                    <a:pt x="5621" y="5715"/>
                    <a:pt x="6536" y="3215"/>
                  </a:cubicBezTo>
                  <a:cubicBezTo>
                    <a:pt x="5621" y="1072"/>
                    <a:pt x="4837" y="0"/>
                    <a:pt x="3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2"/>
            <p:cNvSpPr/>
            <p:nvPr/>
          </p:nvSpPr>
          <p:spPr>
            <a:xfrm>
              <a:off x="1003250" y="723200"/>
              <a:ext cx="170100" cy="660750"/>
            </a:xfrm>
            <a:custGeom>
              <a:avLst/>
              <a:gdLst/>
              <a:ahLst/>
              <a:cxnLst/>
              <a:rect l="l" t="t" r="r" b="b"/>
              <a:pathLst>
                <a:path w="6804" h="26430" extrusionOk="0">
                  <a:moveTo>
                    <a:pt x="3138"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138" y="22858"/>
                  </a:cubicBezTo>
                  <a:lnTo>
                    <a:pt x="1439" y="22858"/>
                  </a:lnTo>
                  <a:cubicBezTo>
                    <a:pt x="1439" y="22858"/>
                    <a:pt x="1439" y="22858"/>
                    <a:pt x="1439" y="3572"/>
                  </a:cubicBezTo>
                  <a:close/>
                  <a:moveTo>
                    <a:pt x="1" y="1"/>
                  </a:moveTo>
                  <a:cubicBezTo>
                    <a:pt x="1" y="1"/>
                    <a:pt x="1" y="1"/>
                    <a:pt x="1" y="26429"/>
                  </a:cubicBezTo>
                  <a:lnTo>
                    <a:pt x="3399" y="26429"/>
                  </a:lnTo>
                  <a:cubicBezTo>
                    <a:pt x="4314" y="26429"/>
                    <a:pt x="5229" y="25358"/>
                    <a:pt x="5883" y="23929"/>
                  </a:cubicBezTo>
                  <a:cubicBezTo>
                    <a:pt x="6929" y="21072"/>
                    <a:pt x="6798" y="16786"/>
                    <a:pt x="6798" y="12858"/>
                  </a:cubicBezTo>
                  <a:cubicBezTo>
                    <a:pt x="6798" y="9286"/>
                    <a:pt x="6929" y="5358"/>
                    <a:pt x="5883" y="2501"/>
                  </a:cubicBezTo>
                  <a:cubicBezTo>
                    <a:pt x="5229" y="715"/>
                    <a:pt x="4314"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2"/>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2"/>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2"/>
            <p:cNvSpPr/>
            <p:nvPr/>
          </p:nvSpPr>
          <p:spPr>
            <a:xfrm>
              <a:off x="2326775" y="8925"/>
              <a:ext cx="552325" cy="517875"/>
            </a:xfrm>
            <a:custGeom>
              <a:avLst/>
              <a:gdLst/>
              <a:ahLst/>
              <a:cxnLst/>
              <a:rect l="l" t="t" r="r" b="b"/>
              <a:pathLst>
                <a:path w="22093" h="20715" extrusionOk="0">
                  <a:moveTo>
                    <a:pt x="7583" y="0"/>
                  </a:moveTo>
                  <a:lnTo>
                    <a:pt x="1" y="20714"/>
                  </a:lnTo>
                  <a:lnTo>
                    <a:pt x="22092" y="20714"/>
                  </a:lnTo>
                  <a:lnTo>
                    <a:pt x="75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2"/>
            <p:cNvSpPr/>
            <p:nvPr/>
          </p:nvSpPr>
          <p:spPr>
            <a:xfrm>
              <a:off x="2107825" y="-8950"/>
              <a:ext cx="392175" cy="1071450"/>
            </a:xfrm>
            <a:custGeom>
              <a:avLst/>
              <a:gdLst/>
              <a:ahLst/>
              <a:cxnLst/>
              <a:rect l="l" t="t" r="r" b="b"/>
              <a:pathLst>
                <a:path w="15687" h="42858" extrusionOk="0">
                  <a:moveTo>
                    <a:pt x="15687" y="1"/>
                  </a:moveTo>
                  <a:lnTo>
                    <a:pt x="1" y="13572"/>
                  </a:lnTo>
                  <a:lnTo>
                    <a:pt x="1" y="42858"/>
                  </a:lnTo>
                  <a:lnTo>
                    <a:pt x="156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2"/>
            <p:cNvSpPr/>
            <p:nvPr/>
          </p:nvSpPr>
          <p:spPr>
            <a:xfrm>
              <a:off x="1905225" y="348200"/>
              <a:ext cx="186300" cy="1508950"/>
            </a:xfrm>
            <a:custGeom>
              <a:avLst/>
              <a:gdLst/>
              <a:ahLst/>
              <a:cxnLst/>
              <a:rect l="l" t="t" r="r" b="b"/>
              <a:pathLst>
                <a:path w="7452" h="60358" extrusionOk="0">
                  <a:moveTo>
                    <a:pt x="7451" y="1"/>
                  </a:moveTo>
                  <a:lnTo>
                    <a:pt x="0" y="39643"/>
                  </a:lnTo>
                  <a:lnTo>
                    <a:pt x="7451" y="60358"/>
                  </a:lnTo>
                  <a:lnTo>
                    <a:pt x="74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2"/>
            <p:cNvSpPr/>
            <p:nvPr/>
          </p:nvSpPr>
          <p:spPr>
            <a:xfrm>
              <a:off x="1895400" y="1383925"/>
              <a:ext cx="392200" cy="1071450"/>
            </a:xfrm>
            <a:custGeom>
              <a:avLst/>
              <a:gdLst/>
              <a:ahLst/>
              <a:cxnLst/>
              <a:rect l="l" t="t" r="r" b="b"/>
              <a:pathLst>
                <a:path w="15688" h="42858" extrusionOk="0">
                  <a:moveTo>
                    <a:pt x="1" y="0"/>
                  </a:moveTo>
                  <a:lnTo>
                    <a:pt x="4968" y="42857"/>
                  </a:lnTo>
                  <a:lnTo>
                    <a:pt x="15687" y="42857"/>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2"/>
            <p:cNvSpPr/>
            <p:nvPr/>
          </p:nvSpPr>
          <p:spPr>
            <a:xfrm>
              <a:off x="2026125" y="2491050"/>
              <a:ext cx="552325" cy="517900"/>
            </a:xfrm>
            <a:custGeom>
              <a:avLst/>
              <a:gdLst/>
              <a:ahLst/>
              <a:cxnLst/>
              <a:rect l="l" t="t" r="r" b="b"/>
              <a:pathLst>
                <a:path w="22093" h="20716" extrusionOk="0">
                  <a:moveTo>
                    <a:pt x="1" y="1"/>
                  </a:moveTo>
                  <a:lnTo>
                    <a:pt x="14511" y="20715"/>
                  </a:lnTo>
                  <a:lnTo>
                    <a:pt x="22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2617625" y="571425"/>
              <a:ext cx="392200" cy="1071450"/>
            </a:xfrm>
            <a:custGeom>
              <a:avLst/>
              <a:gdLst/>
              <a:ahLst/>
              <a:cxnLst/>
              <a:rect l="l" t="t" r="r" b="b"/>
              <a:pathLst>
                <a:path w="15688" h="42858" extrusionOk="0">
                  <a:moveTo>
                    <a:pt x="1" y="0"/>
                  </a:moveTo>
                  <a:lnTo>
                    <a:pt x="15687" y="42857"/>
                  </a:lnTo>
                  <a:lnTo>
                    <a:pt x="107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2"/>
            <p:cNvSpPr/>
            <p:nvPr/>
          </p:nvSpPr>
          <p:spPr>
            <a:xfrm>
              <a:off x="2405225" y="1964275"/>
              <a:ext cx="392175" cy="1062525"/>
            </a:xfrm>
            <a:custGeom>
              <a:avLst/>
              <a:gdLst/>
              <a:ahLst/>
              <a:cxnLst/>
              <a:rect l="l" t="t" r="r" b="b"/>
              <a:pathLst>
                <a:path w="15687" h="42501" extrusionOk="0">
                  <a:moveTo>
                    <a:pt x="15686" y="0"/>
                  </a:moveTo>
                  <a:lnTo>
                    <a:pt x="0" y="42500"/>
                  </a:lnTo>
                  <a:lnTo>
                    <a:pt x="15686" y="29286"/>
                  </a:lnTo>
                  <a:lnTo>
                    <a:pt x="156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2"/>
            <p:cNvSpPr/>
            <p:nvPr/>
          </p:nvSpPr>
          <p:spPr>
            <a:xfrm>
              <a:off x="2813725" y="1160700"/>
              <a:ext cx="189550" cy="1517875"/>
            </a:xfrm>
            <a:custGeom>
              <a:avLst/>
              <a:gdLst/>
              <a:ahLst/>
              <a:cxnLst/>
              <a:rect l="l" t="t" r="r" b="b"/>
              <a:pathLst>
                <a:path w="7582" h="60715" extrusionOk="0">
                  <a:moveTo>
                    <a:pt x="0" y="1"/>
                  </a:moveTo>
                  <a:lnTo>
                    <a:pt x="0" y="60715"/>
                  </a:lnTo>
                  <a:lnTo>
                    <a:pt x="7582" y="2071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22"/>
          <p:cNvSpPr/>
          <p:nvPr/>
        </p:nvSpPr>
        <p:spPr>
          <a:xfrm>
            <a:off x="290304" y="338478"/>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2"/>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2" name="Google Shape;122;p2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22"/>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24" name="Google Shape;124;p22"/>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5" name="Google Shape;125;p22"/>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6" name="Google Shape;126;p22"/>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4_Titelfolie_TUD_Foto_a">
  <p:cSld name="4_Titelfolie_TUD_Foto_a">
    <p:spTree>
      <p:nvGrpSpPr>
        <p:cNvPr id="1" name="Shape 127"/>
        <p:cNvGrpSpPr/>
        <p:nvPr/>
      </p:nvGrpSpPr>
      <p:grpSpPr>
        <a:xfrm>
          <a:off x="0" y="0"/>
          <a:ext cx="0" cy="0"/>
          <a:chOff x="0" y="0"/>
          <a:chExt cx="0" cy="0"/>
        </a:xfrm>
      </p:grpSpPr>
      <p:sp>
        <p:nvSpPr>
          <p:cNvPr id="128" name="Google Shape;128;p23"/>
          <p:cNvSpPr>
            <a:spLocks noGrp="1"/>
          </p:cNvSpPr>
          <p:nvPr>
            <p:ph type="pic" idx="2"/>
          </p:nvPr>
        </p:nvSpPr>
        <p:spPr>
          <a:xfrm>
            <a:off x="0" y="1204913"/>
            <a:ext cx="12192000" cy="5653086"/>
          </a:xfrm>
          <a:prstGeom prst="rect">
            <a:avLst/>
          </a:prstGeom>
          <a:solidFill>
            <a:srgbClr val="F2F2F2"/>
          </a:solidFill>
          <a:ln>
            <a:noFill/>
          </a:ln>
        </p:spPr>
      </p:sp>
      <p:sp>
        <p:nvSpPr>
          <p:cNvPr id="129" name="Google Shape;129;p23"/>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0" name="Google Shape;130;p23"/>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3"/>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32" name="Google Shape;132;p23"/>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3" name="Google Shape;133;p23"/>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4" name="Google Shape;134;p23"/>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35" name="Google Shape;135;p23"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36" name="Google Shape;136;p23"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2_Titelfolie_TUD_weiß-blau">
  <p:cSld name="2_Titelfolie_TUD_weiß-blau">
    <p:spTree>
      <p:nvGrpSpPr>
        <p:cNvPr id="1" name="Shape 137"/>
        <p:cNvGrpSpPr/>
        <p:nvPr/>
      </p:nvGrpSpPr>
      <p:grpSpPr>
        <a:xfrm>
          <a:off x="0" y="0"/>
          <a:ext cx="0" cy="0"/>
          <a:chOff x="0" y="0"/>
          <a:chExt cx="0" cy="0"/>
        </a:xfrm>
      </p:grpSpPr>
      <p:sp>
        <p:nvSpPr>
          <p:cNvPr id="138" name="Google Shape;138;p24"/>
          <p:cNvSpPr/>
          <p:nvPr/>
        </p:nvSpPr>
        <p:spPr>
          <a:xfrm>
            <a:off x="0" y="1204912"/>
            <a:ext cx="12192000" cy="5653089"/>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39" name="Google Shape;139;p24"/>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0" name="Google Shape;140;p2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24"/>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42" name="Google Shape;142;p24"/>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3" name="Google Shape;143;p24"/>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4" name="Google Shape;144;p24"/>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45" name="Google Shape;145;p2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46" name="Google Shape;146;p2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3_Titelfolie_TUD_weiß-blau">
  <p:cSld name="3_Titelfolie_TUD_weiß-blau">
    <p:spTree>
      <p:nvGrpSpPr>
        <p:cNvPr id="1" name="Shape 147"/>
        <p:cNvGrpSpPr/>
        <p:nvPr/>
      </p:nvGrpSpPr>
      <p:grpSpPr>
        <a:xfrm>
          <a:off x="0" y="0"/>
          <a:ext cx="0" cy="0"/>
          <a:chOff x="0" y="0"/>
          <a:chExt cx="0" cy="0"/>
        </a:xfrm>
      </p:grpSpPr>
      <p:sp>
        <p:nvSpPr>
          <p:cNvPr id="148" name="Google Shape;148;p25"/>
          <p:cNvSpPr/>
          <p:nvPr/>
        </p:nvSpPr>
        <p:spPr>
          <a:xfrm>
            <a:off x="0" y="1204912"/>
            <a:ext cx="12192000" cy="5653089"/>
          </a:xfrm>
          <a:prstGeom prst="rect">
            <a:avLst/>
          </a:prstGeom>
          <a:gradFill>
            <a:gsLst>
              <a:gs pos="0">
                <a:srgbClr val="951B81"/>
              </a:gs>
              <a:gs pos="14000">
                <a:srgbClr val="951B81"/>
              </a:gs>
              <a:gs pos="100000">
                <a:srgbClr val="59358C"/>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49" name="Google Shape;149;p25"/>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0" name="Google Shape;150;p25"/>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5"/>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52" name="Google Shape;152;p25"/>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3" name="Google Shape;153;p25"/>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4" name="Google Shape;154;p25"/>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55" name="Google Shape;155;p2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56" name="Google Shape;156;p2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4_Titelfolie_TUD_weiß-blau">
  <p:cSld name="4_Titelfolie_TUD_weiß-blau">
    <p:spTree>
      <p:nvGrpSpPr>
        <p:cNvPr id="1" name="Shape 157"/>
        <p:cNvGrpSpPr/>
        <p:nvPr/>
      </p:nvGrpSpPr>
      <p:grpSpPr>
        <a:xfrm>
          <a:off x="0" y="0"/>
          <a:ext cx="0" cy="0"/>
          <a:chOff x="0" y="0"/>
          <a:chExt cx="0" cy="0"/>
        </a:xfrm>
      </p:grpSpPr>
      <p:sp>
        <p:nvSpPr>
          <p:cNvPr id="158" name="Google Shape;158;p26"/>
          <p:cNvSpPr/>
          <p:nvPr/>
        </p:nvSpPr>
        <p:spPr>
          <a:xfrm>
            <a:off x="0" y="1204912"/>
            <a:ext cx="12192000" cy="5653089"/>
          </a:xfrm>
          <a:prstGeom prst="rect">
            <a:avLst/>
          </a:prstGeom>
          <a:gradFill>
            <a:gsLst>
              <a:gs pos="0">
                <a:srgbClr val="DE2526"/>
              </a:gs>
              <a:gs pos="14000">
                <a:srgbClr val="DE2526"/>
              </a:gs>
              <a:gs pos="100000">
                <a:srgbClr val="CD1719"/>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59" name="Google Shape;159;p26"/>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0" name="Google Shape;160;p26"/>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26"/>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62" name="Google Shape;162;p26"/>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3" name="Google Shape;163;p26"/>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4" name="Google Shape;164;p26"/>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65" name="Google Shape;165;p2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66" name="Google Shape;166;p2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5_Titelfolie_TUD_weiß-blau">
  <p:cSld name="5_Titelfolie_TUD_weiß-blau">
    <p:spTree>
      <p:nvGrpSpPr>
        <p:cNvPr id="1" name="Shape 167"/>
        <p:cNvGrpSpPr/>
        <p:nvPr/>
      </p:nvGrpSpPr>
      <p:grpSpPr>
        <a:xfrm>
          <a:off x="0" y="0"/>
          <a:ext cx="0" cy="0"/>
          <a:chOff x="0" y="0"/>
          <a:chExt cx="0" cy="0"/>
        </a:xfrm>
      </p:grpSpPr>
      <p:sp>
        <p:nvSpPr>
          <p:cNvPr id="168" name="Google Shape;168;p27"/>
          <p:cNvSpPr/>
          <p:nvPr/>
        </p:nvSpPr>
        <p:spPr>
          <a:xfrm>
            <a:off x="3151994" y="2563831"/>
            <a:ext cx="9050720" cy="4317954"/>
          </a:xfrm>
          <a:custGeom>
            <a:avLst/>
            <a:gdLst/>
            <a:ahLst/>
            <a:cxnLst/>
            <a:rect l="l" t="t" r="r" b="b"/>
            <a:pathLst>
              <a:path w="8344852" h="3981196" extrusionOk="0">
                <a:moveTo>
                  <a:pt x="3984796" y="381"/>
                </a:moveTo>
                <a:lnTo>
                  <a:pt x="8344852" y="0"/>
                </a:lnTo>
                <a:lnTo>
                  <a:pt x="8344852" y="3967748"/>
                </a:lnTo>
                <a:lnTo>
                  <a:pt x="0" y="3981196"/>
                </a:lnTo>
                <a:lnTo>
                  <a:pt x="3984796" y="381"/>
                </a:lnTo>
                <a:close/>
              </a:path>
            </a:pathLst>
          </a:custGeom>
          <a:solidFill>
            <a:schemeClr val="accent5">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69" name="Google Shape;169;p27"/>
          <p:cNvSpPr/>
          <p:nvPr/>
        </p:nvSpPr>
        <p:spPr>
          <a:xfrm>
            <a:off x="-1" y="3692352"/>
            <a:ext cx="9555747" cy="3185710"/>
          </a:xfrm>
          <a:custGeom>
            <a:avLst/>
            <a:gdLst/>
            <a:ahLst/>
            <a:cxnLst/>
            <a:rect l="l" t="t" r="r" b="b"/>
            <a:pathLst>
              <a:path w="8810492" h="2937256" extrusionOk="0">
                <a:moveTo>
                  <a:pt x="0" y="0"/>
                </a:moveTo>
                <a:lnTo>
                  <a:pt x="5858286" y="0"/>
                </a:lnTo>
                <a:lnTo>
                  <a:pt x="8810492" y="2937256"/>
                </a:lnTo>
                <a:lnTo>
                  <a:pt x="0" y="2937256"/>
                </a:lnTo>
                <a:lnTo>
                  <a:pt x="0" y="0"/>
                </a:lnTo>
                <a:close/>
              </a:path>
            </a:pathLst>
          </a:custGeom>
          <a:solidFill>
            <a:schemeClr val="accent4">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20">
                <a:solidFill>
                  <a:schemeClr val="lt1"/>
                </a:solidFill>
                <a:latin typeface="Open Sans" panose="020B0606030504020204"/>
                <a:ea typeface="Open Sans" panose="020B0606030504020204"/>
                <a:cs typeface="Open Sans" panose="020B0606030504020204"/>
                <a:sym typeface="Open Sans" panose="020B0606030504020204"/>
              </a:rPr>
              <a:t> </a:t>
            </a:r>
          </a:p>
        </p:txBody>
      </p:sp>
      <p:sp>
        <p:nvSpPr>
          <p:cNvPr id="170" name="Google Shape;170;p27"/>
          <p:cNvSpPr/>
          <p:nvPr/>
        </p:nvSpPr>
        <p:spPr>
          <a:xfrm>
            <a:off x="-709" y="2302249"/>
            <a:ext cx="6020777" cy="4581946"/>
          </a:xfrm>
          <a:custGeom>
            <a:avLst/>
            <a:gdLst/>
            <a:ahLst/>
            <a:cxnLst/>
            <a:rect l="l" t="t" r="r" b="b"/>
            <a:pathLst>
              <a:path w="5551215" h="4224599" extrusionOk="0">
                <a:moveTo>
                  <a:pt x="709" y="0"/>
                </a:moveTo>
                <a:lnTo>
                  <a:pt x="1485014" y="185"/>
                </a:lnTo>
                <a:lnTo>
                  <a:pt x="5551215" y="4224599"/>
                </a:lnTo>
                <a:lnTo>
                  <a:pt x="710" y="4220095"/>
                </a:lnTo>
                <a:cubicBezTo>
                  <a:pt x="-1748" y="2818313"/>
                  <a:pt x="3167" y="1401782"/>
                  <a:pt x="709" y="0"/>
                </a:cubicBezTo>
                <a:close/>
              </a:path>
            </a:pathLst>
          </a:custGeom>
          <a:solidFill>
            <a:schemeClr val="accent1">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71" name="Google Shape;171;p27"/>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2" name="Google Shape;172;p27"/>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27"/>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74" name="Google Shape;174;p27"/>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5" name="Google Shape;175;p27"/>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6" name="Google Shape;176;p27"/>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77" name="Google Shape;177;p27"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78" name="Google Shape;178;p27"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Titel und 2 Inhalte">
  <p:cSld name="2_Titel und 2 Inhalte">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8"/>
          <p:cNvSpPr>
            <a:spLocks noGrp="1"/>
          </p:cNvSpPr>
          <p:nvPr>
            <p:ph type="pic" idx="2"/>
          </p:nvPr>
        </p:nvSpPr>
        <p:spPr>
          <a:xfrm>
            <a:off x="6267449" y="1484314"/>
            <a:ext cx="5187950" cy="4344985"/>
          </a:xfrm>
          <a:prstGeom prst="rect">
            <a:avLst/>
          </a:prstGeom>
          <a:noFill/>
          <a:ln>
            <a:noFill/>
          </a:ln>
        </p:spPr>
        <p:txBody>
          <a:bodyPr/>
          <a:lstStyle/>
          <a:p>
            <a:endParaRPr lang="en-US"/>
          </a:p>
        </p:txBody>
      </p:sp>
      <p:sp>
        <p:nvSpPr>
          <p:cNvPr id="182" name="Google Shape;182;p28"/>
          <p:cNvSpPr txBox="1">
            <a:spLocks noGrp="1"/>
          </p:cNvSpPr>
          <p:nvPr>
            <p:ph type="body" idx="1"/>
          </p:nvPr>
        </p:nvSpPr>
        <p:spPr>
          <a:xfrm>
            <a:off x="874713" y="1484313"/>
            <a:ext cx="51958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Titel und Inhalt und Bild">
  <p:cSld name="2_Titel und Inhalt und Bi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p29"/>
          <p:cNvSpPr>
            <a:spLocks noGrp="1"/>
          </p:cNvSpPr>
          <p:nvPr>
            <p:ph type="pic" idx="2"/>
          </p:nvPr>
        </p:nvSpPr>
        <p:spPr>
          <a:xfrm>
            <a:off x="8070849" y="1484314"/>
            <a:ext cx="3384549" cy="4344985"/>
          </a:xfrm>
          <a:prstGeom prst="rect">
            <a:avLst/>
          </a:prstGeom>
          <a:noFill/>
          <a:ln>
            <a:noFill/>
          </a:ln>
        </p:spPr>
      </p:sp>
      <p:sp>
        <p:nvSpPr>
          <p:cNvPr id="186" name="Google Shape;186;p29"/>
          <p:cNvSpPr txBox="1">
            <a:spLocks noGrp="1"/>
          </p:cNvSpPr>
          <p:nvPr>
            <p:ph type="body" idx="1"/>
          </p:nvPr>
        </p:nvSpPr>
        <p:spPr>
          <a:xfrm>
            <a:off x="874713" y="1484313"/>
            <a:ext cx="69992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_Titel und Inhalt und Bild_quer">
  <p:cSld name="2_Titel und Inhalt und Bild_quer">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30"/>
          <p:cNvSpPr>
            <a:spLocks noGrp="1"/>
          </p:cNvSpPr>
          <p:nvPr>
            <p:ph type="pic" idx="2"/>
          </p:nvPr>
        </p:nvSpPr>
        <p:spPr>
          <a:xfrm>
            <a:off x="0" y="4101152"/>
            <a:ext cx="12191999" cy="2028186"/>
          </a:xfrm>
          <a:prstGeom prst="rect">
            <a:avLst/>
          </a:prstGeom>
          <a:noFill/>
          <a:ln>
            <a:noFill/>
          </a:ln>
        </p:spPr>
      </p:sp>
      <p:sp>
        <p:nvSpPr>
          <p:cNvPr id="190" name="Google Shape;190;p30"/>
          <p:cNvSpPr txBox="1">
            <a:spLocks noGrp="1"/>
          </p:cNvSpPr>
          <p:nvPr>
            <p:ph type="body" idx="1"/>
          </p:nvPr>
        </p:nvSpPr>
        <p:spPr>
          <a:xfrm>
            <a:off x="874713" y="1484313"/>
            <a:ext cx="10580687" cy="2398475"/>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_Titel und 3 Inhalte">
  <p:cSld name="3_Titel und 3 Inhalte">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32"/>
          <p:cNvSpPr txBox="1">
            <a:spLocks noGrp="1"/>
          </p:cNvSpPr>
          <p:nvPr>
            <p:ph type="body" idx="1"/>
          </p:nvPr>
        </p:nvSpPr>
        <p:spPr>
          <a:xfrm>
            <a:off x="874713" y="1481138"/>
            <a:ext cx="339883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8" name="Google Shape;198;p32"/>
          <p:cNvSpPr txBox="1">
            <a:spLocks noGrp="1"/>
          </p:cNvSpPr>
          <p:nvPr>
            <p:ph type="body" idx="2"/>
          </p:nvPr>
        </p:nvSpPr>
        <p:spPr>
          <a:xfrm>
            <a:off x="4457699" y="1481138"/>
            <a:ext cx="3416301"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9" name="Google Shape;199;p32"/>
          <p:cNvSpPr txBox="1">
            <a:spLocks noGrp="1"/>
          </p:cNvSpPr>
          <p:nvPr>
            <p:ph type="body" idx="3"/>
          </p:nvPr>
        </p:nvSpPr>
        <p:spPr>
          <a:xfrm>
            <a:off x="8070850" y="1481138"/>
            <a:ext cx="3384550"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_Titel und 4 Inhalte">
  <p:cSld name="4_Titel und 4 Inhalte">
    <p:spTree>
      <p:nvGrpSpPr>
        <p:cNvPr id="1" name="Shape 200"/>
        <p:cNvGrpSpPr/>
        <p:nvPr/>
      </p:nvGrpSpPr>
      <p:grpSpPr>
        <a:xfrm>
          <a:off x="0" y="0"/>
          <a:ext cx="0" cy="0"/>
          <a:chOff x="0" y="0"/>
          <a:chExt cx="0" cy="0"/>
        </a:xfrm>
      </p:grpSpPr>
      <p:sp>
        <p:nvSpPr>
          <p:cNvPr id="201" name="Google Shape;201;p33"/>
          <p:cNvSpPr>
            <a:spLocks noGrp="1"/>
          </p:cNvSpPr>
          <p:nvPr>
            <p:ph type="pic" idx="2"/>
          </p:nvPr>
        </p:nvSpPr>
        <p:spPr>
          <a:xfrm>
            <a:off x="874711" y="1484313"/>
            <a:ext cx="4300539" cy="1332000"/>
          </a:xfrm>
          <a:prstGeom prst="rect">
            <a:avLst/>
          </a:prstGeom>
          <a:noFill/>
          <a:ln>
            <a:noFill/>
          </a:ln>
        </p:spPr>
      </p:sp>
      <p:sp>
        <p:nvSpPr>
          <p:cNvPr id="202" name="Google Shape;202;p33"/>
          <p:cNvSpPr>
            <a:spLocks noGrp="1"/>
          </p:cNvSpPr>
          <p:nvPr>
            <p:ph type="pic" idx="3"/>
          </p:nvPr>
        </p:nvSpPr>
        <p:spPr>
          <a:xfrm>
            <a:off x="874712" y="2943181"/>
            <a:ext cx="4300537" cy="1332000"/>
          </a:xfrm>
          <a:prstGeom prst="rect">
            <a:avLst/>
          </a:prstGeom>
          <a:noFill/>
          <a:ln>
            <a:noFill/>
          </a:ln>
        </p:spPr>
      </p:sp>
      <p:sp>
        <p:nvSpPr>
          <p:cNvPr id="203" name="Google Shape;203;p33"/>
          <p:cNvSpPr>
            <a:spLocks noGrp="1"/>
          </p:cNvSpPr>
          <p:nvPr>
            <p:ph type="pic" idx="4"/>
          </p:nvPr>
        </p:nvSpPr>
        <p:spPr>
          <a:xfrm>
            <a:off x="874710" y="4402050"/>
            <a:ext cx="4300537" cy="1427249"/>
          </a:xfrm>
          <a:prstGeom prst="rect">
            <a:avLst/>
          </a:prstGeom>
          <a:noFill/>
          <a:ln>
            <a:noFill/>
          </a:ln>
        </p:spPr>
      </p:sp>
      <p:sp>
        <p:nvSpPr>
          <p:cNvPr id="204" name="Google Shape;204;p33"/>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33"/>
          <p:cNvSpPr txBox="1">
            <a:spLocks noGrp="1"/>
          </p:cNvSpPr>
          <p:nvPr>
            <p:ph type="body" idx="1"/>
          </p:nvPr>
        </p:nvSpPr>
        <p:spPr>
          <a:xfrm>
            <a:off x="5365750" y="1484313"/>
            <a:ext cx="6089650"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6_Titel und 18 Bilder">
  <p:cSld name="6_Titel und 18 Bilder">
    <p:spTree>
      <p:nvGrpSpPr>
        <p:cNvPr id="1" name="Shape 211"/>
        <p:cNvGrpSpPr/>
        <p:nvPr/>
      </p:nvGrpSpPr>
      <p:grpSpPr>
        <a:xfrm>
          <a:off x="0" y="0"/>
          <a:ext cx="0" cy="0"/>
          <a:chOff x="0" y="0"/>
          <a:chExt cx="0" cy="0"/>
        </a:xfrm>
      </p:grpSpPr>
      <p:sp>
        <p:nvSpPr>
          <p:cNvPr id="212" name="Google Shape;212;p35"/>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35"/>
          <p:cNvSpPr>
            <a:spLocks noGrp="1"/>
          </p:cNvSpPr>
          <p:nvPr>
            <p:ph type="pic" idx="2"/>
          </p:nvPr>
        </p:nvSpPr>
        <p:spPr>
          <a:xfrm>
            <a:off x="879785" y="1039484"/>
            <a:ext cx="1566000" cy="1566000"/>
          </a:xfrm>
          <a:prstGeom prst="rect">
            <a:avLst/>
          </a:prstGeom>
          <a:solidFill>
            <a:srgbClr val="F2F2F2"/>
          </a:solidFill>
          <a:ln>
            <a:noFill/>
          </a:ln>
        </p:spPr>
      </p:sp>
      <p:sp>
        <p:nvSpPr>
          <p:cNvPr id="214" name="Google Shape;214;p35"/>
          <p:cNvSpPr>
            <a:spLocks noGrp="1"/>
          </p:cNvSpPr>
          <p:nvPr>
            <p:ph type="pic" idx="3"/>
          </p:nvPr>
        </p:nvSpPr>
        <p:spPr>
          <a:xfrm>
            <a:off x="2579023" y="1039484"/>
            <a:ext cx="1566000" cy="1566000"/>
          </a:xfrm>
          <a:prstGeom prst="rect">
            <a:avLst/>
          </a:prstGeom>
          <a:solidFill>
            <a:srgbClr val="F2F2F2"/>
          </a:solidFill>
          <a:ln>
            <a:noFill/>
          </a:ln>
        </p:spPr>
      </p:sp>
      <p:sp>
        <p:nvSpPr>
          <p:cNvPr id="215" name="Google Shape;215;p35"/>
          <p:cNvSpPr>
            <a:spLocks noGrp="1"/>
          </p:cNvSpPr>
          <p:nvPr>
            <p:ph type="pic" idx="4"/>
          </p:nvPr>
        </p:nvSpPr>
        <p:spPr>
          <a:xfrm>
            <a:off x="4278261" y="1039484"/>
            <a:ext cx="1566000" cy="1566000"/>
          </a:xfrm>
          <a:prstGeom prst="rect">
            <a:avLst/>
          </a:prstGeom>
          <a:solidFill>
            <a:srgbClr val="F2F2F2"/>
          </a:solidFill>
          <a:ln>
            <a:noFill/>
          </a:ln>
        </p:spPr>
      </p:sp>
      <p:sp>
        <p:nvSpPr>
          <p:cNvPr id="216" name="Google Shape;216;p35"/>
          <p:cNvSpPr>
            <a:spLocks noGrp="1"/>
          </p:cNvSpPr>
          <p:nvPr>
            <p:ph type="pic" idx="5"/>
          </p:nvPr>
        </p:nvSpPr>
        <p:spPr>
          <a:xfrm>
            <a:off x="5977499" y="1039484"/>
            <a:ext cx="1566000" cy="1566000"/>
          </a:xfrm>
          <a:prstGeom prst="rect">
            <a:avLst/>
          </a:prstGeom>
          <a:solidFill>
            <a:srgbClr val="F2F2F2"/>
          </a:solidFill>
          <a:ln>
            <a:noFill/>
          </a:ln>
        </p:spPr>
      </p:sp>
      <p:sp>
        <p:nvSpPr>
          <p:cNvPr id="217" name="Google Shape;217;p35"/>
          <p:cNvSpPr>
            <a:spLocks noGrp="1"/>
          </p:cNvSpPr>
          <p:nvPr>
            <p:ph type="pic" idx="6"/>
          </p:nvPr>
        </p:nvSpPr>
        <p:spPr>
          <a:xfrm>
            <a:off x="7676735" y="1037468"/>
            <a:ext cx="1566000" cy="1566000"/>
          </a:xfrm>
          <a:prstGeom prst="rect">
            <a:avLst/>
          </a:prstGeom>
          <a:solidFill>
            <a:srgbClr val="F2F2F2"/>
          </a:solidFill>
          <a:ln>
            <a:noFill/>
          </a:ln>
        </p:spPr>
      </p:sp>
      <p:sp>
        <p:nvSpPr>
          <p:cNvPr id="218" name="Google Shape;218;p35"/>
          <p:cNvSpPr>
            <a:spLocks noGrp="1"/>
          </p:cNvSpPr>
          <p:nvPr>
            <p:ph type="pic" idx="7"/>
          </p:nvPr>
        </p:nvSpPr>
        <p:spPr>
          <a:xfrm>
            <a:off x="887333" y="2749075"/>
            <a:ext cx="1566000" cy="1566000"/>
          </a:xfrm>
          <a:prstGeom prst="rect">
            <a:avLst/>
          </a:prstGeom>
          <a:solidFill>
            <a:srgbClr val="F2F2F2"/>
          </a:solidFill>
          <a:ln>
            <a:noFill/>
          </a:ln>
        </p:spPr>
      </p:sp>
      <p:sp>
        <p:nvSpPr>
          <p:cNvPr id="219" name="Google Shape;219;p35"/>
          <p:cNvSpPr>
            <a:spLocks noGrp="1"/>
          </p:cNvSpPr>
          <p:nvPr>
            <p:ph type="pic" idx="8"/>
          </p:nvPr>
        </p:nvSpPr>
        <p:spPr>
          <a:xfrm>
            <a:off x="2586571" y="2749075"/>
            <a:ext cx="1566000" cy="1566000"/>
          </a:xfrm>
          <a:prstGeom prst="rect">
            <a:avLst/>
          </a:prstGeom>
          <a:solidFill>
            <a:srgbClr val="F2F2F2"/>
          </a:solidFill>
          <a:ln>
            <a:noFill/>
          </a:ln>
        </p:spPr>
      </p:sp>
      <p:sp>
        <p:nvSpPr>
          <p:cNvPr id="220" name="Google Shape;220;p35"/>
          <p:cNvSpPr>
            <a:spLocks noGrp="1"/>
          </p:cNvSpPr>
          <p:nvPr>
            <p:ph type="pic" idx="9"/>
          </p:nvPr>
        </p:nvSpPr>
        <p:spPr>
          <a:xfrm>
            <a:off x="4285809" y="2749075"/>
            <a:ext cx="1566000" cy="1566000"/>
          </a:xfrm>
          <a:prstGeom prst="rect">
            <a:avLst/>
          </a:prstGeom>
          <a:solidFill>
            <a:srgbClr val="F2F2F2"/>
          </a:solidFill>
          <a:ln>
            <a:noFill/>
          </a:ln>
        </p:spPr>
      </p:sp>
      <p:sp>
        <p:nvSpPr>
          <p:cNvPr id="221" name="Google Shape;221;p35"/>
          <p:cNvSpPr>
            <a:spLocks noGrp="1"/>
          </p:cNvSpPr>
          <p:nvPr>
            <p:ph type="pic" idx="13"/>
          </p:nvPr>
        </p:nvSpPr>
        <p:spPr>
          <a:xfrm>
            <a:off x="5985047" y="2749075"/>
            <a:ext cx="1566000" cy="1566000"/>
          </a:xfrm>
          <a:prstGeom prst="rect">
            <a:avLst/>
          </a:prstGeom>
          <a:solidFill>
            <a:srgbClr val="F2F2F2"/>
          </a:solidFill>
          <a:ln>
            <a:noFill/>
          </a:ln>
        </p:spPr>
      </p:sp>
      <p:sp>
        <p:nvSpPr>
          <p:cNvPr id="222" name="Google Shape;222;p35"/>
          <p:cNvSpPr>
            <a:spLocks noGrp="1"/>
          </p:cNvSpPr>
          <p:nvPr>
            <p:ph type="pic" idx="14"/>
          </p:nvPr>
        </p:nvSpPr>
        <p:spPr>
          <a:xfrm>
            <a:off x="7684283" y="2747059"/>
            <a:ext cx="1566000" cy="1566000"/>
          </a:xfrm>
          <a:prstGeom prst="rect">
            <a:avLst/>
          </a:prstGeom>
          <a:solidFill>
            <a:srgbClr val="F2F2F2"/>
          </a:solidFill>
          <a:ln>
            <a:noFill/>
          </a:ln>
        </p:spPr>
      </p:sp>
      <p:sp>
        <p:nvSpPr>
          <p:cNvPr id="223" name="Google Shape;223;p35"/>
          <p:cNvSpPr>
            <a:spLocks noGrp="1"/>
          </p:cNvSpPr>
          <p:nvPr>
            <p:ph type="pic" idx="15"/>
          </p:nvPr>
        </p:nvSpPr>
        <p:spPr>
          <a:xfrm>
            <a:off x="885829" y="4449615"/>
            <a:ext cx="1566000" cy="1566000"/>
          </a:xfrm>
          <a:prstGeom prst="rect">
            <a:avLst/>
          </a:prstGeom>
          <a:solidFill>
            <a:srgbClr val="F2F2F2"/>
          </a:solidFill>
          <a:ln>
            <a:noFill/>
          </a:ln>
        </p:spPr>
      </p:sp>
      <p:sp>
        <p:nvSpPr>
          <p:cNvPr id="224" name="Google Shape;224;p35"/>
          <p:cNvSpPr>
            <a:spLocks noGrp="1"/>
          </p:cNvSpPr>
          <p:nvPr>
            <p:ph type="pic" idx="16"/>
          </p:nvPr>
        </p:nvSpPr>
        <p:spPr>
          <a:xfrm>
            <a:off x="2585067" y="4449615"/>
            <a:ext cx="1566000" cy="1566000"/>
          </a:xfrm>
          <a:prstGeom prst="rect">
            <a:avLst/>
          </a:prstGeom>
          <a:solidFill>
            <a:srgbClr val="F2F2F2"/>
          </a:solidFill>
          <a:ln>
            <a:noFill/>
          </a:ln>
        </p:spPr>
      </p:sp>
      <p:sp>
        <p:nvSpPr>
          <p:cNvPr id="225" name="Google Shape;225;p35"/>
          <p:cNvSpPr>
            <a:spLocks noGrp="1"/>
          </p:cNvSpPr>
          <p:nvPr>
            <p:ph type="pic" idx="17"/>
          </p:nvPr>
        </p:nvSpPr>
        <p:spPr>
          <a:xfrm>
            <a:off x="4284305" y="4449615"/>
            <a:ext cx="1566000" cy="1566000"/>
          </a:xfrm>
          <a:prstGeom prst="rect">
            <a:avLst/>
          </a:prstGeom>
          <a:solidFill>
            <a:srgbClr val="F2F2F2"/>
          </a:solidFill>
          <a:ln>
            <a:noFill/>
          </a:ln>
        </p:spPr>
      </p:sp>
      <p:sp>
        <p:nvSpPr>
          <p:cNvPr id="226" name="Google Shape;226;p35"/>
          <p:cNvSpPr>
            <a:spLocks noGrp="1"/>
          </p:cNvSpPr>
          <p:nvPr>
            <p:ph type="pic" idx="18"/>
          </p:nvPr>
        </p:nvSpPr>
        <p:spPr>
          <a:xfrm>
            <a:off x="5983543" y="4449615"/>
            <a:ext cx="1566000" cy="1566000"/>
          </a:xfrm>
          <a:prstGeom prst="rect">
            <a:avLst/>
          </a:prstGeom>
          <a:solidFill>
            <a:srgbClr val="F2F2F2"/>
          </a:solidFill>
          <a:ln>
            <a:noFill/>
          </a:ln>
        </p:spPr>
      </p:sp>
      <p:sp>
        <p:nvSpPr>
          <p:cNvPr id="227" name="Google Shape;227;p35"/>
          <p:cNvSpPr>
            <a:spLocks noGrp="1"/>
          </p:cNvSpPr>
          <p:nvPr>
            <p:ph type="pic" idx="19"/>
          </p:nvPr>
        </p:nvSpPr>
        <p:spPr>
          <a:xfrm>
            <a:off x="7682779" y="4447599"/>
            <a:ext cx="1566000" cy="1566000"/>
          </a:xfrm>
          <a:prstGeom prst="rect">
            <a:avLst/>
          </a:prstGeom>
          <a:solidFill>
            <a:srgbClr val="F2F2F2"/>
          </a:solidFill>
          <a:ln>
            <a:noFill/>
          </a:ln>
        </p:spPr>
      </p:sp>
      <p:sp>
        <p:nvSpPr>
          <p:cNvPr id="228" name="Google Shape;228;p35"/>
          <p:cNvSpPr>
            <a:spLocks noGrp="1"/>
          </p:cNvSpPr>
          <p:nvPr>
            <p:ph type="pic" idx="20"/>
          </p:nvPr>
        </p:nvSpPr>
        <p:spPr>
          <a:xfrm>
            <a:off x="9385079" y="1037468"/>
            <a:ext cx="1566000" cy="1566000"/>
          </a:xfrm>
          <a:prstGeom prst="rect">
            <a:avLst/>
          </a:prstGeom>
          <a:solidFill>
            <a:srgbClr val="F2F2F2"/>
          </a:solidFill>
          <a:ln>
            <a:noFill/>
          </a:ln>
        </p:spPr>
      </p:sp>
      <p:sp>
        <p:nvSpPr>
          <p:cNvPr id="229" name="Google Shape;229;p35"/>
          <p:cNvSpPr>
            <a:spLocks noGrp="1"/>
          </p:cNvSpPr>
          <p:nvPr>
            <p:ph type="pic" idx="21"/>
          </p:nvPr>
        </p:nvSpPr>
        <p:spPr>
          <a:xfrm>
            <a:off x="9385079" y="2747059"/>
            <a:ext cx="1566000" cy="1566000"/>
          </a:xfrm>
          <a:prstGeom prst="rect">
            <a:avLst/>
          </a:prstGeom>
          <a:solidFill>
            <a:srgbClr val="F2F2F2"/>
          </a:solidFill>
          <a:ln>
            <a:noFill/>
          </a:ln>
        </p:spPr>
      </p:sp>
      <p:sp>
        <p:nvSpPr>
          <p:cNvPr id="230" name="Google Shape;230;p35"/>
          <p:cNvSpPr>
            <a:spLocks noGrp="1"/>
          </p:cNvSpPr>
          <p:nvPr>
            <p:ph type="pic" idx="22"/>
          </p:nvPr>
        </p:nvSpPr>
        <p:spPr>
          <a:xfrm>
            <a:off x="9383575" y="4447599"/>
            <a:ext cx="1566000" cy="1566000"/>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6_Titel und 8 Bilder">
  <p:cSld name="6_Titel und 8 Bilder">
    <p:spTree>
      <p:nvGrpSpPr>
        <p:cNvPr id="1" name="Shape 231"/>
        <p:cNvGrpSpPr/>
        <p:nvPr/>
      </p:nvGrpSpPr>
      <p:grpSpPr>
        <a:xfrm>
          <a:off x="0" y="0"/>
          <a:ext cx="0" cy="0"/>
          <a:chOff x="0" y="0"/>
          <a:chExt cx="0" cy="0"/>
        </a:xfrm>
      </p:grpSpPr>
      <p:sp>
        <p:nvSpPr>
          <p:cNvPr id="232" name="Google Shape;232;p36"/>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36"/>
          <p:cNvSpPr>
            <a:spLocks noGrp="1"/>
          </p:cNvSpPr>
          <p:nvPr>
            <p:ph type="pic" idx="2"/>
          </p:nvPr>
        </p:nvSpPr>
        <p:spPr>
          <a:xfrm>
            <a:off x="879785" y="1030288"/>
            <a:ext cx="2498415" cy="2341891"/>
          </a:xfrm>
          <a:prstGeom prst="rect">
            <a:avLst/>
          </a:prstGeom>
          <a:solidFill>
            <a:srgbClr val="F2F2F2"/>
          </a:solidFill>
          <a:ln>
            <a:noFill/>
          </a:ln>
        </p:spPr>
      </p:sp>
      <p:sp>
        <p:nvSpPr>
          <p:cNvPr id="234" name="Google Shape;234;p36"/>
          <p:cNvSpPr>
            <a:spLocks noGrp="1"/>
          </p:cNvSpPr>
          <p:nvPr>
            <p:ph type="pic" idx="3"/>
          </p:nvPr>
        </p:nvSpPr>
        <p:spPr>
          <a:xfrm>
            <a:off x="3575257" y="1030288"/>
            <a:ext cx="2498415" cy="2341891"/>
          </a:xfrm>
          <a:prstGeom prst="rect">
            <a:avLst/>
          </a:prstGeom>
          <a:solidFill>
            <a:srgbClr val="F2F2F2"/>
          </a:solidFill>
          <a:ln>
            <a:noFill/>
          </a:ln>
        </p:spPr>
      </p:sp>
      <p:sp>
        <p:nvSpPr>
          <p:cNvPr id="235" name="Google Shape;235;p36"/>
          <p:cNvSpPr>
            <a:spLocks noGrp="1"/>
          </p:cNvSpPr>
          <p:nvPr>
            <p:ph type="pic" idx="4"/>
          </p:nvPr>
        </p:nvSpPr>
        <p:spPr>
          <a:xfrm>
            <a:off x="6270729" y="1030288"/>
            <a:ext cx="2498415" cy="2341891"/>
          </a:xfrm>
          <a:prstGeom prst="rect">
            <a:avLst/>
          </a:prstGeom>
          <a:solidFill>
            <a:srgbClr val="F2F2F2"/>
          </a:solidFill>
          <a:ln>
            <a:noFill/>
          </a:ln>
        </p:spPr>
      </p:sp>
      <p:sp>
        <p:nvSpPr>
          <p:cNvPr id="236" name="Google Shape;236;p36"/>
          <p:cNvSpPr>
            <a:spLocks noGrp="1"/>
          </p:cNvSpPr>
          <p:nvPr>
            <p:ph type="pic" idx="5"/>
          </p:nvPr>
        </p:nvSpPr>
        <p:spPr>
          <a:xfrm>
            <a:off x="8966200" y="1030288"/>
            <a:ext cx="2498415" cy="2341891"/>
          </a:xfrm>
          <a:prstGeom prst="rect">
            <a:avLst/>
          </a:prstGeom>
          <a:solidFill>
            <a:srgbClr val="F2F2F2"/>
          </a:solidFill>
          <a:ln>
            <a:noFill/>
          </a:ln>
        </p:spPr>
      </p:sp>
      <p:sp>
        <p:nvSpPr>
          <p:cNvPr id="237" name="Google Shape;237;p36"/>
          <p:cNvSpPr>
            <a:spLocks noGrp="1"/>
          </p:cNvSpPr>
          <p:nvPr>
            <p:ph type="pic" idx="6"/>
          </p:nvPr>
        </p:nvSpPr>
        <p:spPr>
          <a:xfrm>
            <a:off x="880142" y="3572347"/>
            <a:ext cx="2498415" cy="2341891"/>
          </a:xfrm>
          <a:prstGeom prst="rect">
            <a:avLst/>
          </a:prstGeom>
          <a:solidFill>
            <a:srgbClr val="F2F2F2"/>
          </a:solidFill>
          <a:ln>
            <a:noFill/>
          </a:ln>
        </p:spPr>
      </p:sp>
      <p:sp>
        <p:nvSpPr>
          <p:cNvPr id="238" name="Google Shape;238;p36"/>
          <p:cNvSpPr>
            <a:spLocks noGrp="1"/>
          </p:cNvSpPr>
          <p:nvPr>
            <p:ph type="pic" idx="7"/>
          </p:nvPr>
        </p:nvSpPr>
        <p:spPr>
          <a:xfrm>
            <a:off x="3575614" y="3572347"/>
            <a:ext cx="2498415" cy="2341891"/>
          </a:xfrm>
          <a:prstGeom prst="rect">
            <a:avLst/>
          </a:prstGeom>
          <a:solidFill>
            <a:srgbClr val="F2F2F2"/>
          </a:solidFill>
          <a:ln>
            <a:noFill/>
          </a:ln>
        </p:spPr>
      </p:sp>
      <p:sp>
        <p:nvSpPr>
          <p:cNvPr id="239" name="Google Shape;239;p36"/>
          <p:cNvSpPr>
            <a:spLocks noGrp="1"/>
          </p:cNvSpPr>
          <p:nvPr>
            <p:ph type="pic" idx="8"/>
          </p:nvPr>
        </p:nvSpPr>
        <p:spPr>
          <a:xfrm>
            <a:off x="6271086" y="3572347"/>
            <a:ext cx="2498415" cy="2341891"/>
          </a:xfrm>
          <a:prstGeom prst="rect">
            <a:avLst/>
          </a:prstGeom>
          <a:solidFill>
            <a:srgbClr val="F2F2F2"/>
          </a:solidFill>
          <a:ln>
            <a:noFill/>
          </a:ln>
        </p:spPr>
      </p:sp>
      <p:sp>
        <p:nvSpPr>
          <p:cNvPr id="240" name="Google Shape;240;p36"/>
          <p:cNvSpPr>
            <a:spLocks noGrp="1"/>
          </p:cNvSpPr>
          <p:nvPr>
            <p:ph type="pic" idx="9"/>
          </p:nvPr>
        </p:nvSpPr>
        <p:spPr>
          <a:xfrm>
            <a:off x="8966557" y="3572347"/>
            <a:ext cx="2498415" cy="2341891"/>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_Titel und 6 Bilder_">
  <p:cSld name="6_Titel und 6 Bilder_">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37"/>
          <p:cNvSpPr>
            <a:spLocks noGrp="1"/>
          </p:cNvSpPr>
          <p:nvPr>
            <p:ph type="pic" idx="2"/>
          </p:nvPr>
        </p:nvSpPr>
        <p:spPr>
          <a:xfrm>
            <a:off x="9703" y="1057584"/>
            <a:ext cx="4050000" cy="2520000"/>
          </a:xfrm>
          <a:prstGeom prst="rect">
            <a:avLst/>
          </a:prstGeom>
          <a:solidFill>
            <a:srgbClr val="F2F2F2"/>
          </a:solidFill>
          <a:ln>
            <a:noFill/>
          </a:ln>
        </p:spPr>
      </p:sp>
      <p:sp>
        <p:nvSpPr>
          <p:cNvPr id="244" name="Google Shape;244;p37"/>
          <p:cNvSpPr>
            <a:spLocks noGrp="1"/>
          </p:cNvSpPr>
          <p:nvPr>
            <p:ph type="pic" idx="3"/>
          </p:nvPr>
        </p:nvSpPr>
        <p:spPr>
          <a:xfrm>
            <a:off x="4081331" y="1057584"/>
            <a:ext cx="4050000" cy="2520000"/>
          </a:xfrm>
          <a:prstGeom prst="rect">
            <a:avLst/>
          </a:prstGeom>
          <a:solidFill>
            <a:srgbClr val="F2F2F2"/>
          </a:solidFill>
          <a:ln>
            <a:noFill/>
          </a:ln>
        </p:spPr>
      </p:sp>
      <p:sp>
        <p:nvSpPr>
          <p:cNvPr id="245" name="Google Shape;245;p37"/>
          <p:cNvSpPr>
            <a:spLocks noGrp="1"/>
          </p:cNvSpPr>
          <p:nvPr>
            <p:ph type="pic" idx="4"/>
          </p:nvPr>
        </p:nvSpPr>
        <p:spPr>
          <a:xfrm>
            <a:off x="8152960" y="1057584"/>
            <a:ext cx="4050000" cy="2520000"/>
          </a:xfrm>
          <a:prstGeom prst="rect">
            <a:avLst/>
          </a:prstGeom>
          <a:solidFill>
            <a:srgbClr val="F2F2F2"/>
          </a:solidFill>
          <a:ln>
            <a:noFill/>
          </a:ln>
        </p:spPr>
      </p:sp>
      <p:sp>
        <p:nvSpPr>
          <p:cNvPr id="246" name="Google Shape;246;p37"/>
          <p:cNvSpPr>
            <a:spLocks noGrp="1"/>
          </p:cNvSpPr>
          <p:nvPr>
            <p:ph type="pic" idx="5"/>
          </p:nvPr>
        </p:nvSpPr>
        <p:spPr>
          <a:xfrm>
            <a:off x="5151" y="3602514"/>
            <a:ext cx="4050000" cy="2520000"/>
          </a:xfrm>
          <a:prstGeom prst="rect">
            <a:avLst/>
          </a:prstGeom>
          <a:solidFill>
            <a:srgbClr val="F2F2F2"/>
          </a:solidFill>
          <a:ln>
            <a:noFill/>
          </a:ln>
        </p:spPr>
      </p:sp>
      <p:sp>
        <p:nvSpPr>
          <p:cNvPr id="247" name="Google Shape;247;p37"/>
          <p:cNvSpPr>
            <a:spLocks noGrp="1"/>
          </p:cNvSpPr>
          <p:nvPr>
            <p:ph type="pic" idx="6"/>
          </p:nvPr>
        </p:nvSpPr>
        <p:spPr>
          <a:xfrm>
            <a:off x="4076779" y="3602514"/>
            <a:ext cx="4050000" cy="2520000"/>
          </a:xfrm>
          <a:prstGeom prst="rect">
            <a:avLst/>
          </a:prstGeom>
          <a:solidFill>
            <a:srgbClr val="F2F2F2"/>
          </a:solidFill>
          <a:ln>
            <a:noFill/>
          </a:ln>
        </p:spPr>
      </p:sp>
      <p:sp>
        <p:nvSpPr>
          <p:cNvPr id="248" name="Google Shape;248;p37"/>
          <p:cNvSpPr>
            <a:spLocks noGrp="1"/>
          </p:cNvSpPr>
          <p:nvPr>
            <p:ph type="pic" idx="7"/>
          </p:nvPr>
        </p:nvSpPr>
        <p:spPr>
          <a:xfrm>
            <a:off x="8148408" y="3602514"/>
            <a:ext cx="4050000" cy="2520000"/>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_Nur Titel">
  <p:cSld name="2_Nur Titel">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eer">
  <p:cSld name="Leer">
    <p:spTree>
      <p:nvGrpSpPr>
        <p:cNvPr id="1" name="Shape 254"/>
        <p:cNvGrpSpPr/>
        <p:nvPr/>
      </p:nvGrpSpPr>
      <p:grpSpPr>
        <a:xfrm>
          <a:off x="0" y="0"/>
          <a:ext cx="0" cy="0"/>
          <a:chOff x="0" y="0"/>
          <a:chExt cx="0" cy="0"/>
        </a:xfrm>
      </p:grpSpPr>
      <p:sp>
        <p:nvSpPr>
          <p:cNvPr id="255" name="Google Shape;255;p40"/>
          <p:cNvSpPr>
            <a:spLocks noGrp="1"/>
          </p:cNvSpPr>
          <p:nvPr>
            <p:ph type="pic" idx="2"/>
          </p:nvPr>
        </p:nvSpPr>
        <p:spPr>
          <a:xfrm>
            <a:off x="0" y="6"/>
            <a:ext cx="12192000" cy="6129331"/>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enutzerdefiniertes Layout">
  <p:cSld name="Benutzerdefiniertes Layout">
    <p:spTree>
      <p:nvGrpSpPr>
        <p:cNvPr id="1" name="Shape 256"/>
        <p:cNvGrpSpPr/>
        <p:nvPr/>
      </p:nvGrpSpPr>
      <p:grpSpPr>
        <a:xfrm>
          <a:off x="0" y="0"/>
          <a:ext cx="0" cy="0"/>
          <a:chOff x="0" y="0"/>
          <a:chExt cx="0" cy="0"/>
        </a:xfrm>
      </p:grpSpPr>
      <p:sp>
        <p:nvSpPr>
          <p:cNvPr id="257" name="Google Shape;257;p41"/>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58" name="Google Shape;258;p41"/>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1"/>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Benutzerdefiniertes Layout">
  <p:cSld name="1_Benutzerdefiniertes Layout">
    <p:spTree>
      <p:nvGrpSpPr>
        <p:cNvPr id="1" name="Shape 260"/>
        <p:cNvGrpSpPr/>
        <p:nvPr/>
      </p:nvGrpSpPr>
      <p:grpSpPr>
        <a:xfrm>
          <a:off x="0" y="0"/>
          <a:ext cx="0" cy="0"/>
          <a:chOff x="0" y="0"/>
          <a:chExt cx="0" cy="0"/>
        </a:xfrm>
      </p:grpSpPr>
      <p:sp>
        <p:nvSpPr>
          <p:cNvPr id="261" name="Google Shape;261;p42"/>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62" name="Google Shape;262;p4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3" name="Google Shape;263;p42"/>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Benutzerdefiniertes Layout">
  <p:cSld name="2_Benutzerdefiniertes Layout">
    <p:spTree>
      <p:nvGrpSpPr>
        <p:cNvPr id="1" name="Shape 264"/>
        <p:cNvGrpSpPr/>
        <p:nvPr/>
      </p:nvGrpSpPr>
      <p:grpSpPr>
        <a:xfrm>
          <a:off x="0" y="0"/>
          <a:ext cx="0" cy="0"/>
          <a:chOff x="0" y="0"/>
          <a:chExt cx="0" cy="0"/>
        </a:xfrm>
      </p:grpSpPr>
      <p:sp>
        <p:nvSpPr>
          <p:cNvPr id="265" name="Google Shape;265;p43"/>
          <p:cNvSpPr/>
          <p:nvPr/>
        </p:nvSpPr>
        <p:spPr>
          <a:xfrm>
            <a:off x="0" y="2"/>
            <a:ext cx="12192000" cy="6129336"/>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66" name="Google Shape;266;p43"/>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43"/>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_Benutzerdefiniertes Layout">
  <p:cSld name="3_Benutzerdefiniertes Layout">
    <p:spTree>
      <p:nvGrpSpPr>
        <p:cNvPr id="1" name="Shape 268"/>
        <p:cNvGrpSpPr/>
        <p:nvPr/>
      </p:nvGrpSpPr>
      <p:grpSpPr>
        <a:xfrm>
          <a:off x="0" y="0"/>
          <a:ext cx="0" cy="0"/>
          <a:chOff x="0" y="0"/>
          <a:chExt cx="0" cy="0"/>
        </a:xfrm>
      </p:grpSpPr>
      <p:sp>
        <p:nvSpPr>
          <p:cNvPr id="269" name="Google Shape;269;p44"/>
          <p:cNvSpPr>
            <a:spLocks noGrp="1"/>
          </p:cNvSpPr>
          <p:nvPr>
            <p:ph type="pic" idx="2"/>
          </p:nvPr>
        </p:nvSpPr>
        <p:spPr>
          <a:xfrm>
            <a:off x="0" y="0"/>
            <a:ext cx="12192000" cy="6129338"/>
          </a:xfrm>
          <a:prstGeom prst="rect">
            <a:avLst/>
          </a:prstGeom>
          <a:solidFill>
            <a:srgbClr val="F2F2F2"/>
          </a:solidFill>
          <a:ln>
            <a:noFill/>
          </a:ln>
        </p:spPr>
      </p:sp>
      <p:sp>
        <p:nvSpPr>
          <p:cNvPr id="270" name="Google Shape;270;p4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1" name="Google Shape;271;p44"/>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Titel und Inhalt" type="blank">
  <p:cSld name="BLANK">
    <p:spTree>
      <p:nvGrpSpPr>
        <p:cNvPr id="1" name="Shape 272"/>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1_Titelfolie_TUD_weiß-blau" preserve="1">
  <p:cSld name="1_Titelfolie_TUD_weiß-blau">
    <p:spTree>
      <p:nvGrpSpPr>
        <p:cNvPr id="1" name="Shape 17"/>
        <p:cNvGrpSpPr/>
        <p:nvPr/>
      </p:nvGrpSpPr>
      <p:grpSpPr>
        <a:xfrm>
          <a:off x="0" y="0"/>
          <a:ext cx="0" cy="0"/>
          <a:chOff x="0" y="0"/>
          <a:chExt cx="0" cy="0"/>
        </a:xfrm>
      </p:grpSpPr>
      <p:pic>
        <p:nvPicPr>
          <p:cNvPr id="18" name="Google Shape;18;p1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27901"/>
            <a:ext cx="1468046" cy="548987"/>
          </a:xfrm>
          <a:prstGeom prst="rect">
            <a:avLst/>
          </a:prstGeom>
          <a:noFill/>
          <a:ln>
            <a:noFill/>
          </a:ln>
        </p:spPr>
      </p:pic>
      <p:pic>
        <p:nvPicPr>
          <p:cNvPr id="19" name="Google Shape;19;p1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
        <p:nvSpPr>
          <p:cNvPr id="20" name="Google Shape;20;p15"/>
          <p:cNvSpPr/>
          <p:nvPr/>
        </p:nvSpPr>
        <p:spPr>
          <a:xfrm>
            <a:off x="0" y="1204912"/>
            <a:ext cx="12192000" cy="5653089"/>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1" name="Google Shape;21;p15"/>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2" name="Google Shape;22;p15"/>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24" name="Google Shape;24;p15"/>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5" name="Google Shape;25;p15"/>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6" name="Google Shape;26;p15"/>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1_Titelfolie_TUD_weiß" preserve="1">
  <p:cSld name="1_Titelfolie_TUD_weiß">
    <p:spTree>
      <p:nvGrpSpPr>
        <p:cNvPr id="1" name="Shape 27"/>
        <p:cNvGrpSpPr/>
        <p:nvPr/>
      </p:nvGrpSpPr>
      <p:grpSpPr>
        <a:xfrm>
          <a:off x="0" y="0"/>
          <a:ext cx="0" cy="0"/>
          <a:chOff x="0" y="0"/>
          <a:chExt cx="0" cy="0"/>
        </a:xfrm>
      </p:grpSpPr>
      <p:sp>
        <p:nvSpPr>
          <p:cNvPr id="28" name="Google Shape;28;p16"/>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9" name="Google Shape;29;p16"/>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6"/>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31" name="Google Shape;31;p16"/>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2" name="Google Shape;32;p16"/>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3" name="Google Shape;33;p16"/>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34" name="Google Shape;34;p1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21077"/>
            <a:ext cx="1468046" cy="548987"/>
          </a:xfrm>
          <a:prstGeom prst="rect">
            <a:avLst/>
          </a:prstGeom>
          <a:noFill/>
          <a:ln>
            <a:noFill/>
          </a:ln>
        </p:spPr>
      </p:pic>
      <p:pic>
        <p:nvPicPr>
          <p:cNvPr id="35" name="Google Shape;35;p1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_Titel und ein Inhalt" preserve="1">
  <p:cSld name="aa_mariya">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2400"/>
              <a:buFont typeface="Open Sans" panose="020B060603050402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874711" y="1484313"/>
            <a:ext cx="10580688" cy="4344987"/>
          </a:xfrm>
          <a:prstGeom prst="rect">
            <a:avLst/>
          </a:prstGeom>
          <a:noFill/>
          <a:ln>
            <a:noFill/>
          </a:ln>
        </p:spPr>
        <p:txBody>
          <a:bodyPr spcFirstLastPara="1" wrap="square" lIns="0" tIns="0" rIns="0" bIns="0" anchor="t" anchorCtr="0">
            <a:noAutofit/>
          </a:bodyPr>
          <a:lstStyle>
            <a:lvl1pPr marL="457200" lvl="0" indent="-228600" algn="l">
              <a:spcBef>
                <a:spcPts val="1200"/>
              </a:spcBef>
              <a:spcAft>
                <a:spcPts val="0"/>
              </a:spcAft>
              <a:buClr>
                <a:schemeClr val="accent1"/>
              </a:buClr>
              <a:buSzPts val="1600"/>
              <a:buNone/>
              <a:defRPr/>
            </a:lvl1pPr>
            <a:lvl2pPr marL="914400" lvl="1" indent="-228600" algn="l">
              <a:spcBef>
                <a:spcPts val="600"/>
              </a:spcBef>
              <a:spcAft>
                <a:spcPts val="0"/>
              </a:spcAft>
              <a:buClr>
                <a:schemeClr val="accent1"/>
              </a:buClr>
              <a:buSzPts val="1800"/>
              <a:buNone/>
              <a:defRPr/>
            </a:lvl2pPr>
            <a:lvl3pPr marL="1371600" lvl="2" indent="-330200" algn="l">
              <a:spcBef>
                <a:spcPts val="1200"/>
              </a:spcBef>
              <a:spcAft>
                <a:spcPts val="0"/>
              </a:spcAft>
              <a:buClr>
                <a:schemeClr val="accent1"/>
              </a:buClr>
              <a:buSzPts val="16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Titel und 2 Inhalte_" preserve="1">
  <p:cSld name="Aa">
    <p:spTree>
      <p:nvGrpSpPr>
        <p:cNvPr id="1" name="Shape 39"/>
        <p:cNvGrpSpPr/>
        <p:nvPr/>
      </p:nvGrpSpPr>
      <p:grpSpPr>
        <a:xfrm>
          <a:off x="0" y="0"/>
          <a:ext cx="0" cy="0"/>
          <a:chOff x="0" y="0"/>
          <a:chExt cx="0" cy="0"/>
        </a:xfrm>
      </p:grpSpPr>
      <p:sp>
        <p:nvSpPr>
          <p:cNvPr id="40" name="Google Shape;40;p1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8"/>
          <p:cNvSpPr txBox="1">
            <a:spLocks noGrp="1"/>
          </p:cNvSpPr>
          <p:nvPr>
            <p:ph type="body" idx="1"/>
          </p:nvPr>
        </p:nvSpPr>
        <p:spPr>
          <a:xfrm>
            <a:off x="874713"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2" name="Google Shape;42;p18"/>
          <p:cNvSpPr txBox="1">
            <a:spLocks noGrp="1"/>
          </p:cNvSpPr>
          <p:nvPr>
            <p:ph type="body" idx="2"/>
          </p:nvPr>
        </p:nvSpPr>
        <p:spPr>
          <a:xfrm>
            <a:off x="6267450"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1_Titelfolie_TUD_blau" preserve="1">
  <p:cSld name="1_Titelfolie_TUD_blau">
    <p:spTree>
      <p:nvGrpSpPr>
        <p:cNvPr id="1" name="Shape 43"/>
        <p:cNvGrpSpPr/>
        <p:nvPr/>
      </p:nvGrpSpPr>
      <p:grpSpPr>
        <a:xfrm>
          <a:off x="0" y="0"/>
          <a:ext cx="0" cy="0"/>
          <a:chOff x="0" y="0"/>
          <a:chExt cx="0" cy="0"/>
        </a:xfrm>
      </p:grpSpPr>
      <p:sp>
        <p:nvSpPr>
          <p:cNvPr id="44" name="Google Shape;44;p19"/>
          <p:cNvSpPr/>
          <p:nvPr/>
        </p:nvSpPr>
        <p:spPr>
          <a:xfrm>
            <a:off x="0" y="0"/>
            <a:ext cx="12192000" cy="685800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pic>
        <p:nvPicPr>
          <p:cNvPr id="45" name="Google Shape;45;p19"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7694" y="329323"/>
            <a:ext cx="1463906" cy="543600"/>
          </a:xfrm>
          <a:prstGeom prst="rect">
            <a:avLst/>
          </a:prstGeom>
          <a:noFill/>
          <a:ln>
            <a:noFill/>
          </a:ln>
        </p:spPr>
      </p:pic>
      <p:pic>
        <p:nvPicPr>
          <p:cNvPr id="46" name="Google Shape;46;p19"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9731"/>
            <a:ext cx="1765029" cy="514800"/>
          </a:xfrm>
          <a:prstGeom prst="rect">
            <a:avLst/>
          </a:prstGeom>
          <a:noFill/>
          <a:ln>
            <a:noFill/>
          </a:ln>
        </p:spPr>
      </p:pic>
      <p:sp>
        <p:nvSpPr>
          <p:cNvPr id="47" name="Google Shape;47;p19"/>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8" name="Google Shape;48;p19"/>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9"/>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0" name="Google Shape;50;p19"/>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1" name="Google Shape;51;p19"/>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2" name="Google Shape;52;p19"/>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itelfolie_TUD_blauverlauf" preserve="1">
  <p:cSld name="1_Titelfolie_TUD_blauverlauf">
    <p:spTree>
      <p:nvGrpSpPr>
        <p:cNvPr id="1" name="Shape 53"/>
        <p:cNvGrpSpPr/>
        <p:nvPr/>
      </p:nvGrpSpPr>
      <p:grpSpPr>
        <a:xfrm>
          <a:off x="0" y="0"/>
          <a:ext cx="0" cy="0"/>
          <a:chOff x="0" y="0"/>
          <a:chExt cx="0" cy="0"/>
        </a:xfrm>
      </p:grpSpPr>
      <p:sp>
        <p:nvSpPr>
          <p:cNvPr id="54" name="Google Shape;54;p20"/>
          <p:cNvSpPr/>
          <p:nvPr/>
        </p:nvSpPr>
        <p:spPr>
          <a:xfrm>
            <a:off x="0" y="0"/>
            <a:ext cx="12192000" cy="6858001"/>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55" name="Google Shape;55;p20"/>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6" name="Google Shape;56;p20"/>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0"/>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8" name="Google Shape;58;p20"/>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9" name="Google Shape;59;p20"/>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60" name="Google Shape;60;p20"/>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61" name="Google Shape;61;p20"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7694" y="329323"/>
            <a:ext cx="1463906" cy="543600"/>
          </a:xfrm>
          <a:prstGeom prst="rect">
            <a:avLst/>
          </a:prstGeom>
          <a:noFill/>
          <a:ln>
            <a:noFill/>
          </a:ln>
        </p:spPr>
      </p:pic>
      <p:pic>
        <p:nvPicPr>
          <p:cNvPr id="62" name="Google Shape;62;p20"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9731"/>
            <a:ext cx="1765029" cy="51480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2_Titelfolie_TUD_Foto_a" preserve="1">
  <p:cSld name="2_Titelfolie_TUD_Foto_a">
    <p:spTree>
      <p:nvGrpSpPr>
        <p:cNvPr id="1" name="Shape 63"/>
        <p:cNvGrpSpPr/>
        <p:nvPr/>
      </p:nvGrpSpPr>
      <p:grpSpPr>
        <a:xfrm>
          <a:off x="0" y="0"/>
          <a:ext cx="0" cy="0"/>
          <a:chOff x="0" y="0"/>
          <a:chExt cx="0" cy="0"/>
        </a:xfrm>
      </p:grpSpPr>
      <p:sp>
        <p:nvSpPr>
          <p:cNvPr id="64" name="Google Shape;64;p21"/>
          <p:cNvSpPr>
            <a:spLocks noGrp="1"/>
          </p:cNvSpPr>
          <p:nvPr>
            <p:ph type="pic" idx="2"/>
          </p:nvPr>
        </p:nvSpPr>
        <p:spPr>
          <a:xfrm>
            <a:off x="0" y="0"/>
            <a:ext cx="12192000" cy="6858000"/>
          </a:xfrm>
          <a:prstGeom prst="rect">
            <a:avLst/>
          </a:prstGeom>
          <a:solidFill>
            <a:srgbClr val="F2F2F2"/>
          </a:solidFill>
          <a:ln>
            <a:noFill/>
          </a:ln>
        </p:spPr>
      </p:sp>
      <p:grpSp>
        <p:nvGrpSpPr>
          <p:cNvPr id="65" name="Google Shape;65;p21"/>
          <p:cNvGrpSpPr/>
          <p:nvPr/>
        </p:nvGrpSpPr>
        <p:grpSpPr>
          <a:xfrm>
            <a:off x="10411983" y="326258"/>
            <a:ext cx="1467221" cy="557364"/>
            <a:chOff x="13050" y="-8950"/>
            <a:chExt cx="2996775" cy="3035750"/>
          </a:xfrm>
        </p:grpSpPr>
        <p:sp>
          <p:nvSpPr>
            <p:cNvPr id="66" name="Google Shape;66;p21"/>
            <p:cNvSpPr/>
            <p:nvPr/>
          </p:nvSpPr>
          <p:spPr>
            <a:xfrm>
              <a:off x="13050" y="1830350"/>
              <a:ext cx="130750" cy="473225"/>
            </a:xfrm>
            <a:custGeom>
              <a:avLst/>
              <a:gdLst/>
              <a:ahLst/>
              <a:cxnLst/>
              <a:rect l="l" t="t" r="r" b="b"/>
              <a:pathLst>
                <a:path w="5230" h="18929" extrusionOk="0">
                  <a:moveTo>
                    <a:pt x="3007" y="0"/>
                  </a:moveTo>
                  <a:cubicBezTo>
                    <a:pt x="1439" y="0"/>
                    <a:pt x="1" y="2500"/>
                    <a:pt x="1" y="9643"/>
                  </a:cubicBezTo>
                  <a:cubicBezTo>
                    <a:pt x="1" y="16429"/>
                    <a:pt x="1439" y="18929"/>
                    <a:pt x="3007" y="18929"/>
                  </a:cubicBezTo>
                  <a:cubicBezTo>
                    <a:pt x="3922" y="18929"/>
                    <a:pt x="4707" y="18215"/>
                    <a:pt x="5230" y="16786"/>
                  </a:cubicBezTo>
                  <a:cubicBezTo>
                    <a:pt x="5230" y="16786"/>
                    <a:pt x="5230" y="16786"/>
                    <a:pt x="4315" y="14286"/>
                  </a:cubicBezTo>
                  <a:cubicBezTo>
                    <a:pt x="3922" y="15357"/>
                    <a:pt x="3530" y="16072"/>
                    <a:pt x="3007" y="16072"/>
                  </a:cubicBezTo>
                  <a:cubicBezTo>
                    <a:pt x="2485" y="16072"/>
                    <a:pt x="2092" y="15357"/>
                    <a:pt x="1831" y="14286"/>
                  </a:cubicBezTo>
                  <a:cubicBezTo>
                    <a:pt x="1439" y="13215"/>
                    <a:pt x="1308" y="11786"/>
                    <a:pt x="1308" y="9643"/>
                  </a:cubicBezTo>
                  <a:cubicBezTo>
                    <a:pt x="1308" y="7500"/>
                    <a:pt x="1439" y="6072"/>
                    <a:pt x="1831" y="5000"/>
                  </a:cubicBezTo>
                  <a:cubicBezTo>
                    <a:pt x="2092" y="3929"/>
                    <a:pt x="2485" y="3215"/>
                    <a:pt x="3007" y="3215"/>
                  </a:cubicBezTo>
                  <a:cubicBezTo>
                    <a:pt x="3530" y="3215"/>
                    <a:pt x="3922" y="3929"/>
                    <a:pt x="4315" y="5000"/>
                  </a:cubicBezTo>
                  <a:cubicBezTo>
                    <a:pt x="4315" y="5000"/>
                    <a:pt x="4315" y="5000"/>
                    <a:pt x="5230" y="2500"/>
                  </a:cubicBezTo>
                  <a:cubicBezTo>
                    <a:pt x="4707" y="715"/>
                    <a:pt x="3922" y="0"/>
                    <a:pt x="300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1"/>
            <p:cNvSpPr/>
            <p:nvPr/>
          </p:nvSpPr>
          <p:spPr>
            <a:xfrm>
              <a:off x="209150" y="1821425"/>
              <a:ext cx="143800" cy="482150"/>
            </a:xfrm>
            <a:custGeom>
              <a:avLst/>
              <a:gdLst/>
              <a:ahLst/>
              <a:cxnLst/>
              <a:rect l="l" t="t" r="r" b="b"/>
              <a:pathLst>
                <a:path w="5752" h="19286" extrusionOk="0">
                  <a:moveTo>
                    <a:pt x="2876" y="3572"/>
                  </a:moveTo>
                  <a:cubicBezTo>
                    <a:pt x="3137" y="3572"/>
                    <a:pt x="3529" y="3929"/>
                    <a:pt x="3791" y="4643"/>
                  </a:cubicBezTo>
                  <a:cubicBezTo>
                    <a:pt x="4183" y="5714"/>
                    <a:pt x="4314" y="7857"/>
                    <a:pt x="4314" y="9643"/>
                  </a:cubicBezTo>
                  <a:cubicBezTo>
                    <a:pt x="4314" y="11786"/>
                    <a:pt x="4183" y="13572"/>
                    <a:pt x="3791" y="15000"/>
                  </a:cubicBezTo>
                  <a:cubicBezTo>
                    <a:pt x="3660" y="15714"/>
                    <a:pt x="3268" y="16072"/>
                    <a:pt x="2876" y="16072"/>
                  </a:cubicBezTo>
                  <a:cubicBezTo>
                    <a:pt x="2353" y="16072"/>
                    <a:pt x="2092" y="15714"/>
                    <a:pt x="1830" y="15000"/>
                  </a:cubicBezTo>
                  <a:cubicBezTo>
                    <a:pt x="1438" y="13572"/>
                    <a:pt x="1307" y="11786"/>
                    <a:pt x="1307" y="9643"/>
                  </a:cubicBezTo>
                  <a:cubicBezTo>
                    <a:pt x="1307" y="7857"/>
                    <a:pt x="1438" y="5714"/>
                    <a:pt x="1830" y="4643"/>
                  </a:cubicBezTo>
                  <a:cubicBezTo>
                    <a:pt x="2092" y="3929"/>
                    <a:pt x="2353" y="3572"/>
                    <a:pt x="2876" y="3572"/>
                  </a:cubicBezTo>
                  <a:close/>
                  <a:moveTo>
                    <a:pt x="2876" y="0"/>
                  </a:moveTo>
                  <a:cubicBezTo>
                    <a:pt x="1830" y="0"/>
                    <a:pt x="1307" y="1072"/>
                    <a:pt x="784" y="2143"/>
                  </a:cubicBezTo>
                  <a:cubicBezTo>
                    <a:pt x="131" y="4286"/>
                    <a:pt x="0" y="6429"/>
                    <a:pt x="0" y="9643"/>
                  </a:cubicBezTo>
                  <a:cubicBezTo>
                    <a:pt x="0" y="12857"/>
                    <a:pt x="131" y="15357"/>
                    <a:pt x="784" y="17143"/>
                  </a:cubicBezTo>
                  <a:cubicBezTo>
                    <a:pt x="1176" y="18572"/>
                    <a:pt x="1830" y="19286"/>
                    <a:pt x="2876" y="19286"/>
                  </a:cubicBezTo>
                  <a:cubicBezTo>
                    <a:pt x="3660" y="19286"/>
                    <a:pt x="4444" y="18572"/>
                    <a:pt x="4837" y="17143"/>
                  </a:cubicBezTo>
                  <a:cubicBezTo>
                    <a:pt x="5490" y="15357"/>
                    <a:pt x="5621" y="12857"/>
                    <a:pt x="5752" y="9643"/>
                  </a:cubicBezTo>
                  <a:cubicBezTo>
                    <a:pt x="5752" y="6429"/>
                    <a:pt x="5490" y="4286"/>
                    <a:pt x="4837" y="2143"/>
                  </a:cubicBezTo>
                  <a:cubicBezTo>
                    <a:pt x="4444" y="1072"/>
                    <a:pt x="3791" y="0"/>
                    <a:pt x="2876"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1"/>
            <p:cNvSpPr/>
            <p:nvPr/>
          </p:nvSpPr>
          <p:spPr>
            <a:xfrm>
              <a:off x="431350" y="1821425"/>
              <a:ext cx="137300" cy="482150"/>
            </a:xfrm>
            <a:custGeom>
              <a:avLst/>
              <a:gdLst/>
              <a:ahLst/>
              <a:cxnLst/>
              <a:rect l="l" t="t" r="r" b="b"/>
              <a:pathLst>
                <a:path w="5492" h="19286" extrusionOk="0">
                  <a:moveTo>
                    <a:pt x="3138" y="0"/>
                  </a:moveTo>
                  <a:cubicBezTo>
                    <a:pt x="2485" y="0"/>
                    <a:pt x="1831" y="714"/>
                    <a:pt x="1308" y="2143"/>
                  </a:cubicBezTo>
                  <a:cubicBezTo>
                    <a:pt x="1308" y="2143"/>
                    <a:pt x="1308" y="2143"/>
                    <a:pt x="1308" y="357"/>
                  </a:cubicBezTo>
                  <a:lnTo>
                    <a:pt x="1" y="357"/>
                  </a:lnTo>
                  <a:cubicBezTo>
                    <a:pt x="1" y="357"/>
                    <a:pt x="1" y="357"/>
                    <a:pt x="1" y="19286"/>
                  </a:cubicBezTo>
                  <a:lnTo>
                    <a:pt x="1308" y="19286"/>
                  </a:lnTo>
                  <a:cubicBezTo>
                    <a:pt x="1308" y="19286"/>
                    <a:pt x="1308" y="19286"/>
                    <a:pt x="1308" y="7857"/>
                  </a:cubicBezTo>
                  <a:cubicBezTo>
                    <a:pt x="1308" y="5000"/>
                    <a:pt x="1962" y="3572"/>
                    <a:pt x="2746" y="3572"/>
                  </a:cubicBezTo>
                  <a:cubicBezTo>
                    <a:pt x="3530" y="3572"/>
                    <a:pt x="4184" y="4643"/>
                    <a:pt x="4184" y="7857"/>
                  </a:cubicBezTo>
                  <a:cubicBezTo>
                    <a:pt x="4184" y="7857"/>
                    <a:pt x="4184" y="7857"/>
                    <a:pt x="4184" y="19286"/>
                  </a:cubicBezTo>
                  <a:lnTo>
                    <a:pt x="5491" y="19286"/>
                  </a:lnTo>
                  <a:cubicBezTo>
                    <a:pt x="5491" y="19286"/>
                    <a:pt x="5491" y="19286"/>
                    <a:pt x="5491" y="7143"/>
                  </a:cubicBezTo>
                  <a:cubicBezTo>
                    <a:pt x="5491" y="5000"/>
                    <a:pt x="5360" y="3214"/>
                    <a:pt x="4838" y="1786"/>
                  </a:cubicBezTo>
                  <a:cubicBezTo>
                    <a:pt x="4445" y="714"/>
                    <a:pt x="392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1"/>
            <p:cNvSpPr/>
            <p:nvPr/>
          </p:nvSpPr>
          <p:spPr>
            <a:xfrm>
              <a:off x="643775" y="1830350"/>
              <a:ext cx="134025" cy="473225"/>
            </a:xfrm>
            <a:custGeom>
              <a:avLst/>
              <a:gdLst/>
              <a:ahLst/>
              <a:cxnLst/>
              <a:rect l="l" t="t" r="r" b="b"/>
              <a:pathLst>
                <a:path w="5361" h="18929" extrusionOk="0">
                  <a:moveTo>
                    <a:pt x="3138" y="0"/>
                  </a:moveTo>
                  <a:cubicBezTo>
                    <a:pt x="1569" y="0"/>
                    <a:pt x="1" y="2500"/>
                    <a:pt x="1" y="9643"/>
                  </a:cubicBezTo>
                  <a:cubicBezTo>
                    <a:pt x="1" y="16429"/>
                    <a:pt x="1569" y="18929"/>
                    <a:pt x="3138" y="18929"/>
                  </a:cubicBezTo>
                  <a:cubicBezTo>
                    <a:pt x="4053" y="18929"/>
                    <a:pt x="4707" y="18215"/>
                    <a:pt x="5360" y="16786"/>
                  </a:cubicBezTo>
                  <a:cubicBezTo>
                    <a:pt x="5360" y="16786"/>
                    <a:pt x="5360" y="16786"/>
                    <a:pt x="4445" y="14286"/>
                  </a:cubicBezTo>
                  <a:cubicBezTo>
                    <a:pt x="4053" y="15357"/>
                    <a:pt x="3661" y="16072"/>
                    <a:pt x="3138" y="16072"/>
                  </a:cubicBezTo>
                  <a:cubicBezTo>
                    <a:pt x="2615" y="16072"/>
                    <a:pt x="2223" y="15357"/>
                    <a:pt x="1831" y="14286"/>
                  </a:cubicBezTo>
                  <a:cubicBezTo>
                    <a:pt x="1569" y="13215"/>
                    <a:pt x="1439" y="11786"/>
                    <a:pt x="1439" y="9643"/>
                  </a:cubicBezTo>
                  <a:cubicBezTo>
                    <a:pt x="1439" y="7500"/>
                    <a:pt x="1569" y="6072"/>
                    <a:pt x="1831" y="5000"/>
                  </a:cubicBezTo>
                  <a:cubicBezTo>
                    <a:pt x="2092" y="3929"/>
                    <a:pt x="2615" y="3215"/>
                    <a:pt x="3138" y="3215"/>
                  </a:cubicBezTo>
                  <a:cubicBezTo>
                    <a:pt x="3661" y="3215"/>
                    <a:pt x="4053" y="3929"/>
                    <a:pt x="4445" y="5000"/>
                  </a:cubicBezTo>
                  <a:cubicBezTo>
                    <a:pt x="4445" y="5000"/>
                    <a:pt x="4445" y="5000"/>
                    <a:pt x="5360" y="2500"/>
                  </a:cubicBezTo>
                  <a:cubicBezTo>
                    <a:pt x="4707" y="715"/>
                    <a:pt x="4053"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1"/>
            <p:cNvSpPr/>
            <p:nvPr/>
          </p:nvSpPr>
          <p:spPr>
            <a:xfrm>
              <a:off x="839850" y="1830350"/>
              <a:ext cx="147100" cy="482150"/>
            </a:xfrm>
            <a:custGeom>
              <a:avLst/>
              <a:gdLst/>
              <a:ahLst/>
              <a:cxnLst/>
              <a:rect l="l" t="t" r="r" b="b"/>
              <a:pathLst>
                <a:path w="5884" h="19286" extrusionOk="0">
                  <a:moveTo>
                    <a:pt x="2877" y="2857"/>
                  </a:moveTo>
                  <a:cubicBezTo>
                    <a:pt x="3530" y="2857"/>
                    <a:pt x="4053" y="3929"/>
                    <a:pt x="4314" y="5357"/>
                  </a:cubicBezTo>
                  <a:cubicBezTo>
                    <a:pt x="4314" y="6072"/>
                    <a:pt x="4445" y="6786"/>
                    <a:pt x="4445" y="7857"/>
                  </a:cubicBezTo>
                  <a:lnTo>
                    <a:pt x="1439" y="7857"/>
                  </a:lnTo>
                  <a:cubicBezTo>
                    <a:pt x="1439" y="6786"/>
                    <a:pt x="1439" y="6072"/>
                    <a:pt x="1569" y="5357"/>
                  </a:cubicBezTo>
                  <a:cubicBezTo>
                    <a:pt x="1700" y="3929"/>
                    <a:pt x="2223" y="2857"/>
                    <a:pt x="2877" y="2857"/>
                  </a:cubicBezTo>
                  <a:close/>
                  <a:moveTo>
                    <a:pt x="2877" y="0"/>
                  </a:moveTo>
                  <a:cubicBezTo>
                    <a:pt x="1177" y="0"/>
                    <a:pt x="1" y="3572"/>
                    <a:pt x="1" y="9643"/>
                  </a:cubicBezTo>
                  <a:cubicBezTo>
                    <a:pt x="1" y="16786"/>
                    <a:pt x="1308" y="19286"/>
                    <a:pt x="3007" y="19286"/>
                  </a:cubicBezTo>
                  <a:cubicBezTo>
                    <a:pt x="4314" y="19286"/>
                    <a:pt x="4968" y="18215"/>
                    <a:pt x="5622" y="16072"/>
                  </a:cubicBezTo>
                  <a:cubicBezTo>
                    <a:pt x="5622" y="16072"/>
                    <a:pt x="5622" y="16072"/>
                    <a:pt x="4707" y="13929"/>
                  </a:cubicBezTo>
                  <a:cubicBezTo>
                    <a:pt x="4314" y="15357"/>
                    <a:pt x="3792" y="15715"/>
                    <a:pt x="3007" y="15715"/>
                  </a:cubicBezTo>
                  <a:cubicBezTo>
                    <a:pt x="1962" y="15715"/>
                    <a:pt x="1308" y="13929"/>
                    <a:pt x="1308" y="10357"/>
                  </a:cubicBezTo>
                  <a:lnTo>
                    <a:pt x="5883" y="10357"/>
                  </a:lnTo>
                  <a:cubicBezTo>
                    <a:pt x="5883" y="10357"/>
                    <a:pt x="5883" y="10357"/>
                    <a:pt x="5883" y="8929"/>
                  </a:cubicBezTo>
                  <a:cubicBezTo>
                    <a:pt x="5883" y="3929"/>
                    <a:pt x="4707" y="0"/>
                    <a:pt x="287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1"/>
            <p:cNvSpPr/>
            <p:nvPr/>
          </p:nvSpPr>
          <p:spPr>
            <a:xfrm>
              <a:off x="1062075" y="1821425"/>
              <a:ext cx="140550" cy="669650"/>
            </a:xfrm>
            <a:custGeom>
              <a:avLst/>
              <a:gdLst/>
              <a:ahLst/>
              <a:cxnLst/>
              <a:rect l="l" t="t" r="r" b="b"/>
              <a:pathLst>
                <a:path w="5622" h="26786" extrusionOk="0">
                  <a:moveTo>
                    <a:pt x="2746" y="3572"/>
                  </a:moveTo>
                  <a:cubicBezTo>
                    <a:pt x="4053" y="3572"/>
                    <a:pt x="4314" y="6429"/>
                    <a:pt x="4184" y="9643"/>
                  </a:cubicBezTo>
                  <a:cubicBezTo>
                    <a:pt x="4184" y="12857"/>
                    <a:pt x="4053" y="16072"/>
                    <a:pt x="2746" y="16072"/>
                  </a:cubicBezTo>
                  <a:cubicBezTo>
                    <a:pt x="1569" y="16072"/>
                    <a:pt x="1308" y="12857"/>
                    <a:pt x="1308" y="9643"/>
                  </a:cubicBezTo>
                  <a:cubicBezTo>
                    <a:pt x="1308" y="6429"/>
                    <a:pt x="1569" y="3572"/>
                    <a:pt x="2746" y="3572"/>
                  </a:cubicBezTo>
                  <a:close/>
                  <a:moveTo>
                    <a:pt x="3138" y="0"/>
                  </a:moveTo>
                  <a:cubicBezTo>
                    <a:pt x="2484" y="0"/>
                    <a:pt x="1831" y="714"/>
                    <a:pt x="1308" y="2143"/>
                  </a:cubicBezTo>
                  <a:cubicBezTo>
                    <a:pt x="1308" y="2143"/>
                    <a:pt x="1308" y="2143"/>
                    <a:pt x="1308" y="357"/>
                  </a:cubicBezTo>
                  <a:lnTo>
                    <a:pt x="1" y="357"/>
                  </a:lnTo>
                  <a:cubicBezTo>
                    <a:pt x="1" y="357"/>
                    <a:pt x="1" y="357"/>
                    <a:pt x="1" y="26786"/>
                  </a:cubicBezTo>
                  <a:lnTo>
                    <a:pt x="1308" y="26786"/>
                  </a:lnTo>
                  <a:cubicBezTo>
                    <a:pt x="1308" y="26786"/>
                    <a:pt x="1308" y="26786"/>
                    <a:pt x="1308" y="17143"/>
                  </a:cubicBezTo>
                  <a:cubicBezTo>
                    <a:pt x="1831" y="18929"/>
                    <a:pt x="2484" y="19286"/>
                    <a:pt x="3138" y="19286"/>
                  </a:cubicBezTo>
                  <a:cubicBezTo>
                    <a:pt x="3792" y="19286"/>
                    <a:pt x="4445" y="18572"/>
                    <a:pt x="4837" y="17857"/>
                  </a:cubicBezTo>
                  <a:cubicBezTo>
                    <a:pt x="5622" y="15714"/>
                    <a:pt x="5622" y="12500"/>
                    <a:pt x="5622" y="9643"/>
                  </a:cubicBezTo>
                  <a:cubicBezTo>
                    <a:pt x="5622" y="6786"/>
                    <a:pt x="5491" y="3572"/>
                    <a:pt x="4837" y="1786"/>
                  </a:cubicBezTo>
                  <a:cubicBezTo>
                    <a:pt x="4445" y="714"/>
                    <a:pt x="379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1"/>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429"/>
                    <a:pt x="1308" y="24286"/>
                    <a:pt x="2615" y="24286"/>
                  </a:cubicBezTo>
                  <a:lnTo>
                    <a:pt x="3400" y="24286"/>
                  </a:lnTo>
                  <a:cubicBezTo>
                    <a:pt x="3400" y="24286"/>
                    <a:pt x="3400" y="24286"/>
                    <a:pt x="3400" y="20714"/>
                  </a:cubicBezTo>
                  <a:lnTo>
                    <a:pt x="2877" y="20714"/>
                  </a:lnTo>
                  <a:cubicBezTo>
                    <a:pt x="2354" y="20714"/>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1"/>
            <p:cNvSpPr/>
            <p:nvPr/>
          </p:nvSpPr>
          <p:spPr>
            <a:xfrm>
              <a:off x="16325" y="723200"/>
              <a:ext cx="173225" cy="651800"/>
            </a:xfrm>
            <a:custGeom>
              <a:avLst/>
              <a:gdLst/>
              <a:ahLst/>
              <a:cxnLst/>
              <a:rect l="l" t="t" r="r" b="b"/>
              <a:pathLst>
                <a:path w="6929" h="26072" extrusionOk="0">
                  <a:moveTo>
                    <a:pt x="3269" y="3572"/>
                  </a:moveTo>
                  <a:cubicBezTo>
                    <a:pt x="3922" y="3572"/>
                    <a:pt x="4445" y="3929"/>
                    <a:pt x="4837" y="5358"/>
                  </a:cubicBezTo>
                  <a:cubicBezTo>
                    <a:pt x="5360" y="6786"/>
                    <a:pt x="5360" y="9286"/>
                    <a:pt x="5360" y="13215"/>
                  </a:cubicBezTo>
                  <a:cubicBezTo>
                    <a:pt x="5360" y="16786"/>
                    <a:pt x="5360" y="19643"/>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072"/>
                  </a:cubicBezTo>
                  <a:lnTo>
                    <a:pt x="3399" y="26072"/>
                  </a:lnTo>
                  <a:cubicBezTo>
                    <a:pt x="4314" y="26072"/>
                    <a:pt x="5229" y="25358"/>
                    <a:pt x="5883" y="23929"/>
                  </a:cubicBezTo>
                  <a:cubicBezTo>
                    <a:pt x="6929" y="21072"/>
                    <a:pt x="6929" y="16786"/>
                    <a:pt x="6929" y="12858"/>
                  </a:cubicBezTo>
                  <a:cubicBezTo>
                    <a:pt x="6929" y="8929"/>
                    <a:pt x="6929" y="5358"/>
                    <a:pt x="5883" y="2501"/>
                  </a:cubicBezTo>
                  <a:cubicBezTo>
                    <a:pt x="5229" y="715"/>
                    <a:pt x="431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1"/>
            <p:cNvSpPr/>
            <p:nvPr/>
          </p:nvSpPr>
          <p:spPr>
            <a:xfrm>
              <a:off x="274500" y="723200"/>
              <a:ext cx="173225" cy="660750"/>
            </a:xfrm>
            <a:custGeom>
              <a:avLst/>
              <a:gdLst/>
              <a:ahLst/>
              <a:cxnLst/>
              <a:rect l="l" t="t" r="r" b="b"/>
              <a:pathLst>
                <a:path w="6929" h="26430" extrusionOk="0">
                  <a:moveTo>
                    <a:pt x="3530" y="3572"/>
                  </a:moveTo>
                  <a:cubicBezTo>
                    <a:pt x="4576" y="3572"/>
                    <a:pt x="5229" y="5001"/>
                    <a:pt x="5229" y="7501"/>
                  </a:cubicBezTo>
                  <a:cubicBezTo>
                    <a:pt x="5229" y="10358"/>
                    <a:pt x="4576" y="11786"/>
                    <a:pt x="3530" y="11786"/>
                  </a:cubicBezTo>
                  <a:lnTo>
                    <a:pt x="1308" y="11786"/>
                  </a:lnTo>
                  <a:cubicBezTo>
                    <a:pt x="1308" y="11786"/>
                    <a:pt x="1308" y="11786"/>
                    <a:pt x="1308" y="3572"/>
                  </a:cubicBezTo>
                  <a:close/>
                  <a:moveTo>
                    <a:pt x="0" y="1"/>
                  </a:moveTo>
                  <a:cubicBezTo>
                    <a:pt x="0" y="1"/>
                    <a:pt x="0" y="1"/>
                    <a:pt x="0" y="26429"/>
                  </a:cubicBezTo>
                  <a:lnTo>
                    <a:pt x="1438" y="26429"/>
                  </a:lnTo>
                  <a:cubicBezTo>
                    <a:pt x="1438" y="26429"/>
                    <a:pt x="1438" y="26429"/>
                    <a:pt x="1438" y="15358"/>
                  </a:cubicBezTo>
                  <a:lnTo>
                    <a:pt x="3268" y="15358"/>
                  </a:lnTo>
                  <a:cubicBezTo>
                    <a:pt x="3268" y="15358"/>
                    <a:pt x="3268" y="15358"/>
                    <a:pt x="5229" y="26429"/>
                  </a:cubicBezTo>
                  <a:lnTo>
                    <a:pt x="6928" y="26429"/>
                  </a:lnTo>
                  <a:cubicBezTo>
                    <a:pt x="6928" y="26429"/>
                    <a:pt x="6928" y="26429"/>
                    <a:pt x="4706" y="14643"/>
                  </a:cubicBezTo>
                  <a:cubicBezTo>
                    <a:pt x="5752" y="13929"/>
                    <a:pt x="6667" y="11429"/>
                    <a:pt x="6667" y="7501"/>
                  </a:cubicBezTo>
                  <a:cubicBezTo>
                    <a:pt x="6667" y="3215"/>
                    <a:pt x="5491" y="1"/>
                    <a:pt x="3661"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1"/>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p:nvPr/>
          </p:nvSpPr>
          <p:spPr>
            <a:xfrm>
              <a:off x="751625" y="723200"/>
              <a:ext cx="173225" cy="660750"/>
            </a:xfrm>
            <a:custGeom>
              <a:avLst/>
              <a:gdLst/>
              <a:ahLst/>
              <a:cxnLst/>
              <a:rect l="l" t="t" r="r" b="b"/>
              <a:pathLst>
                <a:path w="6929" h="26430" extrusionOk="0">
                  <a:moveTo>
                    <a:pt x="3530" y="1"/>
                  </a:moveTo>
                  <a:cubicBezTo>
                    <a:pt x="1569" y="1"/>
                    <a:pt x="262" y="3215"/>
                    <a:pt x="262" y="7501"/>
                  </a:cubicBezTo>
                  <a:cubicBezTo>
                    <a:pt x="262" y="9643"/>
                    <a:pt x="523" y="11429"/>
                    <a:pt x="1046" y="12501"/>
                  </a:cubicBezTo>
                  <a:cubicBezTo>
                    <a:pt x="1438" y="13929"/>
                    <a:pt x="2092" y="14643"/>
                    <a:pt x="2876" y="14643"/>
                  </a:cubicBezTo>
                  <a:cubicBezTo>
                    <a:pt x="2876" y="14643"/>
                    <a:pt x="2876" y="14643"/>
                    <a:pt x="3922" y="15358"/>
                  </a:cubicBezTo>
                  <a:cubicBezTo>
                    <a:pt x="4576" y="15358"/>
                    <a:pt x="4706" y="15715"/>
                    <a:pt x="4968" y="16429"/>
                  </a:cubicBezTo>
                  <a:cubicBezTo>
                    <a:pt x="5229" y="16786"/>
                    <a:pt x="5360" y="17858"/>
                    <a:pt x="5360" y="18929"/>
                  </a:cubicBezTo>
                  <a:cubicBezTo>
                    <a:pt x="5360" y="21786"/>
                    <a:pt x="4706" y="23215"/>
                    <a:pt x="3399" y="23215"/>
                  </a:cubicBezTo>
                  <a:cubicBezTo>
                    <a:pt x="2353" y="23215"/>
                    <a:pt x="1700" y="22501"/>
                    <a:pt x="915" y="20358"/>
                  </a:cubicBezTo>
                  <a:cubicBezTo>
                    <a:pt x="915" y="20358"/>
                    <a:pt x="915" y="20358"/>
                    <a:pt x="0" y="23215"/>
                  </a:cubicBezTo>
                  <a:cubicBezTo>
                    <a:pt x="785" y="25715"/>
                    <a:pt x="1830" y="26429"/>
                    <a:pt x="3399" y="26429"/>
                  </a:cubicBezTo>
                  <a:cubicBezTo>
                    <a:pt x="5360" y="26429"/>
                    <a:pt x="6798" y="23572"/>
                    <a:pt x="6928" y="19286"/>
                  </a:cubicBezTo>
                  <a:cubicBezTo>
                    <a:pt x="6928" y="16786"/>
                    <a:pt x="6667" y="15001"/>
                    <a:pt x="6144" y="13929"/>
                  </a:cubicBezTo>
                  <a:cubicBezTo>
                    <a:pt x="5752" y="12858"/>
                    <a:pt x="5229" y="12143"/>
                    <a:pt x="4314" y="11786"/>
                  </a:cubicBezTo>
                  <a:cubicBezTo>
                    <a:pt x="4314" y="11786"/>
                    <a:pt x="4314" y="11786"/>
                    <a:pt x="3138" y="11429"/>
                  </a:cubicBezTo>
                  <a:cubicBezTo>
                    <a:pt x="2745" y="11072"/>
                    <a:pt x="2353" y="10715"/>
                    <a:pt x="2092" y="10001"/>
                  </a:cubicBezTo>
                  <a:cubicBezTo>
                    <a:pt x="1830" y="9643"/>
                    <a:pt x="1700" y="8572"/>
                    <a:pt x="1700" y="7501"/>
                  </a:cubicBezTo>
                  <a:cubicBezTo>
                    <a:pt x="1700" y="5358"/>
                    <a:pt x="2353" y="3572"/>
                    <a:pt x="3530" y="3572"/>
                  </a:cubicBezTo>
                  <a:cubicBezTo>
                    <a:pt x="4314" y="3572"/>
                    <a:pt x="4968" y="3929"/>
                    <a:pt x="5621" y="5358"/>
                  </a:cubicBezTo>
                  <a:cubicBezTo>
                    <a:pt x="5621" y="5358"/>
                    <a:pt x="5621" y="5358"/>
                    <a:pt x="6536" y="2858"/>
                  </a:cubicBezTo>
                  <a:cubicBezTo>
                    <a:pt x="5752" y="715"/>
                    <a:pt x="4837" y="1"/>
                    <a:pt x="3530"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1"/>
            <p:cNvSpPr/>
            <p:nvPr/>
          </p:nvSpPr>
          <p:spPr>
            <a:xfrm>
              <a:off x="1000000" y="723200"/>
              <a:ext cx="173350" cy="651800"/>
            </a:xfrm>
            <a:custGeom>
              <a:avLst/>
              <a:gdLst/>
              <a:ahLst/>
              <a:cxnLst/>
              <a:rect l="l" t="t" r="r" b="b"/>
              <a:pathLst>
                <a:path w="6934" h="26072" extrusionOk="0">
                  <a:moveTo>
                    <a:pt x="3399" y="3572"/>
                  </a:moveTo>
                  <a:cubicBezTo>
                    <a:pt x="4052" y="3572"/>
                    <a:pt x="4575" y="3929"/>
                    <a:pt x="4967" y="5358"/>
                  </a:cubicBezTo>
                  <a:cubicBezTo>
                    <a:pt x="5490" y="6786"/>
                    <a:pt x="5490" y="9286"/>
                    <a:pt x="5490" y="13215"/>
                  </a:cubicBezTo>
                  <a:cubicBezTo>
                    <a:pt x="5490" y="16786"/>
                    <a:pt x="5490" y="19643"/>
                    <a:pt x="4967" y="21072"/>
                  </a:cubicBezTo>
                  <a:cubicBezTo>
                    <a:pt x="4575" y="22143"/>
                    <a:pt x="4052" y="22858"/>
                    <a:pt x="3399" y="22858"/>
                  </a:cubicBezTo>
                  <a:lnTo>
                    <a:pt x="1569" y="22858"/>
                  </a:lnTo>
                  <a:cubicBezTo>
                    <a:pt x="1569" y="22858"/>
                    <a:pt x="1569" y="22858"/>
                    <a:pt x="1569" y="3572"/>
                  </a:cubicBezTo>
                  <a:close/>
                  <a:moveTo>
                    <a:pt x="0" y="1"/>
                  </a:moveTo>
                  <a:cubicBezTo>
                    <a:pt x="0" y="1"/>
                    <a:pt x="0" y="1"/>
                    <a:pt x="0" y="26072"/>
                  </a:cubicBezTo>
                  <a:lnTo>
                    <a:pt x="3399" y="26072"/>
                  </a:lnTo>
                  <a:cubicBezTo>
                    <a:pt x="4444" y="26072"/>
                    <a:pt x="5359" y="25358"/>
                    <a:pt x="6013" y="23929"/>
                  </a:cubicBezTo>
                  <a:cubicBezTo>
                    <a:pt x="7059" y="21072"/>
                    <a:pt x="6928" y="16786"/>
                    <a:pt x="6928" y="12858"/>
                  </a:cubicBezTo>
                  <a:cubicBezTo>
                    <a:pt x="6928" y="8929"/>
                    <a:pt x="7059" y="5358"/>
                    <a:pt x="6013" y="2501"/>
                  </a:cubicBezTo>
                  <a:cubicBezTo>
                    <a:pt x="5359" y="715"/>
                    <a:pt x="444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1"/>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1"/>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1"/>
            <p:cNvSpPr/>
            <p:nvPr/>
          </p:nvSpPr>
          <p:spPr>
            <a:xfrm>
              <a:off x="2405225" y="1919625"/>
              <a:ext cx="405250" cy="1107175"/>
            </a:xfrm>
            <a:custGeom>
              <a:avLst/>
              <a:gdLst/>
              <a:ahLst/>
              <a:cxnLst/>
              <a:rect l="l" t="t" r="r" b="b"/>
              <a:pathLst>
                <a:path w="16210" h="44287" extrusionOk="0">
                  <a:moveTo>
                    <a:pt x="16209" y="1"/>
                  </a:moveTo>
                  <a:lnTo>
                    <a:pt x="0" y="44286"/>
                  </a:lnTo>
                  <a:lnTo>
                    <a:pt x="0" y="44286"/>
                  </a:lnTo>
                  <a:lnTo>
                    <a:pt x="16209" y="30358"/>
                  </a:lnTo>
                  <a:lnTo>
                    <a:pt x="16209" y="1"/>
                  </a:lnTo>
                  <a:close/>
                </a:path>
              </a:pathLst>
            </a:custGeom>
            <a:solidFill>
              <a:srgbClr val="0A9B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1"/>
            <p:cNvSpPr/>
            <p:nvPr/>
          </p:nvSpPr>
          <p:spPr>
            <a:xfrm>
              <a:off x="2810450" y="1107125"/>
              <a:ext cx="199375" cy="1571450"/>
            </a:xfrm>
            <a:custGeom>
              <a:avLst/>
              <a:gdLst/>
              <a:ahLst/>
              <a:cxnLst/>
              <a:rect l="l" t="t" r="r" b="b"/>
              <a:pathLst>
                <a:path w="7975" h="62858" extrusionOk="0">
                  <a:moveTo>
                    <a:pt x="0" y="1"/>
                  </a:moveTo>
                  <a:lnTo>
                    <a:pt x="0" y="62858"/>
                  </a:lnTo>
                  <a:lnTo>
                    <a:pt x="7974" y="21429"/>
                  </a:lnTo>
                  <a:lnTo>
                    <a:pt x="0" y="1"/>
                  </a:lnTo>
                  <a:close/>
                </a:path>
              </a:pathLst>
            </a:custGeom>
            <a:solidFill>
              <a:srgbClr val="A0D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p:nvPr/>
          </p:nvSpPr>
          <p:spPr>
            <a:xfrm>
              <a:off x="2601300" y="535700"/>
              <a:ext cx="408525" cy="1107175"/>
            </a:xfrm>
            <a:custGeom>
              <a:avLst/>
              <a:gdLst/>
              <a:ahLst/>
              <a:cxnLst/>
              <a:rect l="l" t="t" r="r" b="b"/>
              <a:pathLst>
                <a:path w="16341" h="44287" extrusionOk="0">
                  <a:moveTo>
                    <a:pt x="0" y="1"/>
                  </a:moveTo>
                  <a:lnTo>
                    <a:pt x="16340" y="44286"/>
                  </a:lnTo>
                  <a:lnTo>
                    <a:pt x="11111" y="1"/>
                  </a:lnTo>
                  <a:close/>
                </a:path>
              </a:pathLst>
            </a:custGeom>
            <a:solidFill>
              <a:srgbClr val="649B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1"/>
            <p:cNvSpPr/>
            <p:nvPr/>
          </p:nvSpPr>
          <p:spPr>
            <a:xfrm>
              <a:off x="2303900" y="-8950"/>
              <a:ext cx="575200" cy="544675"/>
            </a:xfrm>
            <a:custGeom>
              <a:avLst/>
              <a:gdLst/>
              <a:ahLst/>
              <a:cxnLst/>
              <a:rect l="l" t="t" r="r" b="b"/>
              <a:pathLst>
                <a:path w="23008" h="21787" extrusionOk="0">
                  <a:moveTo>
                    <a:pt x="7975" y="1"/>
                  </a:moveTo>
                  <a:lnTo>
                    <a:pt x="1" y="21787"/>
                  </a:lnTo>
                  <a:lnTo>
                    <a:pt x="23007" y="21787"/>
                  </a:lnTo>
                  <a:lnTo>
                    <a:pt x="7975" y="1"/>
                  </a:lnTo>
                  <a:close/>
                </a:path>
              </a:pathLst>
            </a:custGeom>
            <a:solidFill>
              <a:srgbClr val="3264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1"/>
            <p:cNvSpPr/>
            <p:nvPr/>
          </p:nvSpPr>
          <p:spPr>
            <a:xfrm>
              <a:off x="2094750" y="-8950"/>
              <a:ext cx="408525" cy="1116100"/>
            </a:xfrm>
            <a:custGeom>
              <a:avLst/>
              <a:gdLst/>
              <a:ahLst/>
              <a:cxnLst/>
              <a:rect l="l" t="t" r="r" b="b"/>
              <a:pathLst>
                <a:path w="16341" h="44644" extrusionOk="0">
                  <a:moveTo>
                    <a:pt x="16341" y="1"/>
                  </a:moveTo>
                  <a:lnTo>
                    <a:pt x="1" y="13929"/>
                  </a:lnTo>
                  <a:lnTo>
                    <a:pt x="1" y="44644"/>
                  </a:lnTo>
                  <a:lnTo>
                    <a:pt x="16341"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1"/>
            <p:cNvSpPr/>
            <p:nvPr/>
          </p:nvSpPr>
          <p:spPr>
            <a:xfrm>
              <a:off x="2026125" y="2491050"/>
              <a:ext cx="575200" cy="535750"/>
            </a:xfrm>
            <a:custGeom>
              <a:avLst/>
              <a:gdLst/>
              <a:ahLst/>
              <a:cxnLst/>
              <a:rect l="l" t="t" r="r" b="b"/>
              <a:pathLst>
                <a:path w="23008" h="21430" extrusionOk="0">
                  <a:moveTo>
                    <a:pt x="1" y="1"/>
                  </a:moveTo>
                  <a:lnTo>
                    <a:pt x="15164" y="21429"/>
                  </a:lnTo>
                  <a:lnTo>
                    <a:pt x="23007" y="1"/>
                  </a:lnTo>
                  <a:close/>
                </a:path>
              </a:pathLst>
            </a:custGeom>
            <a:solidFill>
              <a:srgbClr val="37B4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1"/>
            <p:cNvSpPr/>
            <p:nvPr/>
          </p:nvSpPr>
          <p:spPr>
            <a:xfrm>
              <a:off x="1895400" y="339275"/>
              <a:ext cx="199375" cy="1580375"/>
            </a:xfrm>
            <a:custGeom>
              <a:avLst/>
              <a:gdLst/>
              <a:ahLst/>
              <a:cxnLst/>
              <a:rect l="l" t="t" r="r" b="b"/>
              <a:pathLst>
                <a:path w="7975" h="63215" extrusionOk="0">
                  <a:moveTo>
                    <a:pt x="7975" y="0"/>
                  </a:moveTo>
                  <a:lnTo>
                    <a:pt x="1" y="41429"/>
                  </a:lnTo>
                  <a:lnTo>
                    <a:pt x="7975" y="63215"/>
                  </a:lnTo>
                  <a:lnTo>
                    <a:pt x="7975" y="0"/>
                  </a:lnTo>
                  <a:close/>
                </a:path>
              </a:pathLst>
            </a:custGeom>
            <a:solidFill>
              <a:srgbClr val="CDDC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1"/>
            <p:cNvSpPr/>
            <p:nvPr/>
          </p:nvSpPr>
          <p:spPr>
            <a:xfrm>
              <a:off x="1895400" y="1375000"/>
              <a:ext cx="408525" cy="1116075"/>
            </a:xfrm>
            <a:custGeom>
              <a:avLst/>
              <a:gdLst/>
              <a:ahLst/>
              <a:cxnLst/>
              <a:rect l="l" t="t" r="r" b="b"/>
              <a:pathLst>
                <a:path w="16341" h="44643" extrusionOk="0">
                  <a:moveTo>
                    <a:pt x="1" y="0"/>
                  </a:moveTo>
                  <a:lnTo>
                    <a:pt x="5230" y="44643"/>
                  </a:lnTo>
                  <a:lnTo>
                    <a:pt x="16341" y="44643"/>
                  </a:lnTo>
                  <a:lnTo>
                    <a:pt x="1" y="0"/>
                  </a:lnTo>
                  <a:close/>
                </a:path>
              </a:pathLst>
            </a:custGeom>
            <a:solidFill>
              <a:srgbClr val="A0C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21"/>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89" name="Google Shape;89;p21"/>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21"/>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91" name="Google Shape;91;p21"/>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2" name="Google Shape;92;p21"/>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3" name="Google Shape;93;p21"/>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4" name="Google Shape;94;p21"/>
          <p:cNvSpPr/>
          <p:nvPr/>
        </p:nvSpPr>
        <p:spPr>
          <a:xfrm>
            <a:off x="286458" y="334822"/>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0030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3_Titelfolie_TUD_weiß+Foto" preserve="1">
  <p:cSld name="3_Titelfolie_TUD_weiß+Foto">
    <p:spTree>
      <p:nvGrpSpPr>
        <p:cNvPr id="1" name="Shape 95"/>
        <p:cNvGrpSpPr/>
        <p:nvPr/>
      </p:nvGrpSpPr>
      <p:grpSpPr>
        <a:xfrm>
          <a:off x="0" y="0"/>
          <a:ext cx="0" cy="0"/>
          <a:chOff x="0" y="0"/>
          <a:chExt cx="0" cy="0"/>
        </a:xfrm>
      </p:grpSpPr>
      <p:sp>
        <p:nvSpPr>
          <p:cNvPr id="96" name="Google Shape;96;p22"/>
          <p:cNvSpPr>
            <a:spLocks noGrp="1"/>
          </p:cNvSpPr>
          <p:nvPr>
            <p:ph type="pic" idx="2"/>
          </p:nvPr>
        </p:nvSpPr>
        <p:spPr>
          <a:xfrm>
            <a:off x="0" y="0"/>
            <a:ext cx="12192000" cy="6858000"/>
          </a:xfrm>
          <a:prstGeom prst="rect">
            <a:avLst/>
          </a:prstGeom>
          <a:solidFill>
            <a:srgbClr val="F2F2F2"/>
          </a:solidFill>
          <a:ln>
            <a:noFill/>
          </a:ln>
        </p:spPr>
      </p:sp>
      <p:grpSp>
        <p:nvGrpSpPr>
          <p:cNvPr id="97" name="Google Shape;97;p22"/>
          <p:cNvGrpSpPr/>
          <p:nvPr/>
        </p:nvGrpSpPr>
        <p:grpSpPr>
          <a:xfrm>
            <a:off x="10448854" y="326606"/>
            <a:ext cx="1467221" cy="557364"/>
            <a:chOff x="13050" y="-8950"/>
            <a:chExt cx="2996775" cy="3035750"/>
          </a:xfrm>
        </p:grpSpPr>
        <p:sp>
          <p:nvSpPr>
            <p:cNvPr id="98" name="Google Shape;98;p22"/>
            <p:cNvSpPr/>
            <p:nvPr/>
          </p:nvSpPr>
          <p:spPr>
            <a:xfrm>
              <a:off x="13050" y="1821425"/>
              <a:ext cx="134025" cy="482150"/>
            </a:xfrm>
            <a:custGeom>
              <a:avLst/>
              <a:gdLst/>
              <a:ahLst/>
              <a:cxnLst/>
              <a:rect l="l" t="t" r="r" b="b"/>
              <a:pathLst>
                <a:path w="5361" h="19286" extrusionOk="0">
                  <a:moveTo>
                    <a:pt x="3007" y="0"/>
                  </a:moveTo>
                  <a:cubicBezTo>
                    <a:pt x="1439" y="0"/>
                    <a:pt x="1" y="2857"/>
                    <a:pt x="1" y="9643"/>
                  </a:cubicBezTo>
                  <a:cubicBezTo>
                    <a:pt x="1" y="16786"/>
                    <a:pt x="1439" y="19286"/>
                    <a:pt x="3007" y="19286"/>
                  </a:cubicBezTo>
                  <a:cubicBezTo>
                    <a:pt x="4053" y="19286"/>
                    <a:pt x="4707" y="18572"/>
                    <a:pt x="5360" y="16786"/>
                  </a:cubicBezTo>
                  <a:cubicBezTo>
                    <a:pt x="5360" y="16786"/>
                    <a:pt x="5360" y="16786"/>
                    <a:pt x="4315" y="14286"/>
                  </a:cubicBezTo>
                  <a:cubicBezTo>
                    <a:pt x="3922" y="15357"/>
                    <a:pt x="3530" y="16072"/>
                    <a:pt x="3007" y="16072"/>
                  </a:cubicBezTo>
                  <a:cubicBezTo>
                    <a:pt x="2485" y="16072"/>
                    <a:pt x="2092" y="15357"/>
                    <a:pt x="1831" y="14286"/>
                  </a:cubicBezTo>
                  <a:cubicBezTo>
                    <a:pt x="1439" y="13214"/>
                    <a:pt x="1308" y="11786"/>
                    <a:pt x="1308" y="9643"/>
                  </a:cubicBezTo>
                  <a:cubicBezTo>
                    <a:pt x="1308" y="7500"/>
                    <a:pt x="1439" y="6072"/>
                    <a:pt x="1831" y="5000"/>
                  </a:cubicBezTo>
                  <a:cubicBezTo>
                    <a:pt x="2092" y="3929"/>
                    <a:pt x="2485" y="3572"/>
                    <a:pt x="3007" y="3572"/>
                  </a:cubicBezTo>
                  <a:cubicBezTo>
                    <a:pt x="3530" y="3572"/>
                    <a:pt x="3922" y="3929"/>
                    <a:pt x="4315" y="5357"/>
                  </a:cubicBezTo>
                  <a:cubicBezTo>
                    <a:pt x="4315" y="5357"/>
                    <a:pt x="4315" y="5357"/>
                    <a:pt x="5360" y="2857"/>
                  </a:cubicBezTo>
                  <a:cubicBezTo>
                    <a:pt x="4707" y="714"/>
                    <a:pt x="4053" y="0"/>
                    <a:pt x="30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a:off x="205875" y="1821425"/>
              <a:ext cx="143800" cy="482150"/>
            </a:xfrm>
            <a:custGeom>
              <a:avLst/>
              <a:gdLst/>
              <a:ahLst/>
              <a:cxnLst/>
              <a:rect l="l" t="t" r="r" b="b"/>
              <a:pathLst>
                <a:path w="5752" h="19286" extrusionOk="0">
                  <a:moveTo>
                    <a:pt x="2876" y="3572"/>
                  </a:moveTo>
                  <a:cubicBezTo>
                    <a:pt x="3399" y="3572"/>
                    <a:pt x="3660" y="3929"/>
                    <a:pt x="3922" y="4643"/>
                  </a:cubicBezTo>
                  <a:cubicBezTo>
                    <a:pt x="4314" y="5714"/>
                    <a:pt x="4445" y="7857"/>
                    <a:pt x="4445" y="9643"/>
                  </a:cubicBezTo>
                  <a:cubicBezTo>
                    <a:pt x="4445" y="11786"/>
                    <a:pt x="4314" y="13572"/>
                    <a:pt x="3922" y="15000"/>
                  </a:cubicBezTo>
                  <a:cubicBezTo>
                    <a:pt x="3660" y="15714"/>
                    <a:pt x="3268" y="16072"/>
                    <a:pt x="2876" y="16072"/>
                  </a:cubicBezTo>
                  <a:cubicBezTo>
                    <a:pt x="2484" y="16072"/>
                    <a:pt x="2223" y="15714"/>
                    <a:pt x="1961" y="15000"/>
                  </a:cubicBezTo>
                  <a:cubicBezTo>
                    <a:pt x="1438" y="13572"/>
                    <a:pt x="1438" y="11786"/>
                    <a:pt x="1438" y="9643"/>
                  </a:cubicBezTo>
                  <a:cubicBezTo>
                    <a:pt x="1438" y="7857"/>
                    <a:pt x="1438" y="5714"/>
                    <a:pt x="1961" y="4643"/>
                  </a:cubicBezTo>
                  <a:cubicBezTo>
                    <a:pt x="2223" y="3929"/>
                    <a:pt x="2484" y="3572"/>
                    <a:pt x="2876" y="3572"/>
                  </a:cubicBezTo>
                  <a:close/>
                  <a:moveTo>
                    <a:pt x="2876" y="0"/>
                  </a:moveTo>
                  <a:cubicBezTo>
                    <a:pt x="1961" y="0"/>
                    <a:pt x="1307" y="1072"/>
                    <a:pt x="915" y="2500"/>
                  </a:cubicBezTo>
                  <a:cubicBezTo>
                    <a:pt x="262" y="4286"/>
                    <a:pt x="0" y="6429"/>
                    <a:pt x="0" y="9643"/>
                  </a:cubicBezTo>
                  <a:cubicBezTo>
                    <a:pt x="0" y="12857"/>
                    <a:pt x="262" y="15357"/>
                    <a:pt x="915" y="17143"/>
                  </a:cubicBezTo>
                  <a:cubicBezTo>
                    <a:pt x="1307" y="18572"/>
                    <a:pt x="1961" y="19286"/>
                    <a:pt x="2876" y="19286"/>
                  </a:cubicBezTo>
                  <a:cubicBezTo>
                    <a:pt x="3922" y="19286"/>
                    <a:pt x="4575" y="18572"/>
                    <a:pt x="4968" y="17143"/>
                  </a:cubicBezTo>
                  <a:cubicBezTo>
                    <a:pt x="5621" y="15357"/>
                    <a:pt x="5752" y="12857"/>
                    <a:pt x="5752" y="9643"/>
                  </a:cubicBezTo>
                  <a:cubicBezTo>
                    <a:pt x="5752" y="6429"/>
                    <a:pt x="5621" y="4286"/>
                    <a:pt x="4968" y="2500"/>
                  </a:cubicBezTo>
                  <a:cubicBezTo>
                    <a:pt x="4575" y="1072"/>
                    <a:pt x="3922" y="0"/>
                    <a:pt x="28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p:nvPr/>
          </p:nvSpPr>
          <p:spPr>
            <a:xfrm>
              <a:off x="428100" y="1821425"/>
              <a:ext cx="140550" cy="482150"/>
            </a:xfrm>
            <a:custGeom>
              <a:avLst/>
              <a:gdLst/>
              <a:ahLst/>
              <a:cxnLst/>
              <a:rect l="l" t="t" r="r" b="b"/>
              <a:pathLst>
                <a:path w="5622" h="19286" extrusionOk="0">
                  <a:moveTo>
                    <a:pt x="3268" y="0"/>
                  </a:moveTo>
                  <a:cubicBezTo>
                    <a:pt x="2615" y="0"/>
                    <a:pt x="1830" y="714"/>
                    <a:pt x="1438" y="2143"/>
                  </a:cubicBezTo>
                  <a:cubicBezTo>
                    <a:pt x="1438" y="2143"/>
                    <a:pt x="1438" y="2143"/>
                    <a:pt x="1438" y="357"/>
                  </a:cubicBezTo>
                  <a:lnTo>
                    <a:pt x="0" y="357"/>
                  </a:lnTo>
                  <a:cubicBezTo>
                    <a:pt x="0" y="357"/>
                    <a:pt x="0" y="357"/>
                    <a:pt x="0" y="19286"/>
                  </a:cubicBezTo>
                  <a:lnTo>
                    <a:pt x="1438" y="19286"/>
                  </a:lnTo>
                  <a:cubicBezTo>
                    <a:pt x="1438" y="19286"/>
                    <a:pt x="1438" y="19286"/>
                    <a:pt x="1438" y="7857"/>
                  </a:cubicBezTo>
                  <a:cubicBezTo>
                    <a:pt x="1438" y="4643"/>
                    <a:pt x="2092" y="3572"/>
                    <a:pt x="2876" y="3572"/>
                  </a:cubicBezTo>
                  <a:cubicBezTo>
                    <a:pt x="3660" y="3572"/>
                    <a:pt x="4314" y="4643"/>
                    <a:pt x="4314" y="7857"/>
                  </a:cubicBezTo>
                  <a:cubicBezTo>
                    <a:pt x="4314" y="7857"/>
                    <a:pt x="4314" y="7857"/>
                    <a:pt x="4314" y="19286"/>
                  </a:cubicBezTo>
                  <a:lnTo>
                    <a:pt x="5621" y="19286"/>
                  </a:lnTo>
                  <a:cubicBezTo>
                    <a:pt x="5621" y="19286"/>
                    <a:pt x="5621" y="19286"/>
                    <a:pt x="5621" y="7143"/>
                  </a:cubicBezTo>
                  <a:cubicBezTo>
                    <a:pt x="5621" y="5000"/>
                    <a:pt x="5490" y="3214"/>
                    <a:pt x="4968" y="1786"/>
                  </a:cubicBezTo>
                  <a:cubicBezTo>
                    <a:pt x="4575" y="714"/>
                    <a:pt x="3922" y="0"/>
                    <a:pt x="32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2"/>
            <p:cNvSpPr/>
            <p:nvPr/>
          </p:nvSpPr>
          <p:spPr>
            <a:xfrm>
              <a:off x="643775" y="1821425"/>
              <a:ext cx="134025" cy="482150"/>
            </a:xfrm>
            <a:custGeom>
              <a:avLst/>
              <a:gdLst/>
              <a:ahLst/>
              <a:cxnLst/>
              <a:rect l="l" t="t" r="r" b="b"/>
              <a:pathLst>
                <a:path w="5361" h="19286" extrusionOk="0">
                  <a:moveTo>
                    <a:pt x="3138" y="0"/>
                  </a:moveTo>
                  <a:cubicBezTo>
                    <a:pt x="1569" y="0"/>
                    <a:pt x="1" y="2857"/>
                    <a:pt x="1" y="9643"/>
                  </a:cubicBezTo>
                  <a:cubicBezTo>
                    <a:pt x="1" y="16786"/>
                    <a:pt x="1569" y="19286"/>
                    <a:pt x="3138" y="19286"/>
                  </a:cubicBezTo>
                  <a:cubicBezTo>
                    <a:pt x="4053" y="19286"/>
                    <a:pt x="4707" y="18572"/>
                    <a:pt x="5360" y="16786"/>
                  </a:cubicBezTo>
                  <a:cubicBezTo>
                    <a:pt x="5360" y="16786"/>
                    <a:pt x="5360" y="16786"/>
                    <a:pt x="4445" y="14286"/>
                  </a:cubicBezTo>
                  <a:cubicBezTo>
                    <a:pt x="4053" y="15357"/>
                    <a:pt x="3661" y="16072"/>
                    <a:pt x="3138" y="16072"/>
                  </a:cubicBezTo>
                  <a:cubicBezTo>
                    <a:pt x="2615" y="16072"/>
                    <a:pt x="2092" y="15357"/>
                    <a:pt x="1831" y="14286"/>
                  </a:cubicBezTo>
                  <a:cubicBezTo>
                    <a:pt x="1569" y="13214"/>
                    <a:pt x="1439" y="11786"/>
                    <a:pt x="1439" y="9643"/>
                  </a:cubicBezTo>
                  <a:cubicBezTo>
                    <a:pt x="1439" y="7500"/>
                    <a:pt x="1569" y="6072"/>
                    <a:pt x="1831" y="5000"/>
                  </a:cubicBezTo>
                  <a:cubicBezTo>
                    <a:pt x="2092" y="3929"/>
                    <a:pt x="2615" y="3572"/>
                    <a:pt x="3138" y="3572"/>
                  </a:cubicBezTo>
                  <a:cubicBezTo>
                    <a:pt x="3661" y="3572"/>
                    <a:pt x="4053" y="3929"/>
                    <a:pt x="4445" y="5357"/>
                  </a:cubicBezTo>
                  <a:cubicBezTo>
                    <a:pt x="4445" y="5357"/>
                    <a:pt x="4445" y="5357"/>
                    <a:pt x="5360" y="2857"/>
                  </a:cubicBezTo>
                  <a:cubicBezTo>
                    <a:pt x="4707" y="714"/>
                    <a:pt x="4053"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2"/>
            <p:cNvSpPr/>
            <p:nvPr/>
          </p:nvSpPr>
          <p:spPr>
            <a:xfrm>
              <a:off x="839850" y="1821425"/>
              <a:ext cx="143825" cy="482150"/>
            </a:xfrm>
            <a:custGeom>
              <a:avLst/>
              <a:gdLst/>
              <a:ahLst/>
              <a:cxnLst/>
              <a:rect l="l" t="t" r="r" b="b"/>
              <a:pathLst>
                <a:path w="5753" h="19286" extrusionOk="0">
                  <a:moveTo>
                    <a:pt x="2877" y="3214"/>
                  </a:moveTo>
                  <a:cubicBezTo>
                    <a:pt x="3530" y="3214"/>
                    <a:pt x="4053" y="4286"/>
                    <a:pt x="4184" y="5714"/>
                  </a:cubicBezTo>
                  <a:cubicBezTo>
                    <a:pt x="4314" y="6429"/>
                    <a:pt x="4445" y="7143"/>
                    <a:pt x="4445" y="8214"/>
                  </a:cubicBezTo>
                  <a:lnTo>
                    <a:pt x="1308" y="8214"/>
                  </a:lnTo>
                  <a:cubicBezTo>
                    <a:pt x="1308" y="7143"/>
                    <a:pt x="1439" y="6429"/>
                    <a:pt x="1569" y="5714"/>
                  </a:cubicBezTo>
                  <a:cubicBezTo>
                    <a:pt x="1700" y="4286"/>
                    <a:pt x="2223" y="3214"/>
                    <a:pt x="2877" y="3214"/>
                  </a:cubicBezTo>
                  <a:close/>
                  <a:moveTo>
                    <a:pt x="2877" y="0"/>
                  </a:moveTo>
                  <a:cubicBezTo>
                    <a:pt x="1177" y="0"/>
                    <a:pt x="1" y="3572"/>
                    <a:pt x="1" y="9643"/>
                  </a:cubicBezTo>
                  <a:cubicBezTo>
                    <a:pt x="1" y="16786"/>
                    <a:pt x="1308" y="19286"/>
                    <a:pt x="3007" y="19286"/>
                  </a:cubicBezTo>
                  <a:cubicBezTo>
                    <a:pt x="4314" y="19286"/>
                    <a:pt x="4968" y="18214"/>
                    <a:pt x="5622" y="16429"/>
                  </a:cubicBezTo>
                  <a:cubicBezTo>
                    <a:pt x="5622" y="16429"/>
                    <a:pt x="5622" y="16429"/>
                    <a:pt x="4707" y="14286"/>
                  </a:cubicBezTo>
                  <a:cubicBezTo>
                    <a:pt x="4314" y="15357"/>
                    <a:pt x="3922" y="16072"/>
                    <a:pt x="3138" y="16072"/>
                  </a:cubicBezTo>
                  <a:cubicBezTo>
                    <a:pt x="1962" y="16072"/>
                    <a:pt x="1308" y="13929"/>
                    <a:pt x="1308" y="10714"/>
                  </a:cubicBezTo>
                  <a:lnTo>
                    <a:pt x="5752" y="10714"/>
                  </a:lnTo>
                  <a:cubicBezTo>
                    <a:pt x="5752" y="10714"/>
                    <a:pt x="5752" y="10714"/>
                    <a:pt x="5752" y="9286"/>
                  </a:cubicBezTo>
                  <a:cubicBezTo>
                    <a:pt x="5752" y="3929"/>
                    <a:pt x="4707" y="0"/>
                    <a:pt x="28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2"/>
            <p:cNvSpPr/>
            <p:nvPr/>
          </p:nvSpPr>
          <p:spPr>
            <a:xfrm>
              <a:off x="1062075" y="1821425"/>
              <a:ext cx="140550" cy="669650"/>
            </a:xfrm>
            <a:custGeom>
              <a:avLst/>
              <a:gdLst/>
              <a:ahLst/>
              <a:cxnLst/>
              <a:rect l="l" t="t" r="r" b="b"/>
              <a:pathLst>
                <a:path w="5622" h="26786" extrusionOk="0">
                  <a:moveTo>
                    <a:pt x="2876" y="3572"/>
                  </a:moveTo>
                  <a:cubicBezTo>
                    <a:pt x="4053" y="3572"/>
                    <a:pt x="4184" y="6429"/>
                    <a:pt x="4184" y="9643"/>
                  </a:cubicBezTo>
                  <a:cubicBezTo>
                    <a:pt x="4184" y="13214"/>
                    <a:pt x="4053" y="16072"/>
                    <a:pt x="2876" y="16072"/>
                  </a:cubicBezTo>
                  <a:cubicBezTo>
                    <a:pt x="1569" y="16072"/>
                    <a:pt x="1439" y="13214"/>
                    <a:pt x="1439" y="9643"/>
                  </a:cubicBezTo>
                  <a:cubicBezTo>
                    <a:pt x="1439" y="6429"/>
                    <a:pt x="1569" y="3572"/>
                    <a:pt x="2876" y="3572"/>
                  </a:cubicBezTo>
                  <a:close/>
                  <a:moveTo>
                    <a:pt x="3138" y="0"/>
                  </a:moveTo>
                  <a:cubicBezTo>
                    <a:pt x="2484" y="0"/>
                    <a:pt x="1831" y="714"/>
                    <a:pt x="1308" y="2500"/>
                  </a:cubicBezTo>
                  <a:cubicBezTo>
                    <a:pt x="1308" y="2500"/>
                    <a:pt x="1308" y="2500"/>
                    <a:pt x="1308" y="357"/>
                  </a:cubicBezTo>
                  <a:lnTo>
                    <a:pt x="1" y="357"/>
                  </a:lnTo>
                  <a:cubicBezTo>
                    <a:pt x="1" y="357"/>
                    <a:pt x="1" y="357"/>
                    <a:pt x="1" y="26786"/>
                  </a:cubicBezTo>
                  <a:lnTo>
                    <a:pt x="1439" y="26786"/>
                  </a:lnTo>
                  <a:cubicBezTo>
                    <a:pt x="1439" y="26786"/>
                    <a:pt x="1439" y="26786"/>
                    <a:pt x="1439" y="17143"/>
                  </a:cubicBezTo>
                  <a:cubicBezTo>
                    <a:pt x="1831" y="18929"/>
                    <a:pt x="2484" y="19286"/>
                    <a:pt x="3138" y="19286"/>
                  </a:cubicBezTo>
                  <a:cubicBezTo>
                    <a:pt x="3922" y="19286"/>
                    <a:pt x="4445" y="18572"/>
                    <a:pt x="4837" y="17857"/>
                  </a:cubicBezTo>
                  <a:cubicBezTo>
                    <a:pt x="5491" y="15714"/>
                    <a:pt x="5622" y="12500"/>
                    <a:pt x="5622" y="9643"/>
                  </a:cubicBezTo>
                  <a:cubicBezTo>
                    <a:pt x="5622" y="6786"/>
                    <a:pt x="5491" y="3572"/>
                    <a:pt x="4837" y="1786"/>
                  </a:cubicBezTo>
                  <a:cubicBezTo>
                    <a:pt x="4445" y="714"/>
                    <a:pt x="3922"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2"/>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786"/>
                    <a:pt x="1308" y="24286"/>
                    <a:pt x="2615" y="24286"/>
                  </a:cubicBezTo>
                  <a:lnTo>
                    <a:pt x="3400" y="24286"/>
                  </a:lnTo>
                  <a:cubicBezTo>
                    <a:pt x="3400" y="24286"/>
                    <a:pt x="3400" y="24286"/>
                    <a:pt x="3400" y="21072"/>
                  </a:cubicBezTo>
                  <a:lnTo>
                    <a:pt x="2877" y="21072"/>
                  </a:lnTo>
                  <a:cubicBezTo>
                    <a:pt x="2354" y="21072"/>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2"/>
            <p:cNvSpPr/>
            <p:nvPr/>
          </p:nvSpPr>
          <p:spPr>
            <a:xfrm>
              <a:off x="16325" y="723200"/>
              <a:ext cx="170100" cy="660750"/>
            </a:xfrm>
            <a:custGeom>
              <a:avLst/>
              <a:gdLst/>
              <a:ahLst/>
              <a:cxnLst/>
              <a:rect l="l" t="t" r="r" b="b"/>
              <a:pathLst>
                <a:path w="6804" h="26430" extrusionOk="0">
                  <a:moveTo>
                    <a:pt x="3269"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429"/>
                  </a:cubicBezTo>
                  <a:lnTo>
                    <a:pt x="3399" y="26429"/>
                  </a:lnTo>
                  <a:cubicBezTo>
                    <a:pt x="4445" y="26429"/>
                    <a:pt x="5229" y="25358"/>
                    <a:pt x="5883" y="23929"/>
                  </a:cubicBezTo>
                  <a:cubicBezTo>
                    <a:pt x="6929" y="21072"/>
                    <a:pt x="6798" y="16786"/>
                    <a:pt x="6798" y="12858"/>
                  </a:cubicBezTo>
                  <a:cubicBezTo>
                    <a:pt x="6798" y="9286"/>
                    <a:pt x="6929" y="5358"/>
                    <a:pt x="5883" y="2501"/>
                  </a:cubicBezTo>
                  <a:cubicBezTo>
                    <a:pt x="5229" y="715"/>
                    <a:pt x="4445"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2"/>
            <p:cNvSpPr/>
            <p:nvPr/>
          </p:nvSpPr>
          <p:spPr>
            <a:xfrm>
              <a:off x="271225" y="723200"/>
              <a:ext cx="176500" cy="660750"/>
            </a:xfrm>
            <a:custGeom>
              <a:avLst/>
              <a:gdLst/>
              <a:ahLst/>
              <a:cxnLst/>
              <a:rect l="l" t="t" r="r" b="b"/>
              <a:pathLst>
                <a:path w="7060" h="26430" extrusionOk="0">
                  <a:moveTo>
                    <a:pt x="3661" y="3572"/>
                  </a:moveTo>
                  <a:cubicBezTo>
                    <a:pt x="4707" y="3572"/>
                    <a:pt x="5360" y="5001"/>
                    <a:pt x="5360" y="7858"/>
                  </a:cubicBezTo>
                  <a:cubicBezTo>
                    <a:pt x="5360" y="10358"/>
                    <a:pt x="4707" y="11786"/>
                    <a:pt x="3661" y="11786"/>
                  </a:cubicBezTo>
                  <a:lnTo>
                    <a:pt x="1569" y="11786"/>
                  </a:lnTo>
                  <a:cubicBezTo>
                    <a:pt x="1569" y="11786"/>
                    <a:pt x="1569" y="11786"/>
                    <a:pt x="1569" y="3572"/>
                  </a:cubicBezTo>
                  <a:close/>
                  <a:moveTo>
                    <a:pt x="1" y="1"/>
                  </a:moveTo>
                  <a:cubicBezTo>
                    <a:pt x="1" y="1"/>
                    <a:pt x="1" y="1"/>
                    <a:pt x="1" y="26429"/>
                  </a:cubicBezTo>
                  <a:lnTo>
                    <a:pt x="1569" y="26429"/>
                  </a:lnTo>
                  <a:cubicBezTo>
                    <a:pt x="1569" y="26429"/>
                    <a:pt x="1569" y="26429"/>
                    <a:pt x="1569" y="15358"/>
                  </a:cubicBezTo>
                  <a:lnTo>
                    <a:pt x="3399" y="15358"/>
                  </a:lnTo>
                  <a:cubicBezTo>
                    <a:pt x="3399" y="15358"/>
                    <a:pt x="3399" y="15358"/>
                    <a:pt x="5360" y="26429"/>
                  </a:cubicBezTo>
                  <a:lnTo>
                    <a:pt x="7059" y="26429"/>
                  </a:lnTo>
                  <a:cubicBezTo>
                    <a:pt x="7059" y="26429"/>
                    <a:pt x="7059" y="26429"/>
                    <a:pt x="4837" y="14643"/>
                  </a:cubicBezTo>
                  <a:cubicBezTo>
                    <a:pt x="6014" y="13929"/>
                    <a:pt x="6798" y="11429"/>
                    <a:pt x="6798" y="7501"/>
                  </a:cubicBezTo>
                  <a:cubicBezTo>
                    <a:pt x="6798" y="3215"/>
                    <a:pt x="5622" y="1"/>
                    <a:pt x="37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2"/>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2"/>
            <p:cNvSpPr/>
            <p:nvPr/>
          </p:nvSpPr>
          <p:spPr>
            <a:xfrm>
              <a:off x="751625" y="714275"/>
              <a:ext cx="169950" cy="669675"/>
            </a:xfrm>
            <a:custGeom>
              <a:avLst/>
              <a:gdLst/>
              <a:ahLst/>
              <a:cxnLst/>
              <a:rect l="l" t="t" r="r" b="b"/>
              <a:pathLst>
                <a:path w="6798" h="26787" extrusionOk="0">
                  <a:moveTo>
                    <a:pt x="3530" y="0"/>
                  </a:moveTo>
                  <a:cubicBezTo>
                    <a:pt x="1438" y="0"/>
                    <a:pt x="262" y="3215"/>
                    <a:pt x="262" y="7858"/>
                  </a:cubicBezTo>
                  <a:cubicBezTo>
                    <a:pt x="262" y="10000"/>
                    <a:pt x="523" y="11786"/>
                    <a:pt x="915" y="12858"/>
                  </a:cubicBezTo>
                  <a:cubicBezTo>
                    <a:pt x="1438" y="13929"/>
                    <a:pt x="1961" y="14643"/>
                    <a:pt x="2745" y="15000"/>
                  </a:cubicBezTo>
                  <a:cubicBezTo>
                    <a:pt x="2745" y="15000"/>
                    <a:pt x="2745" y="15000"/>
                    <a:pt x="3922" y="15358"/>
                  </a:cubicBezTo>
                  <a:cubicBezTo>
                    <a:pt x="4576" y="15715"/>
                    <a:pt x="4706" y="16072"/>
                    <a:pt x="4968" y="16429"/>
                  </a:cubicBezTo>
                  <a:cubicBezTo>
                    <a:pt x="5229" y="17143"/>
                    <a:pt x="5360" y="18215"/>
                    <a:pt x="5360" y="19286"/>
                  </a:cubicBezTo>
                  <a:cubicBezTo>
                    <a:pt x="5360" y="21786"/>
                    <a:pt x="4706" y="23215"/>
                    <a:pt x="3399" y="23215"/>
                  </a:cubicBezTo>
                  <a:cubicBezTo>
                    <a:pt x="2353" y="23215"/>
                    <a:pt x="1569" y="22858"/>
                    <a:pt x="915" y="20715"/>
                  </a:cubicBezTo>
                  <a:cubicBezTo>
                    <a:pt x="915" y="20715"/>
                    <a:pt x="915" y="20715"/>
                    <a:pt x="0" y="23572"/>
                  </a:cubicBezTo>
                  <a:cubicBezTo>
                    <a:pt x="915" y="26072"/>
                    <a:pt x="1961" y="26786"/>
                    <a:pt x="3399" y="26786"/>
                  </a:cubicBezTo>
                  <a:cubicBezTo>
                    <a:pt x="5360" y="26786"/>
                    <a:pt x="6798" y="23929"/>
                    <a:pt x="6798" y="19286"/>
                  </a:cubicBezTo>
                  <a:cubicBezTo>
                    <a:pt x="6798" y="16786"/>
                    <a:pt x="6536" y="15000"/>
                    <a:pt x="6013" y="13929"/>
                  </a:cubicBezTo>
                  <a:cubicBezTo>
                    <a:pt x="5621" y="12858"/>
                    <a:pt x="5098" y="12143"/>
                    <a:pt x="4314" y="11786"/>
                  </a:cubicBezTo>
                  <a:cubicBezTo>
                    <a:pt x="4314" y="11786"/>
                    <a:pt x="4314" y="11786"/>
                    <a:pt x="3138" y="11429"/>
                  </a:cubicBezTo>
                  <a:cubicBezTo>
                    <a:pt x="2745" y="11072"/>
                    <a:pt x="2353" y="10715"/>
                    <a:pt x="2092" y="10000"/>
                  </a:cubicBezTo>
                  <a:cubicBezTo>
                    <a:pt x="1830" y="9643"/>
                    <a:pt x="1700" y="8572"/>
                    <a:pt x="1700" y="7500"/>
                  </a:cubicBezTo>
                  <a:cubicBezTo>
                    <a:pt x="1700" y="5358"/>
                    <a:pt x="2353" y="3572"/>
                    <a:pt x="3399" y="3572"/>
                  </a:cubicBezTo>
                  <a:cubicBezTo>
                    <a:pt x="4314" y="3572"/>
                    <a:pt x="4968" y="3929"/>
                    <a:pt x="5621" y="5715"/>
                  </a:cubicBezTo>
                  <a:cubicBezTo>
                    <a:pt x="5621" y="5715"/>
                    <a:pt x="5621" y="5715"/>
                    <a:pt x="6536" y="3215"/>
                  </a:cubicBezTo>
                  <a:cubicBezTo>
                    <a:pt x="5621" y="1072"/>
                    <a:pt x="4837" y="0"/>
                    <a:pt x="3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2"/>
            <p:cNvSpPr/>
            <p:nvPr/>
          </p:nvSpPr>
          <p:spPr>
            <a:xfrm>
              <a:off x="1003250" y="723200"/>
              <a:ext cx="170100" cy="660750"/>
            </a:xfrm>
            <a:custGeom>
              <a:avLst/>
              <a:gdLst/>
              <a:ahLst/>
              <a:cxnLst/>
              <a:rect l="l" t="t" r="r" b="b"/>
              <a:pathLst>
                <a:path w="6804" h="26430" extrusionOk="0">
                  <a:moveTo>
                    <a:pt x="3138"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138" y="22858"/>
                  </a:cubicBezTo>
                  <a:lnTo>
                    <a:pt x="1439" y="22858"/>
                  </a:lnTo>
                  <a:cubicBezTo>
                    <a:pt x="1439" y="22858"/>
                    <a:pt x="1439" y="22858"/>
                    <a:pt x="1439" y="3572"/>
                  </a:cubicBezTo>
                  <a:close/>
                  <a:moveTo>
                    <a:pt x="1" y="1"/>
                  </a:moveTo>
                  <a:cubicBezTo>
                    <a:pt x="1" y="1"/>
                    <a:pt x="1" y="1"/>
                    <a:pt x="1" y="26429"/>
                  </a:cubicBezTo>
                  <a:lnTo>
                    <a:pt x="3399" y="26429"/>
                  </a:lnTo>
                  <a:cubicBezTo>
                    <a:pt x="4314" y="26429"/>
                    <a:pt x="5229" y="25358"/>
                    <a:pt x="5883" y="23929"/>
                  </a:cubicBezTo>
                  <a:cubicBezTo>
                    <a:pt x="6929" y="21072"/>
                    <a:pt x="6798" y="16786"/>
                    <a:pt x="6798" y="12858"/>
                  </a:cubicBezTo>
                  <a:cubicBezTo>
                    <a:pt x="6798" y="9286"/>
                    <a:pt x="6929" y="5358"/>
                    <a:pt x="5883" y="2501"/>
                  </a:cubicBezTo>
                  <a:cubicBezTo>
                    <a:pt x="5229" y="715"/>
                    <a:pt x="4314"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2"/>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2"/>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2"/>
            <p:cNvSpPr/>
            <p:nvPr/>
          </p:nvSpPr>
          <p:spPr>
            <a:xfrm>
              <a:off x="2326775" y="8925"/>
              <a:ext cx="552325" cy="517875"/>
            </a:xfrm>
            <a:custGeom>
              <a:avLst/>
              <a:gdLst/>
              <a:ahLst/>
              <a:cxnLst/>
              <a:rect l="l" t="t" r="r" b="b"/>
              <a:pathLst>
                <a:path w="22093" h="20715" extrusionOk="0">
                  <a:moveTo>
                    <a:pt x="7583" y="0"/>
                  </a:moveTo>
                  <a:lnTo>
                    <a:pt x="1" y="20714"/>
                  </a:lnTo>
                  <a:lnTo>
                    <a:pt x="22092" y="20714"/>
                  </a:lnTo>
                  <a:lnTo>
                    <a:pt x="75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2"/>
            <p:cNvSpPr/>
            <p:nvPr/>
          </p:nvSpPr>
          <p:spPr>
            <a:xfrm>
              <a:off x="2107825" y="-8950"/>
              <a:ext cx="392175" cy="1071450"/>
            </a:xfrm>
            <a:custGeom>
              <a:avLst/>
              <a:gdLst/>
              <a:ahLst/>
              <a:cxnLst/>
              <a:rect l="l" t="t" r="r" b="b"/>
              <a:pathLst>
                <a:path w="15687" h="42858" extrusionOk="0">
                  <a:moveTo>
                    <a:pt x="15687" y="1"/>
                  </a:moveTo>
                  <a:lnTo>
                    <a:pt x="1" y="13572"/>
                  </a:lnTo>
                  <a:lnTo>
                    <a:pt x="1" y="42858"/>
                  </a:lnTo>
                  <a:lnTo>
                    <a:pt x="156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2"/>
            <p:cNvSpPr/>
            <p:nvPr/>
          </p:nvSpPr>
          <p:spPr>
            <a:xfrm>
              <a:off x="1905225" y="348200"/>
              <a:ext cx="186300" cy="1508950"/>
            </a:xfrm>
            <a:custGeom>
              <a:avLst/>
              <a:gdLst/>
              <a:ahLst/>
              <a:cxnLst/>
              <a:rect l="l" t="t" r="r" b="b"/>
              <a:pathLst>
                <a:path w="7452" h="60358" extrusionOk="0">
                  <a:moveTo>
                    <a:pt x="7451" y="1"/>
                  </a:moveTo>
                  <a:lnTo>
                    <a:pt x="0" y="39643"/>
                  </a:lnTo>
                  <a:lnTo>
                    <a:pt x="7451" y="60358"/>
                  </a:lnTo>
                  <a:lnTo>
                    <a:pt x="74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2"/>
            <p:cNvSpPr/>
            <p:nvPr/>
          </p:nvSpPr>
          <p:spPr>
            <a:xfrm>
              <a:off x="1895400" y="1383925"/>
              <a:ext cx="392200" cy="1071450"/>
            </a:xfrm>
            <a:custGeom>
              <a:avLst/>
              <a:gdLst/>
              <a:ahLst/>
              <a:cxnLst/>
              <a:rect l="l" t="t" r="r" b="b"/>
              <a:pathLst>
                <a:path w="15688" h="42858" extrusionOk="0">
                  <a:moveTo>
                    <a:pt x="1" y="0"/>
                  </a:moveTo>
                  <a:lnTo>
                    <a:pt x="4968" y="42857"/>
                  </a:lnTo>
                  <a:lnTo>
                    <a:pt x="15687" y="42857"/>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2"/>
            <p:cNvSpPr/>
            <p:nvPr/>
          </p:nvSpPr>
          <p:spPr>
            <a:xfrm>
              <a:off x="2026125" y="2491050"/>
              <a:ext cx="552325" cy="517900"/>
            </a:xfrm>
            <a:custGeom>
              <a:avLst/>
              <a:gdLst/>
              <a:ahLst/>
              <a:cxnLst/>
              <a:rect l="l" t="t" r="r" b="b"/>
              <a:pathLst>
                <a:path w="22093" h="20716" extrusionOk="0">
                  <a:moveTo>
                    <a:pt x="1" y="1"/>
                  </a:moveTo>
                  <a:lnTo>
                    <a:pt x="14511" y="20715"/>
                  </a:lnTo>
                  <a:lnTo>
                    <a:pt x="22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2617625" y="571425"/>
              <a:ext cx="392200" cy="1071450"/>
            </a:xfrm>
            <a:custGeom>
              <a:avLst/>
              <a:gdLst/>
              <a:ahLst/>
              <a:cxnLst/>
              <a:rect l="l" t="t" r="r" b="b"/>
              <a:pathLst>
                <a:path w="15688" h="42858" extrusionOk="0">
                  <a:moveTo>
                    <a:pt x="1" y="0"/>
                  </a:moveTo>
                  <a:lnTo>
                    <a:pt x="15687" y="42857"/>
                  </a:lnTo>
                  <a:lnTo>
                    <a:pt x="107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2"/>
            <p:cNvSpPr/>
            <p:nvPr/>
          </p:nvSpPr>
          <p:spPr>
            <a:xfrm>
              <a:off x="2405225" y="1964275"/>
              <a:ext cx="392175" cy="1062525"/>
            </a:xfrm>
            <a:custGeom>
              <a:avLst/>
              <a:gdLst/>
              <a:ahLst/>
              <a:cxnLst/>
              <a:rect l="l" t="t" r="r" b="b"/>
              <a:pathLst>
                <a:path w="15687" h="42501" extrusionOk="0">
                  <a:moveTo>
                    <a:pt x="15686" y="0"/>
                  </a:moveTo>
                  <a:lnTo>
                    <a:pt x="0" y="42500"/>
                  </a:lnTo>
                  <a:lnTo>
                    <a:pt x="15686" y="29286"/>
                  </a:lnTo>
                  <a:lnTo>
                    <a:pt x="156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2"/>
            <p:cNvSpPr/>
            <p:nvPr/>
          </p:nvSpPr>
          <p:spPr>
            <a:xfrm>
              <a:off x="2813725" y="1160700"/>
              <a:ext cx="189550" cy="1517875"/>
            </a:xfrm>
            <a:custGeom>
              <a:avLst/>
              <a:gdLst/>
              <a:ahLst/>
              <a:cxnLst/>
              <a:rect l="l" t="t" r="r" b="b"/>
              <a:pathLst>
                <a:path w="7582" h="60715" extrusionOk="0">
                  <a:moveTo>
                    <a:pt x="0" y="1"/>
                  </a:moveTo>
                  <a:lnTo>
                    <a:pt x="0" y="60715"/>
                  </a:lnTo>
                  <a:lnTo>
                    <a:pt x="7582" y="2071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22"/>
          <p:cNvSpPr/>
          <p:nvPr/>
        </p:nvSpPr>
        <p:spPr>
          <a:xfrm>
            <a:off x="290304" y="338478"/>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2"/>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2" name="Google Shape;122;p2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22"/>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24" name="Google Shape;124;p22"/>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5" name="Google Shape;125;p22"/>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6" name="Google Shape;126;p22"/>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4_Titelfolie_TUD_Foto_a" preserve="1">
  <p:cSld name="4_Titelfolie_TUD_Foto_a">
    <p:spTree>
      <p:nvGrpSpPr>
        <p:cNvPr id="1" name="Shape 127"/>
        <p:cNvGrpSpPr/>
        <p:nvPr/>
      </p:nvGrpSpPr>
      <p:grpSpPr>
        <a:xfrm>
          <a:off x="0" y="0"/>
          <a:ext cx="0" cy="0"/>
          <a:chOff x="0" y="0"/>
          <a:chExt cx="0" cy="0"/>
        </a:xfrm>
      </p:grpSpPr>
      <p:sp>
        <p:nvSpPr>
          <p:cNvPr id="128" name="Google Shape;128;p23"/>
          <p:cNvSpPr>
            <a:spLocks noGrp="1"/>
          </p:cNvSpPr>
          <p:nvPr>
            <p:ph type="pic" idx="2"/>
          </p:nvPr>
        </p:nvSpPr>
        <p:spPr>
          <a:xfrm>
            <a:off x="0" y="1204913"/>
            <a:ext cx="12192000" cy="5653086"/>
          </a:xfrm>
          <a:prstGeom prst="rect">
            <a:avLst/>
          </a:prstGeom>
          <a:solidFill>
            <a:srgbClr val="F2F2F2"/>
          </a:solidFill>
          <a:ln>
            <a:noFill/>
          </a:ln>
        </p:spPr>
      </p:sp>
      <p:sp>
        <p:nvSpPr>
          <p:cNvPr id="129" name="Google Shape;129;p23"/>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0" name="Google Shape;130;p23"/>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3"/>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32" name="Google Shape;132;p23"/>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3" name="Google Shape;133;p23"/>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4" name="Google Shape;134;p23"/>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35" name="Google Shape;135;p23"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36" name="Google Shape;136;p23"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2_Titelfolie_TUD_weiß-blau" preserve="1">
  <p:cSld name="2_Titelfolie_TUD_weiß-blau">
    <p:spTree>
      <p:nvGrpSpPr>
        <p:cNvPr id="1" name="Shape 137"/>
        <p:cNvGrpSpPr/>
        <p:nvPr/>
      </p:nvGrpSpPr>
      <p:grpSpPr>
        <a:xfrm>
          <a:off x="0" y="0"/>
          <a:ext cx="0" cy="0"/>
          <a:chOff x="0" y="0"/>
          <a:chExt cx="0" cy="0"/>
        </a:xfrm>
      </p:grpSpPr>
      <p:sp>
        <p:nvSpPr>
          <p:cNvPr id="138" name="Google Shape;138;p24"/>
          <p:cNvSpPr/>
          <p:nvPr/>
        </p:nvSpPr>
        <p:spPr>
          <a:xfrm>
            <a:off x="0" y="1204912"/>
            <a:ext cx="12192000" cy="5653089"/>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39" name="Google Shape;139;p24"/>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0" name="Google Shape;140;p2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24"/>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42" name="Google Shape;142;p24"/>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3" name="Google Shape;143;p24"/>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4" name="Google Shape;144;p24"/>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45" name="Google Shape;145;p2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46" name="Google Shape;146;p2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3_Titelfolie_TUD_weiß-blau" preserve="1">
  <p:cSld name="3_Titelfolie_TUD_weiß-blau">
    <p:spTree>
      <p:nvGrpSpPr>
        <p:cNvPr id="1" name="Shape 147"/>
        <p:cNvGrpSpPr/>
        <p:nvPr/>
      </p:nvGrpSpPr>
      <p:grpSpPr>
        <a:xfrm>
          <a:off x="0" y="0"/>
          <a:ext cx="0" cy="0"/>
          <a:chOff x="0" y="0"/>
          <a:chExt cx="0" cy="0"/>
        </a:xfrm>
      </p:grpSpPr>
      <p:sp>
        <p:nvSpPr>
          <p:cNvPr id="148" name="Google Shape;148;p25"/>
          <p:cNvSpPr/>
          <p:nvPr/>
        </p:nvSpPr>
        <p:spPr>
          <a:xfrm>
            <a:off x="0" y="1204912"/>
            <a:ext cx="12192000" cy="5653089"/>
          </a:xfrm>
          <a:prstGeom prst="rect">
            <a:avLst/>
          </a:prstGeom>
          <a:gradFill>
            <a:gsLst>
              <a:gs pos="0">
                <a:srgbClr val="951B81"/>
              </a:gs>
              <a:gs pos="14000">
                <a:srgbClr val="951B81"/>
              </a:gs>
              <a:gs pos="100000">
                <a:srgbClr val="59358C"/>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49" name="Google Shape;149;p25"/>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0" name="Google Shape;150;p25"/>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5"/>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52" name="Google Shape;152;p25"/>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3" name="Google Shape;153;p25"/>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4" name="Google Shape;154;p25"/>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55" name="Google Shape;155;p2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56" name="Google Shape;156;p2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4_Titelfolie_TUD_weiß-blau" preserve="1">
  <p:cSld name="4_Titelfolie_TUD_weiß-blau">
    <p:spTree>
      <p:nvGrpSpPr>
        <p:cNvPr id="1" name="Shape 157"/>
        <p:cNvGrpSpPr/>
        <p:nvPr/>
      </p:nvGrpSpPr>
      <p:grpSpPr>
        <a:xfrm>
          <a:off x="0" y="0"/>
          <a:ext cx="0" cy="0"/>
          <a:chOff x="0" y="0"/>
          <a:chExt cx="0" cy="0"/>
        </a:xfrm>
      </p:grpSpPr>
      <p:sp>
        <p:nvSpPr>
          <p:cNvPr id="158" name="Google Shape;158;p26"/>
          <p:cNvSpPr/>
          <p:nvPr/>
        </p:nvSpPr>
        <p:spPr>
          <a:xfrm>
            <a:off x="0" y="1204912"/>
            <a:ext cx="12192000" cy="5653089"/>
          </a:xfrm>
          <a:prstGeom prst="rect">
            <a:avLst/>
          </a:prstGeom>
          <a:gradFill>
            <a:gsLst>
              <a:gs pos="0">
                <a:srgbClr val="DE2526"/>
              </a:gs>
              <a:gs pos="14000">
                <a:srgbClr val="DE2526"/>
              </a:gs>
              <a:gs pos="100000">
                <a:srgbClr val="CD1719"/>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59" name="Google Shape;159;p26"/>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0" name="Google Shape;160;p26"/>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26"/>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62" name="Google Shape;162;p26"/>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3" name="Google Shape;163;p26"/>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4" name="Google Shape;164;p26"/>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65" name="Google Shape;165;p2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66" name="Google Shape;166;p2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5_Titelfolie_TUD_weiß-blau" preserve="1">
  <p:cSld name="5_Titelfolie_TUD_weiß-blau">
    <p:spTree>
      <p:nvGrpSpPr>
        <p:cNvPr id="1" name="Shape 167"/>
        <p:cNvGrpSpPr/>
        <p:nvPr/>
      </p:nvGrpSpPr>
      <p:grpSpPr>
        <a:xfrm>
          <a:off x="0" y="0"/>
          <a:ext cx="0" cy="0"/>
          <a:chOff x="0" y="0"/>
          <a:chExt cx="0" cy="0"/>
        </a:xfrm>
      </p:grpSpPr>
      <p:sp>
        <p:nvSpPr>
          <p:cNvPr id="168" name="Google Shape;168;p27"/>
          <p:cNvSpPr/>
          <p:nvPr/>
        </p:nvSpPr>
        <p:spPr>
          <a:xfrm>
            <a:off x="3151994" y="2563831"/>
            <a:ext cx="9050720" cy="4317954"/>
          </a:xfrm>
          <a:custGeom>
            <a:avLst/>
            <a:gdLst/>
            <a:ahLst/>
            <a:cxnLst/>
            <a:rect l="l" t="t" r="r" b="b"/>
            <a:pathLst>
              <a:path w="8344852" h="3981196" extrusionOk="0">
                <a:moveTo>
                  <a:pt x="3984796" y="381"/>
                </a:moveTo>
                <a:lnTo>
                  <a:pt x="8344852" y="0"/>
                </a:lnTo>
                <a:lnTo>
                  <a:pt x="8344852" y="3967748"/>
                </a:lnTo>
                <a:lnTo>
                  <a:pt x="0" y="3981196"/>
                </a:lnTo>
                <a:lnTo>
                  <a:pt x="3984796" y="381"/>
                </a:lnTo>
                <a:close/>
              </a:path>
            </a:pathLst>
          </a:custGeom>
          <a:solidFill>
            <a:schemeClr val="accent5">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69" name="Google Shape;169;p27"/>
          <p:cNvSpPr/>
          <p:nvPr/>
        </p:nvSpPr>
        <p:spPr>
          <a:xfrm>
            <a:off x="-1" y="3692352"/>
            <a:ext cx="9555747" cy="3185710"/>
          </a:xfrm>
          <a:custGeom>
            <a:avLst/>
            <a:gdLst/>
            <a:ahLst/>
            <a:cxnLst/>
            <a:rect l="l" t="t" r="r" b="b"/>
            <a:pathLst>
              <a:path w="8810492" h="2937256" extrusionOk="0">
                <a:moveTo>
                  <a:pt x="0" y="0"/>
                </a:moveTo>
                <a:lnTo>
                  <a:pt x="5858286" y="0"/>
                </a:lnTo>
                <a:lnTo>
                  <a:pt x="8810492" y="2937256"/>
                </a:lnTo>
                <a:lnTo>
                  <a:pt x="0" y="2937256"/>
                </a:lnTo>
                <a:lnTo>
                  <a:pt x="0" y="0"/>
                </a:lnTo>
                <a:close/>
              </a:path>
            </a:pathLst>
          </a:custGeom>
          <a:solidFill>
            <a:schemeClr val="accent4">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20">
                <a:solidFill>
                  <a:schemeClr val="lt1"/>
                </a:solidFill>
                <a:latin typeface="Open Sans" panose="020B0606030504020204"/>
                <a:ea typeface="Open Sans" panose="020B0606030504020204"/>
                <a:cs typeface="Open Sans" panose="020B0606030504020204"/>
                <a:sym typeface="Open Sans" panose="020B0606030504020204"/>
              </a:rPr>
              <a:t> </a:t>
            </a:r>
          </a:p>
        </p:txBody>
      </p:sp>
      <p:sp>
        <p:nvSpPr>
          <p:cNvPr id="170" name="Google Shape;170;p27"/>
          <p:cNvSpPr/>
          <p:nvPr/>
        </p:nvSpPr>
        <p:spPr>
          <a:xfrm>
            <a:off x="-709" y="2302249"/>
            <a:ext cx="6020777" cy="4581946"/>
          </a:xfrm>
          <a:custGeom>
            <a:avLst/>
            <a:gdLst/>
            <a:ahLst/>
            <a:cxnLst/>
            <a:rect l="l" t="t" r="r" b="b"/>
            <a:pathLst>
              <a:path w="5551215" h="4224599" extrusionOk="0">
                <a:moveTo>
                  <a:pt x="709" y="0"/>
                </a:moveTo>
                <a:lnTo>
                  <a:pt x="1485014" y="185"/>
                </a:lnTo>
                <a:lnTo>
                  <a:pt x="5551215" y="4224599"/>
                </a:lnTo>
                <a:lnTo>
                  <a:pt x="710" y="4220095"/>
                </a:lnTo>
                <a:cubicBezTo>
                  <a:pt x="-1748" y="2818313"/>
                  <a:pt x="3167" y="1401782"/>
                  <a:pt x="709" y="0"/>
                </a:cubicBezTo>
                <a:close/>
              </a:path>
            </a:pathLst>
          </a:custGeom>
          <a:solidFill>
            <a:schemeClr val="accent1">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71" name="Google Shape;171;p27"/>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2" name="Google Shape;172;p27"/>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27"/>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74" name="Google Shape;174;p27"/>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5" name="Google Shape;175;p27"/>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6" name="Google Shape;176;p27"/>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77" name="Google Shape;177;p27"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78" name="Google Shape;178;p27"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2_Titel und 2 Inhalte" preserve="1">
  <p:cSld name="2_Titel und 2 Inhalte">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8"/>
          <p:cNvSpPr>
            <a:spLocks noGrp="1"/>
          </p:cNvSpPr>
          <p:nvPr>
            <p:ph type="pic" idx="2"/>
          </p:nvPr>
        </p:nvSpPr>
        <p:spPr>
          <a:xfrm>
            <a:off x="6267449" y="1484314"/>
            <a:ext cx="5187950" cy="4344985"/>
          </a:xfrm>
          <a:prstGeom prst="rect">
            <a:avLst/>
          </a:prstGeom>
          <a:noFill/>
          <a:ln>
            <a:noFill/>
          </a:ln>
        </p:spPr>
        <p:txBody>
          <a:bodyPr/>
          <a:lstStyle/>
          <a:p>
            <a:endParaRPr lang="en-US"/>
          </a:p>
        </p:txBody>
      </p:sp>
      <p:sp>
        <p:nvSpPr>
          <p:cNvPr id="182" name="Google Shape;182;p28"/>
          <p:cNvSpPr txBox="1">
            <a:spLocks noGrp="1"/>
          </p:cNvSpPr>
          <p:nvPr>
            <p:ph type="body" idx="1"/>
          </p:nvPr>
        </p:nvSpPr>
        <p:spPr>
          <a:xfrm>
            <a:off x="874713" y="1484313"/>
            <a:ext cx="51958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2_Titel und Inhalt und Bild" preserve="1">
  <p:cSld name="2_Titel und Inhalt und Bi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p29"/>
          <p:cNvSpPr>
            <a:spLocks noGrp="1"/>
          </p:cNvSpPr>
          <p:nvPr>
            <p:ph type="pic" idx="2"/>
          </p:nvPr>
        </p:nvSpPr>
        <p:spPr>
          <a:xfrm>
            <a:off x="8070849" y="1484314"/>
            <a:ext cx="3384549" cy="4344985"/>
          </a:xfrm>
          <a:prstGeom prst="rect">
            <a:avLst/>
          </a:prstGeom>
          <a:noFill/>
          <a:ln>
            <a:noFill/>
          </a:ln>
        </p:spPr>
      </p:sp>
      <p:sp>
        <p:nvSpPr>
          <p:cNvPr id="186" name="Google Shape;186;p29"/>
          <p:cNvSpPr txBox="1">
            <a:spLocks noGrp="1"/>
          </p:cNvSpPr>
          <p:nvPr>
            <p:ph type="body" idx="1"/>
          </p:nvPr>
        </p:nvSpPr>
        <p:spPr>
          <a:xfrm>
            <a:off x="874713" y="1484313"/>
            <a:ext cx="69992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2_Titel und Inhalt und Bild_quer" preserve="1">
  <p:cSld name="2_Titel und Inhalt und Bild_quer">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30"/>
          <p:cNvSpPr>
            <a:spLocks noGrp="1"/>
          </p:cNvSpPr>
          <p:nvPr>
            <p:ph type="pic" idx="2"/>
          </p:nvPr>
        </p:nvSpPr>
        <p:spPr>
          <a:xfrm>
            <a:off x="0" y="4101152"/>
            <a:ext cx="12191999" cy="2028186"/>
          </a:xfrm>
          <a:prstGeom prst="rect">
            <a:avLst/>
          </a:prstGeom>
          <a:noFill/>
          <a:ln>
            <a:noFill/>
          </a:ln>
        </p:spPr>
      </p:sp>
      <p:sp>
        <p:nvSpPr>
          <p:cNvPr id="190" name="Google Shape;190;p30"/>
          <p:cNvSpPr txBox="1">
            <a:spLocks noGrp="1"/>
          </p:cNvSpPr>
          <p:nvPr>
            <p:ph type="body" idx="1"/>
          </p:nvPr>
        </p:nvSpPr>
        <p:spPr>
          <a:xfrm>
            <a:off x="874713" y="1484313"/>
            <a:ext cx="10580687" cy="2398475"/>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3_Titel und 3 Inhalte" preserve="1">
  <p:cSld name="3_Titel und 3 Inhalte">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32"/>
          <p:cNvSpPr txBox="1">
            <a:spLocks noGrp="1"/>
          </p:cNvSpPr>
          <p:nvPr>
            <p:ph type="body" idx="1"/>
          </p:nvPr>
        </p:nvSpPr>
        <p:spPr>
          <a:xfrm>
            <a:off x="874713" y="1481138"/>
            <a:ext cx="339883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8" name="Google Shape;198;p32"/>
          <p:cNvSpPr txBox="1">
            <a:spLocks noGrp="1"/>
          </p:cNvSpPr>
          <p:nvPr>
            <p:ph type="body" idx="2"/>
          </p:nvPr>
        </p:nvSpPr>
        <p:spPr>
          <a:xfrm>
            <a:off x="4457699" y="1481138"/>
            <a:ext cx="3416301"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9" name="Google Shape;199;p32"/>
          <p:cNvSpPr txBox="1">
            <a:spLocks noGrp="1"/>
          </p:cNvSpPr>
          <p:nvPr>
            <p:ph type="body" idx="3"/>
          </p:nvPr>
        </p:nvSpPr>
        <p:spPr>
          <a:xfrm>
            <a:off x="8070850" y="1481138"/>
            <a:ext cx="3384550"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4_Titel und 4 Inhalte" preserve="1">
  <p:cSld name="4_Titel und 4 Inhalte">
    <p:spTree>
      <p:nvGrpSpPr>
        <p:cNvPr id="1" name="Shape 200"/>
        <p:cNvGrpSpPr/>
        <p:nvPr/>
      </p:nvGrpSpPr>
      <p:grpSpPr>
        <a:xfrm>
          <a:off x="0" y="0"/>
          <a:ext cx="0" cy="0"/>
          <a:chOff x="0" y="0"/>
          <a:chExt cx="0" cy="0"/>
        </a:xfrm>
      </p:grpSpPr>
      <p:sp>
        <p:nvSpPr>
          <p:cNvPr id="201" name="Google Shape;201;p33"/>
          <p:cNvSpPr>
            <a:spLocks noGrp="1"/>
          </p:cNvSpPr>
          <p:nvPr>
            <p:ph type="pic" idx="2"/>
          </p:nvPr>
        </p:nvSpPr>
        <p:spPr>
          <a:xfrm>
            <a:off x="874711" y="1484313"/>
            <a:ext cx="4300539" cy="1332000"/>
          </a:xfrm>
          <a:prstGeom prst="rect">
            <a:avLst/>
          </a:prstGeom>
          <a:noFill/>
          <a:ln>
            <a:noFill/>
          </a:ln>
        </p:spPr>
      </p:sp>
      <p:sp>
        <p:nvSpPr>
          <p:cNvPr id="202" name="Google Shape;202;p33"/>
          <p:cNvSpPr>
            <a:spLocks noGrp="1"/>
          </p:cNvSpPr>
          <p:nvPr>
            <p:ph type="pic" idx="3"/>
          </p:nvPr>
        </p:nvSpPr>
        <p:spPr>
          <a:xfrm>
            <a:off x="874712" y="2943181"/>
            <a:ext cx="4300537" cy="1332000"/>
          </a:xfrm>
          <a:prstGeom prst="rect">
            <a:avLst/>
          </a:prstGeom>
          <a:noFill/>
          <a:ln>
            <a:noFill/>
          </a:ln>
        </p:spPr>
      </p:sp>
      <p:sp>
        <p:nvSpPr>
          <p:cNvPr id="203" name="Google Shape;203;p33"/>
          <p:cNvSpPr>
            <a:spLocks noGrp="1"/>
          </p:cNvSpPr>
          <p:nvPr>
            <p:ph type="pic" idx="4"/>
          </p:nvPr>
        </p:nvSpPr>
        <p:spPr>
          <a:xfrm>
            <a:off x="874710" y="4402050"/>
            <a:ext cx="4300537" cy="1427249"/>
          </a:xfrm>
          <a:prstGeom prst="rect">
            <a:avLst/>
          </a:prstGeom>
          <a:noFill/>
          <a:ln>
            <a:noFill/>
          </a:ln>
        </p:spPr>
      </p:sp>
      <p:sp>
        <p:nvSpPr>
          <p:cNvPr id="204" name="Google Shape;204;p33"/>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33"/>
          <p:cNvSpPr txBox="1">
            <a:spLocks noGrp="1"/>
          </p:cNvSpPr>
          <p:nvPr>
            <p:ph type="body" idx="1"/>
          </p:nvPr>
        </p:nvSpPr>
        <p:spPr>
          <a:xfrm>
            <a:off x="5365750" y="1484313"/>
            <a:ext cx="6089650"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6_Titel und 18 Bilder" preserve="1">
  <p:cSld name="6_Titel und 18 Bilder">
    <p:spTree>
      <p:nvGrpSpPr>
        <p:cNvPr id="1" name="Shape 211"/>
        <p:cNvGrpSpPr/>
        <p:nvPr/>
      </p:nvGrpSpPr>
      <p:grpSpPr>
        <a:xfrm>
          <a:off x="0" y="0"/>
          <a:ext cx="0" cy="0"/>
          <a:chOff x="0" y="0"/>
          <a:chExt cx="0" cy="0"/>
        </a:xfrm>
      </p:grpSpPr>
      <p:sp>
        <p:nvSpPr>
          <p:cNvPr id="212" name="Google Shape;212;p35"/>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35"/>
          <p:cNvSpPr>
            <a:spLocks noGrp="1"/>
          </p:cNvSpPr>
          <p:nvPr>
            <p:ph type="pic" idx="2"/>
          </p:nvPr>
        </p:nvSpPr>
        <p:spPr>
          <a:xfrm>
            <a:off x="879785" y="1039484"/>
            <a:ext cx="1566000" cy="1566000"/>
          </a:xfrm>
          <a:prstGeom prst="rect">
            <a:avLst/>
          </a:prstGeom>
          <a:solidFill>
            <a:srgbClr val="F2F2F2"/>
          </a:solidFill>
          <a:ln>
            <a:noFill/>
          </a:ln>
        </p:spPr>
      </p:sp>
      <p:sp>
        <p:nvSpPr>
          <p:cNvPr id="214" name="Google Shape;214;p35"/>
          <p:cNvSpPr>
            <a:spLocks noGrp="1"/>
          </p:cNvSpPr>
          <p:nvPr>
            <p:ph type="pic" idx="3"/>
          </p:nvPr>
        </p:nvSpPr>
        <p:spPr>
          <a:xfrm>
            <a:off x="2579023" y="1039484"/>
            <a:ext cx="1566000" cy="1566000"/>
          </a:xfrm>
          <a:prstGeom prst="rect">
            <a:avLst/>
          </a:prstGeom>
          <a:solidFill>
            <a:srgbClr val="F2F2F2"/>
          </a:solidFill>
          <a:ln>
            <a:noFill/>
          </a:ln>
        </p:spPr>
      </p:sp>
      <p:sp>
        <p:nvSpPr>
          <p:cNvPr id="215" name="Google Shape;215;p35"/>
          <p:cNvSpPr>
            <a:spLocks noGrp="1"/>
          </p:cNvSpPr>
          <p:nvPr>
            <p:ph type="pic" idx="4"/>
          </p:nvPr>
        </p:nvSpPr>
        <p:spPr>
          <a:xfrm>
            <a:off x="4278261" y="1039484"/>
            <a:ext cx="1566000" cy="1566000"/>
          </a:xfrm>
          <a:prstGeom prst="rect">
            <a:avLst/>
          </a:prstGeom>
          <a:solidFill>
            <a:srgbClr val="F2F2F2"/>
          </a:solidFill>
          <a:ln>
            <a:noFill/>
          </a:ln>
        </p:spPr>
      </p:sp>
      <p:sp>
        <p:nvSpPr>
          <p:cNvPr id="216" name="Google Shape;216;p35"/>
          <p:cNvSpPr>
            <a:spLocks noGrp="1"/>
          </p:cNvSpPr>
          <p:nvPr>
            <p:ph type="pic" idx="5"/>
          </p:nvPr>
        </p:nvSpPr>
        <p:spPr>
          <a:xfrm>
            <a:off x="5977499" y="1039484"/>
            <a:ext cx="1566000" cy="1566000"/>
          </a:xfrm>
          <a:prstGeom prst="rect">
            <a:avLst/>
          </a:prstGeom>
          <a:solidFill>
            <a:srgbClr val="F2F2F2"/>
          </a:solidFill>
          <a:ln>
            <a:noFill/>
          </a:ln>
        </p:spPr>
      </p:sp>
      <p:sp>
        <p:nvSpPr>
          <p:cNvPr id="217" name="Google Shape;217;p35"/>
          <p:cNvSpPr>
            <a:spLocks noGrp="1"/>
          </p:cNvSpPr>
          <p:nvPr>
            <p:ph type="pic" idx="6"/>
          </p:nvPr>
        </p:nvSpPr>
        <p:spPr>
          <a:xfrm>
            <a:off x="7676735" y="1037468"/>
            <a:ext cx="1566000" cy="1566000"/>
          </a:xfrm>
          <a:prstGeom prst="rect">
            <a:avLst/>
          </a:prstGeom>
          <a:solidFill>
            <a:srgbClr val="F2F2F2"/>
          </a:solidFill>
          <a:ln>
            <a:noFill/>
          </a:ln>
        </p:spPr>
      </p:sp>
      <p:sp>
        <p:nvSpPr>
          <p:cNvPr id="218" name="Google Shape;218;p35"/>
          <p:cNvSpPr>
            <a:spLocks noGrp="1"/>
          </p:cNvSpPr>
          <p:nvPr>
            <p:ph type="pic" idx="7"/>
          </p:nvPr>
        </p:nvSpPr>
        <p:spPr>
          <a:xfrm>
            <a:off x="887333" y="2749075"/>
            <a:ext cx="1566000" cy="1566000"/>
          </a:xfrm>
          <a:prstGeom prst="rect">
            <a:avLst/>
          </a:prstGeom>
          <a:solidFill>
            <a:srgbClr val="F2F2F2"/>
          </a:solidFill>
          <a:ln>
            <a:noFill/>
          </a:ln>
        </p:spPr>
      </p:sp>
      <p:sp>
        <p:nvSpPr>
          <p:cNvPr id="219" name="Google Shape;219;p35"/>
          <p:cNvSpPr>
            <a:spLocks noGrp="1"/>
          </p:cNvSpPr>
          <p:nvPr>
            <p:ph type="pic" idx="8"/>
          </p:nvPr>
        </p:nvSpPr>
        <p:spPr>
          <a:xfrm>
            <a:off x="2586571" y="2749075"/>
            <a:ext cx="1566000" cy="1566000"/>
          </a:xfrm>
          <a:prstGeom prst="rect">
            <a:avLst/>
          </a:prstGeom>
          <a:solidFill>
            <a:srgbClr val="F2F2F2"/>
          </a:solidFill>
          <a:ln>
            <a:noFill/>
          </a:ln>
        </p:spPr>
      </p:sp>
      <p:sp>
        <p:nvSpPr>
          <p:cNvPr id="220" name="Google Shape;220;p35"/>
          <p:cNvSpPr>
            <a:spLocks noGrp="1"/>
          </p:cNvSpPr>
          <p:nvPr>
            <p:ph type="pic" idx="9"/>
          </p:nvPr>
        </p:nvSpPr>
        <p:spPr>
          <a:xfrm>
            <a:off x="4285809" y="2749075"/>
            <a:ext cx="1566000" cy="1566000"/>
          </a:xfrm>
          <a:prstGeom prst="rect">
            <a:avLst/>
          </a:prstGeom>
          <a:solidFill>
            <a:srgbClr val="F2F2F2"/>
          </a:solidFill>
          <a:ln>
            <a:noFill/>
          </a:ln>
        </p:spPr>
      </p:sp>
      <p:sp>
        <p:nvSpPr>
          <p:cNvPr id="221" name="Google Shape;221;p35"/>
          <p:cNvSpPr>
            <a:spLocks noGrp="1"/>
          </p:cNvSpPr>
          <p:nvPr>
            <p:ph type="pic" idx="13"/>
          </p:nvPr>
        </p:nvSpPr>
        <p:spPr>
          <a:xfrm>
            <a:off x="5985047" y="2749075"/>
            <a:ext cx="1566000" cy="1566000"/>
          </a:xfrm>
          <a:prstGeom prst="rect">
            <a:avLst/>
          </a:prstGeom>
          <a:solidFill>
            <a:srgbClr val="F2F2F2"/>
          </a:solidFill>
          <a:ln>
            <a:noFill/>
          </a:ln>
        </p:spPr>
      </p:sp>
      <p:sp>
        <p:nvSpPr>
          <p:cNvPr id="222" name="Google Shape;222;p35"/>
          <p:cNvSpPr>
            <a:spLocks noGrp="1"/>
          </p:cNvSpPr>
          <p:nvPr>
            <p:ph type="pic" idx="14"/>
          </p:nvPr>
        </p:nvSpPr>
        <p:spPr>
          <a:xfrm>
            <a:off x="7684283" y="2747059"/>
            <a:ext cx="1566000" cy="1566000"/>
          </a:xfrm>
          <a:prstGeom prst="rect">
            <a:avLst/>
          </a:prstGeom>
          <a:solidFill>
            <a:srgbClr val="F2F2F2"/>
          </a:solidFill>
          <a:ln>
            <a:noFill/>
          </a:ln>
        </p:spPr>
      </p:sp>
      <p:sp>
        <p:nvSpPr>
          <p:cNvPr id="223" name="Google Shape;223;p35"/>
          <p:cNvSpPr>
            <a:spLocks noGrp="1"/>
          </p:cNvSpPr>
          <p:nvPr>
            <p:ph type="pic" idx="15"/>
          </p:nvPr>
        </p:nvSpPr>
        <p:spPr>
          <a:xfrm>
            <a:off x="885829" y="4449615"/>
            <a:ext cx="1566000" cy="1566000"/>
          </a:xfrm>
          <a:prstGeom prst="rect">
            <a:avLst/>
          </a:prstGeom>
          <a:solidFill>
            <a:srgbClr val="F2F2F2"/>
          </a:solidFill>
          <a:ln>
            <a:noFill/>
          </a:ln>
        </p:spPr>
      </p:sp>
      <p:sp>
        <p:nvSpPr>
          <p:cNvPr id="224" name="Google Shape;224;p35"/>
          <p:cNvSpPr>
            <a:spLocks noGrp="1"/>
          </p:cNvSpPr>
          <p:nvPr>
            <p:ph type="pic" idx="16"/>
          </p:nvPr>
        </p:nvSpPr>
        <p:spPr>
          <a:xfrm>
            <a:off x="2585067" y="4449615"/>
            <a:ext cx="1566000" cy="1566000"/>
          </a:xfrm>
          <a:prstGeom prst="rect">
            <a:avLst/>
          </a:prstGeom>
          <a:solidFill>
            <a:srgbClr val="F2F2F2"/>
          </a:solidFill>
          <a:ln>
            <a:noFill/>
          </a:ln>
        </p:spPr>
      </p:sp>
      <p:sp>
        <p:nvSpPr>
          <p:cNvPr id="225" name="Google Shape;225;p35"/>
          <p:cNvSpPr>
            <a:spLocks noGrp="1"/>
          </p:cNvSpPr>
          <p:nvPr>
            <p:ph type="pic" idx="17"/>
          </p:nvPr>
        </p:nvSpPr>
        <p:spPr>
          <a:xfrm>
            <a:off x="4284305" y="4449615"/>
            <a:ext cx="1566000" cy="1566000"/>
          </a:xfrm>
          <a:prstGeom prst="rect">
            <a:avLst/>
          </a:prstGeom>
          <a:solidFill>
            <a:srgbClr val="F2F2F2"/>
          </a:solidFill>
          <a:ln>
            <a:noFill/>
          </a:ln>
        </p:spPr>
      </p:sp>
      <p:sp>
        <p:nvSpPr>
          <p:cNvPr id="226" name="Google Shape;226;p35"/>
          <p:cNvSpPr>
            <a:spLocks noGrp="1"/>
          </p:cNvSpPr>
          <p:nvPr>
            <p:ph type="pic" idx="18"/>
          </p:nvPr>
        </p:nvSpPr>
        <p:spPr>
          <a:xfrm>
            <a:off x="5983543" y="4449615"/>
            <a:ext cx="1566000" cy="1566000"/>
          </a:xfrm>
          <a:prstGeom prst="rect">
            <a:avLst/>
          </a:prstGeom>
          <a:solidFill>
            <a:srgbClr val="F2F2F2"/>
          </a:solidFill>
          <a:ln>
            <a:noFill/>
          </a:ln>
        </p:spPr>
      </p:sp>
      <p:sp>
        <p:nvSpPr>
          <p:cNvPr id="227" name="Google Shape;227;p35"/>
          <p:cNvSpPr>
            <a:spLocks noGrp="1"/>
          </p:cNvSpPr>
          <p:nvPr>
            <p:ph type="pic" idx="19"/>
          </p:nvPr>
        </p:nvSpPr>
        <p:spPr>
          <a:xfrm>
            <a:off x="7682779" y="4447599"/>
            <a:ext cx="1566000" cy="1566000"/>
          </a:xfrm>
          <a:prstGeom prst="rect">
            <a:avLst/>
          </a:prstGeom>
          <a:solidFill>
            <a:srgbClr val="F2F2F2"/>
          </a:solidFill>
          <a:ln>
            <a:noFill/>
          </a:ln>
        </p:spPr>
      </p:sp>
      <p:sp>
        <p:nvSpPr>
          <p:cNvPr id="228" name="Google Shape;228;p35"/>
          <p:cNvSpPr>
            <a:spLocks noGrp="1"/>
          </p:cNvSpPr>
          <p:nvPr>
            <p:ph type="pic" idx="20"/>
          </p:nvPr>
        </p:nvSpPr>
        <p:spPr>
          <a:xfrm>
            <a:off x="9385079" y="1037468"/>
            <a:ext cx="1566000" cy="1566000"/>
          </a:xfrm>
          <a:prstGeom prst="rect">
            <a:avLst/>
          </a:prstGeom>
          <a:solidFill>
            <a:srgbClr val="F2F2F2"/>
          </a:solidFill>
          <a:ln>
            <a:noFill/>
          </a:ln>
        </p:spPr>
      </p:sp>
      <p:sp>
        <p:nvSpPr>
          <p:cNvPr id="229" name="Google Shape;229;p35"/>
          <p:cNvSpPr>
            <a:spLocks noGrp="1"/>
          </p:cNvSpPr>
          <p:nvPr>
            <p:ph type="pic" idx="21"/>
          </p:nvPr>
        </p:nvSpPr>
        <p:spPr>
          <a:xfrm>
            <a:off x="9385079" y="2747059"/>
            <a:ext cx="1566000" cy="1566000"/>
          </a:xfrm>
          <a:prstGeom prst="rect">
            <a:avLst/>
          </a:prstGeom>
          <a:solidFill>
            <a:srgbClr val="F2F2F2"/>
          </a:solidFill>
          <a:ln>
            <a:noFill/>
          </a:ln>
        </p:spPr>
      </p:sp>
      <p:sp>
        <p:nvSpPr>
          <p:cNvPr id="230" name="Google Shape;230;p35"/>
          <p:cNvSpPr>
            <a:spLocks noGrp="1"/>
          </p:cNvSpPr>
          <p:nvPr>
            <p:ph type="pic" idx="22"/>
          </p:nvPr>
        </p:nvSpPr>
        <p:spPr>
          <a:xfrm>
            <a:off x="9383575" y="4447599"/>
            <a:ext cx="1566000" cy="1566000"/>
          </a:xfrm>
          <a:prstGeom prst="rect">
            <a:avLst/>
          </a:prstGeom>
          <a:solidFill>
            <a:srgbClr val="F2F2F2"/>
          </a:solid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6_Titel und 8 Bilder" preserve="1">
  <p:cSld name="6_Titel und 8 Bilder">
    <p:spTree>
      <p:nvGrpSpPr>
        <p:cNvPr id="1" name="Shape 231"/>
        <p:cNvGrpSpPr/>
        <p:nvPr/>
      </p:nvGrpSpPr>
      <p:grpSpPr>
        <a:xfrm>
          <a:off x="0" y="0"/>
          <a:ext cx="0" cy="0"/>
          <a:chOff x="0" y="0"/>
          <a:chExt cx="0" cy="0"/>
        </a:xfrm>
      </p:grpSpPr>
      <p:sp>
        <p:nvSpPr>
          <p:cNvPr id="232" name="Google Shape;232;p36"/>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36"/>
          <p:cNvSpPr>
            <a:spLocks noGrp="1"/>
          </p:cNvSpPr>
          <p:nvPr>
            <p:ph type="pic" idx="2"/>
          </p:nvPr>
        </p:nvSpPr>
        <p:spPr>
          <a:xfrm>
            <a:off x="879785" y="1030288"/>
            <a:ext cx="2498415" cy="2341891"/>
          </a:xfrm>
          <a:prstGeom prst="rect">
            <a:avLst/>
          </a:prstGeom>
          <a:solidFill>
            <a:srgbClr val="F2F2F2"/>
          </a:solidFill>
          <a:ln>
            <a:noFill/>
          </a:ln>
        </p:spPr>
      </p:sp>
      <p:sp>
        <p:nvSpPr>
          <p:cNvPr id="234" name="Google Shape;234;p36"/>
          <p:cNvSpPr>
            <a:spLocks noGrp="1"/>
          </p:cNvSpPr>
          <p:nvPr>
            <p:ph type="pic" idx="3"/>
          </p:nvPr>
        </p:nvSpPr>
        <p:spPr>
          <a:xfrm>
            <a:off x="3575257" y="1030288"/>
            <a:ext cx="2498415" cy="2341891"/>
          </a:xfrm>
          <a:prstGeom prst="rect">
            <a:avLst/>
          </a:prstGeom>
          <a:solidFill>
            <a:srgbClr val="F2F2F2"/>
          </a:solidFill>
          <a:ln>
            <a:noFill/>
          </a:ln>
        </p:spPr>
      </p:sp>
      <p:sp>
        <p:nvSpPr>
          <p:cNvPr id="235" name="Google Shape;235;p36"/>
          <p:cNvSpPr>
            <a:spLocks noGrp="1"/>
          </p:cNvSpPr>
          <p:nvPr>
            <p:ph type="pic" idx="4"/>
          </p:nvPr>
        </p:nvSpPr>
        <p:spPr>
          <a:xfrm>
            <a:off x="6270729" y="1030288"/>
            <a:ext cx="2498415" cy="2341891"/>
          </a:xfrm>
          <a:prstGeom prst="rect">
            <a:avLst/>
          </a:prstGeom>
          <a:solidFill>
            <a:srgbClr val="F2F2F2"/>
          </a:solidFill>
          <a:ln>
            <a:noFill/>
          </a:ln>
        </p:spPr>
      </p:sp>
      <p:sp>
        <p:nvSpPr>
          <p:cNvPr id="236" name="Google Shape;236;p36"/>
          <p:cNvSpPr>
            <a:spLocks noGrp="1"/>
          </p:cNvSpPr>
          <p:nvPr>
            <p:ph type="pic" idx="5"/>
          </p:nvPr>
        </p:nvSpPr>
        <p:spPr>
          <a:xfrm>
            <a:off x="8966200" y="1030288"/>
            <a:ext cx="2498415" cy="2341891"/>
          </a:xfrm>
          <a:prstGeom prst="rect">
            <a:avLst/>
          </a:prstGeom>
          <a:solidFill>
            <a:srgbClr val="F2F2F2"/>
          </a:solidFill>
          <a:ln>
            <a:noFill/>
          </a:ln>
        </p:spPr>
      </p:sp>
      <p:sp>
        <p:nvSpPr>
          <p:cNvPr id="237" name="Google Shape;237;p36"/>
          <p:cNvSpPr>
            <a:spLocks noGrp="1"/>
          </p:cNvSpPr>
          <p:nvPr>
            <p:ph type="pic" idx="6"/>
          </p:nvPr>
        </p:nvSpPr>
        <p:spPr>
          <a:xfrm>
            <a:off x="880142" y="3572347"/>
            <a:ext cx="2498415" cy="2341891"/>
          </a:xfrm>
          <a:prstGeom prst="rect">
            <a:avLst/>
          </a:prstGeom>
          <a:solidFill>
            <a:srgbClr val="F2F2F2"/>
          </a:solidFill>
          <a:ln>
            <a:noFill/>
          </a:ln>
        </p:spPr>
      </p:sp>
      <p:sp>
        <p:nvSpPr>
          <p:cNvPr id="238" name="Google Shape;238;p36"/>
          <p:cNvSpPr>
            <a:spLocks noGrp="1"/>
          </p:cNvSpPr>
          <p:nvPr>
            <p:ph type="pic" idx="7"/>
          </p:nvPr>
        </p:nvSpPr>
        <p:spPr>
          <a:xfrm>
            <a:off x="3575614" y="3572347"/>
            <a:ext cx="2498415" cy="2341891"/>
          </a:xfrm>
          <a:prstGeom prst="rect">
            <a:avLst/>
          </a:prstGeom>
          <a:solidFill>
            <a:srgbClr val="F2F2F2"/>
          </a:solidFill>
          <a:ln>
            <a:noFill/>
          </a:ln>
        </p:spPr>
      </p:sp>
      <p:sp>
        <p:nvSpPr>
          <p:cNvPr id="239" name="Google Shape;239;p36"/>
          <p:cNvSpPr>
            <a:spLocks noGrp="1"/>
          </p:cNvSpPr>
          <p:nvPr>
            <p:ph type="pic" idx="8"/>
          </p:nvPr>
        </p:nvSpPr>
        <p:spPr>
          <a:xfrm>
            <a:off x="6271086" y="3572347"/>
            <a:ext cx="2498415" cy="2341891"/>
          </a:xfrm>
          <a:prstGeom prst="rect">
            <a:avLst/>
          </a:prstGeom>
          <a:solidFill>
            <a:srgbClr val="F2F2F2"/>
          </a:solidFill>
          <a:ln>
            <a:noFill/>
          </a:ln>
        </p:spPr>
      </p:sp>
      <p:sp>
        <p:nvSpPr>
          <p:cNvPr id="240" name="Google Shape;240;p36"/>
          <p:cNvSpPr>
            <a:spLocks noGrp="1"/>
          </p:cNvSpPr>
          <p:nvPr>
            <p:ph type="pic" idx="9"/>
          </p:nvPr>
        </p:nvSpPr>
        <p:spPr>
          <a:xfrm>
            <a:off x="8966557" y="3572347"/>
            <a:ext cx="2498415" cy="2341891"/>
          </a:xfrm>
          <a:prstGeom prst="rect">
            <a:avLst/>
          </a:prstGeom>
          <a:solidFill>
            <a:srgbClr val="F2F2F2"/>
          </a:solid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6_Titel und 6 Bilder_" preserve="1">
  <p:cSld name="6_Titel und 6 Bilder_">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37"/>
          <p:cNvSpPr>
            <a:spLocks noGrp="1"/>
          </p:cNvSpPr>
          <p:nvPr>
            <p:ph type="pic" idx="2"/>
          </p:nvPr>
        </p:nvSpPr>
        <p:spPr>
          <a:xfrm>
            <a:off x="9703" y="1057584"/>
            <a:ext cx="4050000" cy="2520000"/>
          </a:xfrm>
          <a:prstGeom prst="rect">
            <a:avLst/>
          </a:prstGeom>
          <a:solidFill>
            <a:srgbClr val="F2F2F2"/>
          </a:solidFill>
          <a:ln>
            <a:noFill/>
          </a:ln>
        </p:spPr>
      </p:sp>
      <p:sp>
        <p:nvSpPr>
          <p:cNvPr id="244" name="Google Shape;244;p37"/>
          <p:cNvSpPr>
            <a:spLocks noGrp="1"/>
          </p:cNvSpPr>
          <p:nvPr>
            <p:ph type="pic" idx="3"/>
          </p:nvPr>
        </p:nvSpPr>
        <p:spPr>
          <a:xfrm>
            <a:off x="4081331" y="1057584"/>
            <a:ext cx="4050000" cy="2520000"/>
          </a:xfrm>
          <a:prstGeom prst="rect">
            <a:avLst/>
          </a:prstGeom>
          <a:solidFill>
            <a:srgbClr val="F2F2F2"/>
          </a:solidFill>
          <a:ln>
            <a:noFill/>
          </a:ln>
        </p:spPr>
      </p:sp>
      <p:sp>
        <p:nvSpPr>
          <p:cNvPr id="245" name="Google Shape;245;p37"/>
          <p:cNvSpPr>
            <a:spLocks noGrp="1"/>
          </p:cNvSpPr>
          <p:nvPr>
            <p:ph type="pic" idx="4"/>
          </p:nvPr>
        </p:nvSpPr>
        <p:spPr>
          <a:xfrm>
            <a:off x="8152960" y="1057584"/>
            <a:ext cx="4050000" cy="2520000"/>
          </a:xfrm>
          <a:prstGeom prst="rect">
            <a:avLst/>
          </a:prstGeom>
          <a:solidFill>
            <a:srgbClr val="F2F2F2"/>
          </a:solidFill>
          <a:ln>
            <a:noFill/>
          </a:ln>
        </p:spPr>
      </p:sp>
      <p:sp>
        <p:nvSpPr>
          <p:cNvPr id="246" name="Google Shape;246;p37"/>
          <p:cNvSpPr>
            <a:spLocks noGrp="1"/>
          </p:cNvSpPr>
          <p:nvPr>
            <p:ph type="pic" idx="5"/>
          </p:nvPr>
        </p:nvSpPr>
        <p:spPr>
          <a:xfrm>
            <a:off x="5151" y="3602514"/>
            <a:ext cx="4050000" cy="2520000"/>
          </a:xfrm>
          <a:prstGeom prst="rect">
            <a:avLst/>
          </a:prstGeom>
          <a:solidFill>
            <a:srgbClr val="F2F2F2"/>
          </a:solidFill>
          <a:ln>
            <a:noFill/>
          </a:ln>
        </p:spPr>
      </p:sp>
      <p:sp>
        <p:nvSpPr>
          <p:cNvPr id="247" name="Google Shape;247;p37"/>
          <p:cNvSpPr>
            <a:spLocks noGrp="1"/>
          </p:cNvSpPr>
          <p:nvPr>
            <p:ph type="pic" idx="6"/>
          </p:nvPr>
        </p:nvSpPr>
        <p:spPr>
          <a:xfrm>
            <a:off x="4076779" y="3602514"/>
            <a:ext cx="4050000" cy="2520000"/>
          </a:xfrm>
          <a:prstGeom prst="rect">
            <a:avLst/>
          </a:prstGeom>
          <a:solidFill>
            <a:srgbClr val="F2F2F2"/>
          </a:solidFill>
          <a:ln>
            <a:noFill/>
          </a:ln>
        </p:spPr>
      </p:sp>
      <p:sp>
        <p:nvSpPr>
          <p:cNvPr id="248" name="Google Shape;248;p37"/>
          <p:cNvSpPr>
            <a:spLocks noGrp="1"/>
          </p:cNvSpPr>
          <p:nvPr>
            <p:ph type="pic" idx="7"/>
          </p:nvPr>
        </p:nvSpPr>
        <p:spPr>
          <a:xfrm>
            <a:off x="8148408" y="3602514"/>
            <a:ext cx="4050000" cy="2520000"/>
          </a:xfrm>
          <a:prstGeom prst="rect">
            <a:avLst/>
          </a:prstGeom>
          <a:solidFill>
            <a:srgbClr val="F2F2F2"/>
          </a:solid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2_Nur Titel" preserve="1">
  <p:cSld name="2_Nur Titel">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Leer" preserve="1">
  <p:cSld name="Leer">
    <p:spTree>
      <p:nvGrpSpPr>
        <p:cNvPr id="1" name="Shape 254"/>
        <p:cNvGrpSpPr/>
        <p:nvPr/>
      </p:nvGrpSpPr>
      <p:grpSpPr>
        <a:xfrm>
          <a:off x="0" y="0"/>
          <a:ext cx="0" cy="0"/>
          <a:chOff x="0" y="0"/>
          <a:chExt cx="0" cy="0"/>
        </a:xfrm>
      </p:grpSpPr>
      <p:sp>
        <p:nvSpPr>
          <p:cNvPr id="255" name="Google Shape;255;p40"/>
          <p:cNvSpPr>
            <a:spLocks noGrp="1"/>
          </p:cNvSpPr>
          <p:nvPr>
            <p:ph type="pic" idx="2"/>
          </p:nvPr>
        </p:nvSpPr>
        <p:spPr>
          <a:xfrm>
            <a:off x="0" y="6"/>
            <a:ext cx="12192000" cy="6129331"/>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enutzerdefiniertes Layout" preserve="1">
  <p:cSld name="Benutzerdefiniertes Layout">
    <p:spTree>
      <p:nvGrpSpPr>
        <p:cNvPr id="1" name="Shape 256"/>
        <p:cNvGrpSpPr/>
        <p:nvPr/>
      </p:nvGrpSpPr>
      <p:grpSpPr>
        <a:xfrm>
          <a:off x="0" y="0"/>
          <a:ext cx="0" cy="0"/>
          <a:chOff x="0" y="0"/>
          <a:chExt cx="0" cy="0"/>
        </a:xfrm>
      </p:grpSpPr>
      <p:sp>
        <p:nvSpPr>
          <p:cNvPr id="257" name="Google Shape;257;p41"/>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58" name="Google Shape;258;p41"/>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1"/>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_Benutzerdefiniertes Layout" preserve="1">
  <p:cSld name="1_Benutzerdefiniertes Layout">
    <p:spTree>
      <p:nvGrpSpPr>
        <p:cNvPr id="1" name="Shape 260"/>
        <p:cNvGrpSpPr/>
        <p:nvPr/>
      </p:nvGrpSpPr>
      <p:grpSpPr>
        <a:xfrm>
          <a:off x="0" y="0"/>
          <a:ext cx="0" cy="0"/>
          <a:chOff x="0" y="0"/>
          <a:chExt cx="0" cy="0"/>
        </a:xfrm>
      </p:grpSpPr>
      <p:sp>
        <p:nvSpPr>
          <p:cNvPr id="261" name="Google Shape;261;p42"/>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62" name="Google Shape;262;p4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3" name="Google Shape;263;p42"/>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2_Benutzerdefiniertes Layout" preserve="1">
  <p:cSld name="2_Benutzerdefiniertes Layout">
    <p:spTree>
      <p:nvGrpSpPr>
        <p:cNvPr id="1" name="Shape 264"/>
        <p:cNvGrpSpPr/>
        <p:nvPr/>
      </p:nvGrpSpPr>
      <p:grpSpPr>
        <a:xfrm>
          <a:off x="0" y="0"/>
          <a:ext cx="0" cy="0"/>
          <a:chOff x="0" y="0"/>
          <a:chExt cx="0" cy="0"/>
        </a:xfrm>
      </p:grpSpPr>
      <p:sp>
        <p:nvSpPr>
          <p:cNvPr id="265" name="Google Shape;265;p43"/>
          <p:cNvSpPr/>
          <p:nvPr/>
        </p:nvSpPr>
        <p:spPr>
          <a:xfrm>
            <a:off x="0" y="2"/>
            <a:ext cx="12192000" cy="6129336"/>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66" name="Google Shape;266;p43"/>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43"/>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3_Benutzerdefiniertes Layout" preserve="1">
  <p:cSld name="3_Benutzerdefiniertes Layout">
    <p:spTree>
      <p:nvGrpSpPr>
        <p:cNvPr id="1" name="Shape 268"/>
        <p:cNvGrpSpPr/>
        <p:nvPr/>
      </p:nvGrpSpPr>
      <p:grpSpPr>
        <a:xfrm>
          <a:off x="0" y="0"/>
          <a:ext cx="0" cy="0"/>
          <a:chOff x="0" y="0"/>
          <a:chExt cx="0" cy="0"/>
        </a:xfrm>
      </p:grpSpPr>
      <p:sp>
        <p:nvSpPr>
          <p:cNvPr id="269" name="Google Shape;269;p44"/>
          <p:cNvSpPr>
            <a:spLocks noGrp="1"/>
          </p:cNvSpPr>
          <p:nvPr>
            <p:ph type="pic" idx="2"/>
          </p:nvPr>
        </p:nvSpPr>
        <p:spPr>
          <a:xfrm>
            <a:off x="0" y="0"/>
            <a:ext cx="12192000" cy="6129338"/>
          </a:xfrm>
          <a:prstGeom prst="rect">
            <a:avLst/>
          </a:prstGeom>
          <a:solidFill>
            <a:srgbClr val="F2F2F2"/>
          </a:solidFill>
          <a:ln>
            <a:noFill/>
          </a:ln>
        </p:spPr>
      </p:sp>
      <p:sp>
        <p:nvSpPr>
          <p:cNvPr id="270" name="Google Shape;270;p4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1" name="Google Shape;271;p44"/>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1_Titel und Inhalt" type="blank" preserve="1">
  <p:cSld name="1_Titel und Inhalt">
    <p:spTree>
      <p:nvGrpSpPr>
        <p:cNvPr id="1" name="Shape 272"/>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1_Titelfolie_TUD_weiß-blau" preserve="1">
  <p:cSld name="1_Titelfolie_TUD_weiß-blau">
    <p:spTree>
      <p:nvGrpSpPr>
        <p:cNvPr id="1" name="Shape 17"/>
        <p:cNvGrpSpPr/>
        <p:nvPr/>
      </p:nvGrpSpPr>
      <p:grpSpPr>
        <a:xfrm>
          <a:off x="0" y="0"/>
          <a:ext cx="0" cy="0"/>
          <a:chOff x="0" y="0"/>
          <a:chExt cx="0" cy="0"/>
        </a:xfrm>
      </p:grpSpPr>
      <p:pic>
        <p:nvPicPr>
          <p:cNvPr id="18" name="Google Shape;18;p1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27901"/>
            <a:ext cx="1468046" cy="548987"/>
          </a:xfrm>
          <a:prstGeom prst="rect">
            <a:avLst/>
          </a:prstGeom>
          <a:noFill/>
          <a:ln>
            <a:noFill/>
          </a:ln>
        </p:spPr>
      </p:pic>
      <p:pic>
        <p:nvPicPr>
          <p:cNvPr id="19" name="Google Shape;19;p1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
        <p:nvSpPr>
          <p:cNvPr id="20" name="Google Shape;20;p15"/>
          <p:cNvSpPr/>
          <p:nvPr/>
        </p:nvSpPr>
        <p:spPr>
          <a:xfrm>
            <a:off x="0" y="1204912"/>
            <a:ext cx="12192000" cy="5653089"/>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1" name="Google Shape;21;p15"/>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2" name="Google Shape;22;p15"/>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24" name="Google Shape;24;p15"/>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5" name="Google Shape;25;p15"/>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6" name="Google Shape;26;p15"/>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1_Titelfolie_TUD_weiß" preserve="1">
  <p:cSld name="1_Titelfolie_TUD_weiß">
    <p:spTree>
      <p:nvGrpSpPr>
        <p:cNvPr id="1" name="Shape 27"/>
        <p:cNvGrpSpPr/>
        <p:nvPr/>
      </p:nvGrpSpPr>
      <p:grpSpPr>
        <a:xfrm>
          <a:off x="0" y="0"/>
          <a:ext cx="0" cy="0"/>
          <a:chOff x="0" y="0"/>
          <a:chExt cx="0" cy="0"/>
        </a:xfrm>
      </p:grpSpPr>
      <p:sp>
        <p:nvSpPr>
          <p:cNvPr id="28" name="Google Shape;28;p16"/>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9" name="Google Shape;29;p16"/>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6"/>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31" name="Google Shape;31;p16"/>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2" name="Google Shape;32;p16"/>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3" name="Google Shape;33;p16"/>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34" name="Google Shape;34;p1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21077"/>
            <a:ext cx="1468046" cy="548987"/>
          </a:xfrm>
          <a:prstGeom prst="rect">
            <a:avLst/>
          </a:prstGeom>
          <a:noFill/>
          <a:ln>
            <a:noFill/>
          </a:ln>
        </p:spPr>
      </p:pic>
      <p:pic>
        <p:nvPicPr>
          <p:cNvPr id="35" name="Google Shape;35;p1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2_Titel und ein Inhalt" preserve="1">
  <p:cSld name="2_Titel und ein Inhalt">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2400"/>
              <a:buFont typeface="Open Sans" panose="020B060603050402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874711" y="1484313"/>
            <a:ext cx="10580688" cy="4344987"/>
          </a:xfrm>
          <a:prstGeom prst="rect">
            <a:avLst/>
          </a:prstGeom>
          <a:noFill/>
          <a:ln>
            <a:noFill/>
          </a:ln>
        </p:spPr>
        <p:txBody>
          <a:bodyPr spcFirstLastPara="1" wrap="square" lIns="0" tIns="0" rIns="0" bIns="0" anchor="t" anchorCtr="0">
            <a:noAutofit/>
          </a:bodyPr>
          <a:lstStyle>
            <a:lvl1pPr marL="457200" lvl="0" indent="-228600" algn="l">
              <a:spcBef>
                <a:spcPts val="1200"/>
              </a:spcBef>
              <a:spcAft>
                <a:spcPts val="0"/>
              </a:spcAft>
              <a:buClr>
                <a:schemeClr val="accent1"/>
              </a:buClr>
              <a:buSzPts val="1600"/>
              <a:buNone/>
              <a:defRPr/>
            </a:lvl1pPr>
            <a:lvl2pPr marL="914400" lvl="1" indent="-228600" algn="l">
              <a:spcBef>
                <a:spcPts val="600"/>
              </a:spcBef>
              <a:spcAft>
                <a:spcPts val="0"/>
              </a:spcAft>
              <a:buClr>
                <a:schemeClr val="accent1"/>
              </a:buClr>
              <a:buSzPts val="1800"/>
              <a:buNone/>
              <a:defRPr/>
            </a:lvl2pPr>
            <a:lvl3pPr marL="1371600" lvl="2" indent="-330200" algn="l">
              <a:spcBef>
                <a:spcPts val="1200"/>
              </a:spcBef>
              <a:spcAft>
                <a:spcPts val="0"/>
              </a:spcAft>
              <a:buClr>
                <a:schemeClr val="accent1"/>
              </a:buClr>
              <a:buSzPts val="16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2_Titel und 2 Inhalte_" preserve="1">
  <p:cSld name="naveen">
    <p:spTree>
      <p:nvGrpSpPr>
        <p:cNvPr id="1" name="Shape 39"/>
        <p:cNvGrpSpPr/>
        <p:nvPr/>
      </p:nvGrpSpPr>
      <p:grpSpPr>
        <a:xfrm>
          <a:off x="0" y="0"/>
          <a:ext cx="0" cy="0"/>
          <a:chOff x="0" y="0"/>
          <a:chExt cx="0" cy="0"/>
        </a:xfrm>
      </p:grpSpPr>
      <p:sp>
        <p:nvSpPr>
          <p:cNvPr id="40" name="Google Shape;40;p1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8"/>
          <p:cNvSpPr txBox="1">
            <a:spLocks noGrp="1"/>
          </p:cNvSpPr>
          <p:nvPr>
            <p:ph type="body" idx="1"/>
          </p:nvPr>
        </p:nvSpPr>
        <p:spPr>
          <a:xfrm>
            <a:off x="874713"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2" name="Google Shape;42;p18"/>
          <p:cNvSpPr txBox="1">
            <a:spLocks noGrp="1"/>
          </p:cNvSpPr>
          <p:nvPr>
            <p:ph type="body" idx="2"/>
          </p:nvPr>
        </p:nvSpPr>
        <p:spPr>
          <a:xfrm>
            <a:off x="6267450"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matchingName="1_Titelfolie_TUD_blau" preserve="1">
  <p:cSld name="1_Titelfolie_TUD_blau">
    <p:spTree>
      <p:nvGrpSpPr>
        <p:cNvPr id="1" name="Shape 43"/>
        <p:cNvGrpSpPr/>
        <p:nvPr/>
      </p:nvGrpSpPr>
      <p:grpSpPr>
        <a:xfrm>
          <a:off x="0" y="0"/>
          <a:ext cx="0" cy="0"/>
          <a:chOff x="0" y="0"/>
          <a:chExt cx="0" cy="0"/>
        </a:xfrm>
      </p:grpSpPr>
      <p:sp>
        <p:nvSpPr>
          <p:cNvPr id="44" name="Google Shape;44;p19"/>
          <p:cNvSpPr/>
          <p:nvPr/>
        </p:nvSpPr>
        <p:spPr>
          <a:xfrm>
            <a:off x="0" y="0"/>
            <a:ext cx="12192000" cy="685800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pic>
        <p:nvPicPr>
          <p:cNvPr id="45" name="Google Shape;45;p19"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7694" y="329323"/>
            <a:ext cx="1463906" cy="543600"/>
          </a:xfrm>
          <a:prstGeom prst="rect">
            <a:avLst/>
          </a:prstGeom>
          <a:noFill/>
          <a:ln>
            <a:noFill/>
          </a:ln>
        </p:spPr>
      </p:pic>
      <p:pic>
        <p:nvPicPr>
          <p:cNvPr id="46" name="Google Shape;46;p19"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9731"/>
            <a:ext cx="1765029" cy="514800"/>
          </a:xfrm>
          <a:prstGeom prst="rect">
            <a:avLst/>
          </a:prstGeom>
          <a:noFill/>
          <a:ln>
            <a:noFill/>
          </a:ln>
        </p:spPr>
      </p:pic>
      <p:sp>
        <p:nvSpPr>
          <p:cNvPr id="47" name="Google Shape;47;p19"/>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8" name="Google Shape;48;p19"/>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9"/>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0" name="Google Shape;50;p19"/>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1" name="Google Shape;51;p19"/>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2" name="Google Shape;52;p19"/>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matchingName="1_Titelfolie_TUD_blauverlauf" preserve="1">
  <p:cSld name="1_Titelfolie_TUD_blauverlauf">
    <p:spTree>
      <p:nvGrpSpPr>
        <p:cNvPr id="1" name="Shape 53"/>
        <p:cNvGrpSpPr/>
        <p:nvPr/>
      </p:nvGrpSpPr>
      <p:grpSpPr>
        <a:xfrm>
          <a:off x="0" y="0"/>
          <a:ext cx="0" cy="0"/>
          <a:chOff x="0" y="0"/>
          <a:chExt cx="0" cy="0"/>
        </a:xfrm>
      </p:grpSpPr>
      <p:sp>
        <p:nvSpPr>
          <p:cNvPr id="54" name="Google Shape;54;p20"/>
          <p:cNvSpPr/>
          <p:nvPr/>
        </p:nvSpPr>
        <p:spPr>
          <a:xfrm>
            <a:off x="0" y="0"/>
            <a:ext cx="12192000" cy="6858001"/>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55" name="Google Shape;55;p20"/>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6" name="Google Shape;56;p20"/>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0"/>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8" name="Google Shape;58;p20"/>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9" name="Google Shape;59;p20"/>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60" name="Google Shape;60;p20"/>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61" name="Google Shape;61;p20"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7694" y="329323"/>
            <a:ext cx="1463906" cy="543600"/>
          </a:xfrm>
          <a:prstGeom prst="rect">
            <a:avLst/>
          </a:prstGeom>
          <a:noFill/>
          <a:ln>
            <a:noFill/>
          </a:ln>
        </p:spPr>
      </p:pic>
      <p:pic>
        <p:nvPicPr>
          <p:cNvPr id="62" name="Google Shape;62;p20"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9731"/>
            <a:ext cx="1765029" cy="51480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matchingName="2_Titelfolie_TUD_Foto_a" preserve="1">
  <p:cSld name="2_Titelfolie_TUD_Foto_a">
    <p:spTree>
      <p:nvGrpSpPr>
        <p:cNvPr id="1" name="Shape 63"/>
        <p:cNvGrpSpPr/>
        <p:nvPr/>
      </p:nvGrpSpPr>
      <p:grpSpPr>
        <a:xfrm>
          <a:off x="0" y="0"/>
          <a:ext cx="0" cy="0"/>
          <a:chOff x="0" y="0"/>
          <a:chExt cx="0" cy="0"/>
        </a:xfrm>
      </p:grpSpPr>
      <p:sp>
        <p:nvSpPr>
          <p:cNvPr id="64" name="Google Shape;64;p21"/>
          <p:cNvSpPr>
            <a:spLocks noGrp="1"/>
          </p:cNvSpPr>
          <p:nvPr>
            <p:ph type="pic" idx="2"/>
          </p:nvPr>
        </p:nvSpPr>
        <p:spPr>
          <a:xfrm>
            <a:off x="0" y="0"/>
            <a:ext cx="12192000" cy="6858000"/>
          </a:xfrm>
          <a:prstGeom prst="rect">
            <a:avLst/>
          </a:prstGeom>
          <a:solidFill>
            <a:srgbClr val="F2F2F2"/>
          </a:solidFill>
          <a:ln>
            <a:noFill/>
          </a:ln>
        </p:spPr>
      </p:sp>
      <p:grpSp>
        <p:nvGrpSpPr>
          <p:cNvPr id="65" name="Google Shape;65;p21"/>
          <p:cNvGrpSpPr/>
          <p:nvPr/>
        </p:nvGrpSpPr>
        <p:grpSpPr>
          <a:xfrm>
            <a:off x="10411983" y="326258"/>
            <a:ext cx="1467221" cy="557364"/>
            <a:chOff x="13050" y="-8950"/>
            <a:chExt cx="2996775" cy="3035750"/>
          </a:xfrm>
        </p:grpSpPr>
        <p:sp>
          <p:nvSpPr>
            <p:cNvPr id="66" name="Google Shape;66;p21"/>
            <p:cNvSpPr/>
            <p:nvPr/>
          </p:nvSpPr>
          <p:spPr>
            <a:xfrm>
              <a:off x="13050" y="1830350"/>
              <a:ext cx="130750" cy="473225"/>
            </a:xfrm>
            <a:custGeom>
              <a:avLst/>
              <a:gdLst/>
              <a:ahLst/>
              <a:cxnLst/>
              <a:rect l="l" t="t" r="r" b="b"/>
              <a:pathLst>
                <a:path w="5230" h="18929" extrusionOk="0">
                  <a:moveTo>
                    <a:pt x="3007" y="0"/>
                  </a:moveTo>
                  <a:cubicBezTo>
                    <a:pt x="1439" y="0"/>
                    <a:pt x="1" y="2500"/>
                    <a:pt x="1" y="9643"/>
                  </a:cubicBezTo>
                  <a:cubicBezTo>
                    <a:pt x="1" y="16429"/>
                    <a:pt x="1439" y="18929"/>
                    <a:pt x="3007" y="18929"/>
                  </a:cubicBezTo>
                  <a:cubicBezTo>
                    <a:pt x="3922" y="18929"/>
                    <a:pt x="4707" y="18215"/>
                    <a:pt x="5230" y="16786"/>
                  </a:cubicBezTo>
                  <a:cubicBezTo>
                    <a:pt x="5230" y="16786"/>
                    <a:pt x="5230" y="16786"/>
                    <a:pt x="4315" y="14286"/>
                  </a:cubicBezTo>
                  <a:cubicBezTo>
                    <a:pt x="3922" y="15357"/>
                    <a:pt x="3530" y="16072"/>
                    <a:pt x="3007" y="16072"/>
                  </a:cubicBezTo>
                  <a:cubicBezTo>
                    <a:pt x="2485" y="16072"/>
                    <a:pt x="2092" y="15357"/>
                    <a:pt x="1831" y="14286"/>
                  </a:cubicBezTo>
                  <a:cubicBezTo>
                    <a:pt x="1439" y="13215"/>
                    <a:pt x="1308" y="11786"/>
                    <a:pt x="1308" y="9643"/>
                  </a:cubicBezTo>
                  <a:cubicBezTo>
                    <a:pt x="1308" y="7500"/>
                    <a:pt x="1439" y="6072"/>
                    <a:pt x="1831" y="5000"/>
                  </a:cubicBezTo>
                  <a:cubicBezTo>
                    <a:pt x="2092" y="3929"/>
                    <a:pt x="2485" y="3215"/>
                    <a:pt x="3007" y="3215"/>
                  </a:cubicBezTo>
                  <a:cubicBezTo>
                    <a:pt x="3530" y="3215"/>
                    <a:pt x="3922" y="3929"/>
                    <a:pt x="4315" y="5000"/>
                  </a:cubicBezTo>
                  <a:cubicBezTo>
                    <a:pt x="4315" y="5000"/>
                    <a:pt x="4315" y="5000"/>
                    <a:pt x="5230" y="2500"/>
                  </a:cubicBezTo>
                  <a:cubicBezTo>
                    <a:pt x="4707" y="715"/>
                    <a:pt x="3922" y="0"/>
                    <a:pt x="300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1"/>
            <p:cNvSpPr/>
            <p:nvPr/>
          </p:nvSpPr>
          <p:spPr>
            <a:xfrm>
              <a:off x="209150" y="1821425"/>
              <a:ext cx="143800" cy="482150"/>
            </a:xfrm>
            <a:custGeom>
              <a:avLst/>
              <a:gdLst/>
              <a:ahLst/>
              <a:cxnLst/>
              <a:rect l="l" t="t" r="r" b="b"/>
              <a:pathLst>
                <a:path w="5752" h="19286" extrusionOk="0">
                  <a:moveTo>
                    <a:pt x="2876" y="3572"/>
                  </a:moveTo>
                  <a:cubicBezTo>
                    <a:pt x="3137" y="3572"/>
                    <a:pt x="3529" y="3929"/>
                    <a:pt x="3791" y="4643"/>
                  </a:cubicBezTo>
                  <a:cubicBezTo>
                    <a:pt x="4183" y="5714"/>
                    <a:pt x="4314" y="7857"/>
                    <a:pt x="4314" y="9643"/>
                  </a:cubicBezTo>
                  <a:cubicBezTo>
                    <a:pt x="4314" y="11786"/>
                    <a:pt x="4183" y="13572"/>
                    <a:pt x="3791" y="15000"/>
                  </a:cubicBezTo>
                  <a:cubicBezTo>
                    <a:pt x="3660" y="15714"/>
                    <a:pt x="3268" y="16072"/>
                    <a:pt x="2876" y="16072"/>
                  </a:cubicBezTo>
                  <a:cubicBezTo>
                    <a:pt x="2353" y="16072"/>
                    <a:pt x="2092" y="15714"/>
                    <a:pt x="1830" y="15000"/>
                  </a:cubicBezTo>
                  <a:cubicBezTo>
                    <a:pt x="1438" y="13572"/>
                    <a:pt x="1307" y="11786"/>
                    <a:pt x="1307" y="9643"/>
                  </a:cubicBezTo>
                  <a:cubicBezTo>
                    <a:pt x="1307" y="7857"/>
                    <a:pt x="1438" y="5714"/>
                    <a:pt x="1830" y="4643"/>
                  </a:cubicBezTo>
                  <a:cubicBezTo>
                    <a:pt x="2092" y="3929"/>
                    <a:pt x="2353" y="3572"/>
                    <a:pt x="2876" y="3572"/>
                  </a:cubicBezTo>
                  <a:close/>
                  <a:moveTo>
                    <a:pt x="2876" y="0"/>
                  </a:moveTo>
                  <a:cubicBezTo>
                    <a:pt x="1830" y="0"/>
                    <a:pt x="1307" y="1072"/>
                    <a:pt x="784" y="2143"/>
                  </a:cubicBezTo>
                  <a:cubicBezTo>
                    <a:pt x="131" y="4286"/>
                    <a:pt x="0" y="6429"/>
                    <a:pt x="0" y="9643"/>
                  </a:cubicBezTo>
                  <a:cubicBezTo>
                    <a:pt x="0" y="12857"/>
                    <a:pt x="131" y="15357"/>
                    <a:pt x="784" y="17143"/>
                  </a:cubicBezTo>
                  <a:cubicBezTo>
                    <a:pt x="1176" y="18572"/>
                    <a:pt x="1830" y="19286"/>
                    <a:pt x="2876" y="19286"/>
                  </a:cubicBezTo>
                  <a:cubicBezTo>
                    <a:pt x="3660" y="19286"/>
                    <a:pt x="4444" y="18572"/>
                    <a:pt x="4837" y="17143"/>
                  </a:cubicBezTo>
                  <a:cubicBezTo>
                    <a:pt x="5490" y="15357"/>
                    <a:pt x="5621" y="12857"/>
                    <a:pt x="5752" y="9643"/>
                  </a:cubicBezTo>
                  <a:cubicBezTo>
                    <a:pt x="5752" y="6429"/>
                    <a:pt x="5490" y="4286"/>
                    <a:pt x="4837" y="2143"/>
                  </a:cubicBezTo>
                  <a:cubicBezTo>
                    <a:pt x="4444" y="1072"/>
                    <a:pt x="3791" y="0"/>
                    <a:pt x="2876"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1"/>
            <p:cNvSpPr/>
            <p:nvPr/>
          </p:nvSpPr>
          <p:spPr>
            <a:xfrm>
              <a:off x="431350" y="1821425"/>
              <a:ext cx="137300" cy="482150"/>
            </a:xfrm>
            <a:custGeom>
              <a:avLst/>
              <a:gdLst/>
              <a:ahLst/>
              <a:cxnLst/>
              <a:rect l="l" t="t" r="r" b="b"/>
              <a:pathLst>
                <a:path w="5492" h="19286" extrusionOk="0">
                  <a:moveTo>
                    <a:pt x="3138" y="0"/>
                  </a:moveTo>
                  <a:cubicBezTo>
                    <a:pt x="2485" y="0"/>
                    <a:pt x="1831" y="714"/>
                    <a:pt x="1308" y="2143"/>
                  </a:cubicBezTo>
                  <a:cubicBezTo>
                    <a:pt x="1308" y="2143"/>
                    <a:pt x="1308" y="2143"/>
                    <a:pt x="1308" y="357"/>
                  </a:cubicBezTo>
                  <a:lnTo>
                    <a:pt x="1" y="357"/>
                  </a:lnTo>
                  <a:cubicBezTo>
                    <a:pt x="1" y="357"/>
                    <a:pt x="1" y="357"/>
                    <a:pt x="1" y="19286"/>
                  </a:cubicBezTo>
                  <a:lnTo>
                    <a:pt x="1308" y="19286"/>
                  </a:lnTo>
                  <a:cubicBezTo>
                    <a:pt x="1308" y="19286"/>
                    <a:pt x="1308" y="19286"/>
                    <a:pt x="1308" y="7857"/>
                  </a:cubicBezTo>
                  <a:cubicBezTo>
                    <a:pt x="1308" y="5000"/>
                    <a:pt x="1962" y="3572"/>
                    <a:pt x="2746" y="3572"/>
                  </a:cubicBezTo>
                  <a:cubicBezTo>
                    <a:pt x="3530" y="3572"/>
                    <a:pt x="4184" y="4643"/>
                    <a:pt x="4184" y="7857"/>
                  </a:cubicBezTo>
                  <a:cubicBezTo>
                    <a:pt x="4184" y="7857"/>
                    <a:pt x="4184" y="7857"/>
                    <a:pt x="4184" y="19286"/>
                  </a:cubicBezTo>
                  <a:lnTo>
                    <a:pt x="5491" y="19286"/>
                  </a:lnTo>
                  <a:cubicBezTo>
                    <a:pt x="5491" y="19286"/>
                    <a:pt x="5491" y="19286"/>
                    <a:pt x="5491" y="7143"/>
                  </a:cubicBezTo>
                  <a:cubicBezTo>
                    <a:pt x="5491" y="5000"/>
                    <a:pt x="5360" y="3214"/>
                    <a:pt x="4838" y="1786"/>
                  </a:cubicBezTo>
                  <a:cubicBezTo>
                    <a:pt x="4445" y="714"/>
                    <a:pt x="392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1"/>
            <p:cNvSpPr/>
            <p:nvPr/>
          </p:nvSpPr>
          <p:spPr>
            <a:xfrm>
              <a:off x="643775" y="1830350"/>
              <a:ext cx="134025" cy="473225"/>
            </a:xfrm>
            <a:custGeom>
              <a:avLst/>
              <a:gdLst/>
              <a:ahLst/>
              <a:cxnLst/>
              <a:rect l="l" t="t" r="r" b="b"/>
              <a:pathLst>
                <a:path w="5361" h="18929" extrusionOk="0">
                  <a:moveTo>
                    <a:pt x="3138" y="0"/>
                  </a:moveTo>
                  <a:cubicBezTo>
                    <a:pt x="1569" y="0"/>
                    <a:pt x="1" y="2500"/>
                    <a:pt x="1" y="9643"/>
                  </a:cubicBezTo>
                  <a:cubicBezTo>
                    <a:pt x="1" y="16429"/>
                    <a:pt x="1569" y="18929"/>
                    <a:pt x="3138" y="18929"/>
                  </a:cubicBezTo>
                  <a:cubicBezTo>
                    <a:pt x="4053" y="18929"/>
                    <a:pt x="4707" y="18215"/>
                    <a:pt x="5360" y="16786"/>
                  </a:cubicBezTo>
                  <a:cubicBezTo>
                    <a:pt x="5360" y="16786"/>
                    <a:pt x="5360" y="16786"/>
                    <a:pt x="4445" y="14286"/>
                  </a:cubicBezTo>
                  <a:cubicBezTo>
                    <a:pt x="4053" y="15357"/>
                    <a:pt x="3661" y="16072"/>
                    <a:pt x="3138" y="16072"/>
                  </a:cubicBezTo>
                  <a:cubicBezTo>
                    <a:pt x="2615" y="16072"/>
                    <a:pt x="2223" y="15357"/>
                    <a:pt x="1831" y="14286"/>
                  </a:cubicBezTo>
                  <a:cubicBezTo>
                    <a:pt x="1569" y="13215"/>
                    <a:pt x="1439" y="11786"/>
                    <a:pt x="1439" y="9643"/>
                  </a:cubicBezTo>
                  <a:cubicBezTo>
                    <a:pt x="1439" y="7500"/>
                    <a:pt x="1569" y="6072"/>
                    <a:pt x="1831" y="5000"/>
                  </a:cubicBezTo>
                  <a:cubicBezTo>
                    <a:pt x="2092" y="3929"/>
                    <a:pt x="2615" y="3215"/>
                    <a:pt x="3138" y="3215"/>
                  </a:cubicBezTo>
                  <a:cubicBezTo>
                    <a:pt x="3661" y="3215"/>
                    <a:pt x="4053" y="3929"/>
                    <a:pt x="4445" y="5000"/>
                  </a:cubicBezTo>
                  <a:cubicBezTo>
                    <a:pt x="4445" y="5000"/>
                    <a:pt x="4445" y="5000"/>
                    <a:pt x="5360" y="2500"/>
                  </a:cubicBezTo>
                  <a:cubicBezTo>
                    <a:pt x="4707" y="715"/>
                    <a:pt x="4053"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1"/>
            <p:cNvSpPr/>
            <p:nvPr/>
          </p:nvSpPr>
          <p:spPr>
            <a:xfrm>
              <a:off x="839850" y="1830350"/>
              <a:ext cx="147100" cy="482150"/>
            </a:xfrm>
            <a:custGeom>
              <a:avLst/>
              <a:gdLst/>
              <a:ahLst/>
              <a:cxnLst/>
              <a:rect l="l" t="t" r="r" b="b"/>
              <a:pathLst>
                <a:path w="5884" h="19286" extrusionOk="0">
                  <a:moveTo>
                    <a:pt x="2877" y="2857"/>
                  </a:moveTo>
                  <a:cubicBezTo>
                    <a:pt x="3530" y="2857"/>
                    <a:pt x="4053" y="3929"/>
                    <a:pt x="4314" y="5357"/>
                  </a:cubicBezTo>
                  <a:cubicBezTo>
                    <a:pt x="4314" y="6072"/>
                    <a:pt x="4445" y="6786"/>
                    <a:pt x="4445" y="7857"/>
                  </a:cubicBezTo>
                  <a:lnTo>
                    <a:pt x="1439" y="7857"/>
                  </a:lnTo>
                  <a:cubicBezTo>
                    <a:pt x="1439" y="6786"/>
                    <a:pt x="1439" y="6072"/>
                    <a:pt x="1569" y="5357"/>
                  </a:cubicBezTo>
                  <a:cubicBezTo>
                    <a:pt x="1700" y="3929"/>
                    <a:pt x="2223" y="2857"/>
                    <a:pt x="2877" y="2857"/>
                  </a:cubicBezTo>
                  <a:close/>
                  <a:moveTo>
                    <a:pt x="2877" y="0"/>
                  </a:moveTo>
                  <a:cubicBezTo>
                    <a:pt x="1177" y="0"/>
                    <a:pt x="1" y="3572"/>
                    <a:pt x="1" y="9643"/>
                  </a:cubicBezTo>
                  <a:cubicBezTo>
                    <a:pt x="1" y="16786"/>
                    <a:pt x="1308" y="19286"/>
                    <a:pt x="3007" y="19286"/>
                  </a:cubicBezTo>
                  <a:cubicBezTo>
                    <a:pt x="4314" y="19286"/>
                    <a:pt x="4968" y="18215"/>
                    <a:pt x="5622" y="16072"/>
                  </a:cubicBezTo>
                  <a:cubicBezTo>
                    <a:pt x="5622" y="16072"/>
                    <a:pt x="5622" y="16072"/>
                    <a:pt x="4707" y="13929"/>
                  </a:cubicBezTo>
                  <a:cubicBezTo>
                    <a:pt x="4314" y="15357"/>
                    <a:pt x="3792" y="15715"/>
                    <a:pt x="3007" y="15715"/>
                  </a:cubicBezTo>
                  <a:cubicBezTo>
                    <a:pt x="1962" y="15715"/>
                    <a:pt x="1308" y="13929"/>
                    <a:pt x="1308" y="10357"/>
                  </a:cubicBezTo>
                  <a:lnTo>
                    <a:pt x="5883" y="10357"/>
                  </a:lnTo>
                  <a:cubicBezTo>
                    <a:pt x="5883" y="10357"/>
                    <a:pt x="5883" y="10357"/>
                    <a:pt x="5883" y="8929"/>
                  </a:cubicBezTo>
                  <a:cubicBezTo>
                    <a:pt x="5883" y="3929"/>
                    <a:pt x="4707" y="0"/>
                    <a:pt x="287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1"/>
            <p:cNvSpPr/>
            <p:nvPr/>
          </p:nvSpPr>
          <p:spPr>
            <a:xfrm>
              <a:off x="1062075" y="1821425"/>
              <a:ext cx="140550" cy="669650"/>
            </a:xfrm>
            <a:custGeom>
              <a:avLst/>
              <a:gdLst/>
              <a:ahLst/>
              <a:cxnLst/>
              <a:rect l="l" t="t" r="r" b="b"/>
              <a:pathLst>
                <a:path w="5622" h="26786" extrusionOk="0">
                  <a:moveTo>
                    <a:pt x="2746" y="3572"/>
                  </a:moveTo>
                  <a:cubicBezTo>
                    <a:pt x="4053" y="3572"/>
                    <a:pt x="4314" y="6429"/>
                    <a:pt x="4184" y="9643"/>
                  </a:cubicBezTo>
                  <a:cubicBezTo>
                    <a:pt x="4184" y="12857"/>
                    <a:pt x="4053" y="16072"/>
                    <a:pt x="2746" y="16072"/>
                  </a:cubicBezTo>
                  <a:cubicBezTo>
                    <a:pt x="1569" y="16072"/>
                    <a:pt x="1308" y="12857"/>
                    <a:pt x="1308" y="9643"/>
                  </a:cubicBezTo>
                  <a:cubicBezTo>
                    <a:pt x="1308" y="6429"/>
                    <a:pt x="1569" y="3572"/>
                    <a:pt x="2746" y="3572"/>
                  </a:cubicBezTo>
                  <a:close/>
                  <a:moveTo>
                    <a:pt x="3138" y="0"/>
                  </a:moveTo>
                  <a:cubicBezTo>
                    <a:pt x="2484" y="0"/>
                    <a:pt x="1831" y="714"/>
                    <a:pt x="1308" y="2143"/>
                  </a:cubicBezTo>
                  <a:cubicBezTo>
                    <a:pt x="1308" y="2143"/>
                    <a:pt x="1308" y="2143"/>
                    <a:pt x="1308" y="357"/>
                  </a:cubicBezTo>
                  <a:lnTo>
                    <a:pt x="1" y="357"/>
                  </a:lnTo>
                  <a:cubicBezTo>
                    <a:pt x="1" y="357"/>
                    <a:pt x="1" y="357"/>
                    <a:pt x="1" y="26786"/>
                  </a:cubicBezTo>
                  <a:lnTo>
                    <a:pt x="1308" y="26786"/>
                  </a:lnTo>
                  <a:cubicBezTo>
                    <a:pt x="1308" y="26786"/>
                    <a:pt x="1308" y="26786"/>
                    <a:pt x="1308" y="17143"/>
                  </a:cubicBezTo>
                  <a:cubicBezTo>
                    <a:pt x="1831" y="18929"/>
                    <a:pt x="2484" y="19286"/>
                    <a:pt x="3138" y="19286"/>
                  </a:cubicBezTo>
                  <a:cubicBezTo>
                    <a:pt x="3792" y="19286"/>
                    <a:pt x="4445" y="18572"/>
                    <a:pt x="4837" y="17857"/>
                  </a:cubicBezTo>
                  <a:cubicBezTo>
                    <a:pt x="5622" y="15714"/>
                    <a:pt x="5622" y="12500"/>
                    <a:pt x="5622" y="9643"/>
                  </a:cubicBezTo>
                  <a:cubicBezTo>
                    <a:pt x="5622" y="6786"/>
                    <a:pt x="5491" y="3572"/>
                    <a:pt x="4837" y="1786"/>
                  </a:cubicBezTo>
                  <a:cubicBezTo>
                    <a:pt x="4445" y="714"/>
                    <a:pt x="379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1"/>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429"/>
                    <a:pt x="1308" y="24286"/>
                    <a:pt x="2615" y="24286"/>
                  </a:cubicBezTo>
                  <a:lnTo>
                    <a:pt x="3400" y="24286"/>
                  </a:lnTo>
                  <a:cubicBezTo>
                    <a:pt x="3400" y="24286"/>
                    <a:pt x="3400" y="24286"/>
                    <a:pt x="3400" y="20714"/>
                  </a:cubicBezTo>
                  <a:lnTo>
                    <a:pt x="2877" y="20714"/>
                  </a:lnTo>
                  <a:cubicBezTo>
                    <a:pt x="2354" y="20714"/>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1"/>
            <p:cNvSpPr/>
            <p:nvPr/>
          </p:nvSpPr>
          <p:spPr>
            <a:xfrm>
              <a:off x="16325" y="723200"/>
              <a:ext cx="173225" cy="651800"/>
            </a:xfrm>
            <a:custGeom>
              <a:avLst/>
              <a:gdLst/>
              <a:ahLst/>
              <a:cxnLst/>
              <a:rect l="l" t="t" r="r" b="b"/>
              <a:pathLst>
                <a:path w="6929" h="26072" extrusionOk="0">
                  <a:moveTo>
                    <a:pt x="3269" y="3572"/>
                  </a:moveTo>
                  <a:cubicBezTo>
                    <a:pt x="3922" y="3572"/>
                    <a:pt x="4445" y="3929"/>
                    <a:pt x="4837" y="5358"/>
                  </a:cubicBezTo>
                  <a:cubicBezTo>
                    <a:pt x="5360" y="6786"/>
                    <a:pt x="5360" y="9286"/>
                    <a:pt x="5360" y="13215"/>
                  </a:cubicBezTo>
                  <a:cubicBezTo>
                    <a:pt x="5360" y="16786"/>
                    <a:pt x="5360" y="19643"/>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072"/>
                  </a:cubicBezTo>
                  <a:lnTo>
                    <a:pt x="3399" y="26072"/>
                  </a:lnTo>
                  <a:cubicBezTo>
                    <a:pt x="4314" y="26072"/>
                    <a:pt x="5229" y="25358"/>
                    <a:pt x="5883" y="23929"/>
                  </a:cubicBezTo>
                  <a:cubicBezTo>
                    <a:pt x="6929" y="21072"/>
                    <a:pt x="6929" y="16786"/>
                    <a:pt x="6929" y="12858"/>
                  </a:cubicBezTo>
                  <a:cubicBezTo>
                    <a:pt x="6929" y="8929"/>
                    <a:pt x="6929" y="5358"/>
                    <a:pt x="5883" y="2501"/>
                  </a:cubicBezTo>
                  <a:cubicBezTo>
                    <a:pt x="5229" y="715"/>
                    <a:pt x="431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1"/>
            <p:cNvSpPr/>
            <p:nvPr/>
          </p:nvSpPr>
          <p:spPr>
            <a:xfrm>
              <a:off x="274500" y="723200"/>
              <a:ext cx="173225" cy="660750"/>
            </a:xfrm>
            <a:custGeom>
              <a:avLst/>
              <a:gdLst/>
              <a:ahLst/>
              <a:cxnLst/>
              <a:rect l="l" t="t" r="r" b="b"/>
              <a:pathLst>
                <a:path w="6929" h="26430" extrusionOk="0">
                  <a:moveTo>
                    <a:pt x="3530" y="3572"/>
                  </a:moveTo>
                  <a:cubicBezTo>
                    <a:pt x="4576" y="3572"/>
                    <a:pt x="5229" y="5001"/>
                    <a:pt x="5229" y="7501"/>
                  </a:cubicBezTo>
                  <a:cubicBezTo>
                    <a:pt x="5229" y="10358"/>
                    <a:pt x="4576" y="11786"/>
                    <a:pt x="3530" y="11786"/>
                  </a:cubicBezTo>
                  <a:lnTo>
                    <a:pt x="1308" y="11786"/>
                  </a:lnTo>
                  <a:cubicBezTo>
                    <a:pt x="1308" y="11786"/>
                    <a:pt x="1308" y="11786"/>
                    <a:pt x="1308" y="3572"/>
                  </a:cubicBezTo>
                  <a:close/>
                  <a:moveTo>
                    <a:pt x="0" y="1"/>
                  </a:moveTo>
                  <a:cubicBezTo>
                    <a:pt x="0" y="1"/>
                    <a:pt x="0" y="1"/>
                    <a:pt x="0" y="26429"/>
                  </a:cubicBezTo>
                  <a:lnTo>
                    <a:pt x="1438" y="26429"/>
                  </a:lnTo>
                  <a:cubicBezTo>
                    <a:pt x="1438" y="26429"/>
                    <a:pt x="1438" y="26429"/>
                    <a:pt x="1438" y="15358"/>
                  </a:cubicBezTo>
                  <a:lnTo>
                    <a:pt x="3268" y="15358"/>
                  </a:lnTo>
                  <a:cubicBezTo>
                    <a:pt x="3268" y="15358"/>
                    <a:pt x="3268" y="15358"/>
                    <a:pt x="5229" y="26429"/>
                  </a:cubicBezTo>
                  <a:lnTo>
                    <a:pt x="6928" y="26429"/>
                  </a:lnTo>
                  <a:cubicBezTo>
                    <a:pt x="6928" y="26429"/>
                    <a:pt x="6928" y="26429"/>
                    <a:pt x="4706" y="14643"/>
                  </a:cubicBezTo>
                  <a:cubicBezTo>
                    <a:pt x="5752" y="13929"/>
                    <a:pt x="6667" y="11429"/>
                    <a:pt x="6667" y="7501"/>
                  </a:cubicBezTo>
                  <a:cubicBezTo>
                    <a:pt x="6667" y="3215"/>
                    <a:pt x="5491" y="1"/>
                    <a:pt x="3661"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1"/>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p:nvPr/>
          </p:nvSpPr>
          <p:spPr>
            <a:xfrm>
              <a:off x="751625" y="723200"/>
              <a:ext cx="173225" cy="660750"/>
            </a:xfrm>
            <a:custGeom>
              <a:avLst/>
              <a:gdLst/>
              <a:ahLst/>
              <a:cxnLst/>
              <a:rect l="l" t="t" r="r" b="b"/>
              <a:pathLst>
                <a:path w="6929" h="26430" extrusionOk="0">
                  <a:moveTo>
                    <a:pt x="3530" y="1"/>
                  </a:moveTo>
                  <a:cubicBezTo>
                    <a:pt x="1569" y="1"/>
                    <a:pt x="262" y="3215"/>
                    <a:pt x="262" y="7501"/>
                  </a:cubicBezTo>
                  <a:cubicBezTo>
                    <a:pt x="262" y="9643"/>
                    <a:pt x="523" y="11429"/>
                    <a:pt x="1046" y="12501"/>
                  </a:cubicBezTo>
                  <a:cubicBezTo>
                    <a:pt x="1438" y="13929"/>
                    <a:pt x="2092" y="14643"/>
                    <a:pt x="2876" y="14643"/>
                  </a:cubicBezTo>
                  <a:cubicBezTo>
                    <a:pt x="2876" y="14643"/>
                    <a:pt x="2876" y="14643"/>
                    <a:pt x="3922" y="15358"/>
                  </a:cubicBezTo>
                  <a:cubicBezTo>
                    <a:pt x="4576" y="15358"/>
                    <a:pt x="4706" y="15715"/>
                    <a:pt x="4968" y="16429"/>
                  </a:cubicBezTo>
                  <a:cubicBezTo>
                    <a:pt x="5229" y="16786"/>
                    <a:pt x="5360" y="17858"/>
                    <a:pt x="5360" y="18929"/>
                  </a:cubicBezTo>
                  <a:cubicBezTo>
                    <a:pt x="5360" y="21786"/>
                    <a:pt x="4706" y="23215"/>
                    <a:pt x="3399" y="23215"/>
                  </a:cubicBezTo>
                  <a:cubicBezTo>
                    <a:pt x="2353" y="23215"/>
                    <a:pt x="1700" y="22501"/>
                    <a:pt x="915" y="20358"/>
                  </a:cubicBezTo>
                  <a:cubicBezTo>
                    <a:pt x="915" y="20358"/>
                    <a:pt x="915" y="20358"/>
                    <a:pt x="0" y="23215"/>
                  </a:cubicBezTo>
                  <a:cubicBezTo>
                    <a:pt x="785" y="25715"/>
                    <a:pt x="1830" y="26429"/>
                    <a:pt x="3399" y="26429"/>
                  </a:cubicBezTo>
                  <a:cubicBezTo>
                    <a:pt x="5360" y="26429"/>
                    <a:pt x="6798" y="23572"/>
                    <a:pt x="6928" y="19286"/>
                  </a:cubicBezTo>
                  <a:cubicBezTo>
                    <a:pt x="6928" y="16786"/>
                    <a:pt x="6667" y="15001"/>
                    <a:pt x="6144" y="13929"/>
                  </a:cubicBezTo>
                  <a:cubicBezTo>
                    <a:pt x="5752" y="12858"/>
                    <a:pt x="5229" y="12143"/>
                    <a:pt x="4314" y="11786"/>
                  </a:cubicBezTo>
                  <a:cubicBezTo>
                    <a:pt x="4314" y="11786"/>
                    <a:pt x="4314" y="11786"/>
                    <a:pt x="3138" y="11429"/>
                  </a:cubicBezTo>
                  <a:cubicBezTo>
                    <a:pt x="2745" y="11072"/>
                    <a:pt x="2353" y="10715"/>
                    <a:pt x="2092" y="10001"/>
                  </a:cubicBezTo>
                  <a:cubicBezTo>
                    <a:pt x="1830" y="9643"/>
                    <a:pt x="1700" y="8572"/>
                    <a:pt x="1700" y="7501"/>
                  </a:cubicBezTo>
                  <a:cubicBezTo>
                    <a:pt x="1700" y="5358"/>
                    <a:pt x="2353" y="3572"/>
                    <a:pt x="3530" y="3572"/>
                  </a:cubicBezTo>
                  <a:cubicBezTo>
                    <a:pt x="4314" y="3572"/>
                    <a:pt x="4968" y="3929"/>
                    <a:pt x="5621" y="5358"/>
                  </a:cubicBezTo>
                  <a:cubicBezTo>
                    <a:pt x="5621" y="5358"/>
                    <a:pt x="5621" y="5358"/>
                    <a:pt x="6536" y="2858"/>
                  </a:cubicBezTo>
                  <a:cubicBezTo>
                    <a:pt x="5752" y="715"/>
                    <a:pt x="4837" y="1"/>
                    <a:pt x="3530"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1"/>
            <p:cNvSpPr/>
            <p:nvPr/>
          </p:nvSpPr>
          <p:spPr>
            <a:xfrm>
              <a:off x="1000000" y="723200"/>
              <a:ext cx="173350" cy="651800"/>
            </a:xfrm>
            <a:custGeom>
              <a:avLst/>
              <a:gdLst/>
              <a:ahLst/>
              <a:cxnLst/>
              <a:rect l="l" t="t" r="r" b="b"/>
              <a:pathLst>
                <a:path w="6934" h="26072" extrusionOk="0">
                  <a:moveTo>
                    <a:pt x="3399" y="3572"/>
                  </a:moveTo>
                  <a:cubicBezTo>
                    <a:pt x="4052" y="3572"/>
                    <a:pt x="4575" y="3929"/>
                    <a:pt x="4967" y="5358"/>
                  </a:cubicBezTo>
                  <a:cubicBezTo>
                    <a:pt x="5490" y="6786"/>
                    <a:pt x="5490" y="9286"/>
                    <a:pt x="5490" y="13215"/>
                  </a:cubicBezTo>
                  <a:cubicBezTo>
                    <a:pt x="5490" y="16786"/>
                    <a:pt x="5490" y="19643"/>
                    <a:pt x="4967" y="21072"/>
                  </a:cubicBezTo>
                  <a:cubicBezTo>
                    <a:pt x="4575" y="22143"/>
                    <a:pt x="4052" y="22858"/>
                    <a:pt x="3399" y="22858"/>
                  </a:cubicBezTo>
                  <a:lnTo>
                    <a:pt x="1569" y="22858"/>
                  </a:lnTo>
                  <a:cubicBezTo>
                    <a:pt x="1569" y="22858"/>
                    <a:pt x="1569" y="22858"/>
                    <a:pt x="1569" y="3572"/>
                  </a:cubicBezTo>
                  <a:close/>
                  <a:moveTo>
                    <a:pt x="0" y="1"/>
                  </a:moveTo>
                  <a:cubicBezTo>
                    <a:pt x="0" y="1"/>
                    <a:pt x="0" y="1"/>
                    <a:pt x="0" y="26072"/>
                  </a:cubicBezTo>
                  <a:lnTo>
                    <a:pt x="3399" y="26072"/>
                  </a:lnTo>
                  <a:cubicBezTo>
                    <a:pt x="4444" y="26072"/>
                    <a:pt x="5359" y="25358"/>
                    <a:pt x="6013" y="23929"/>
                  </a:cubicBezTo>
                  <a:cubicBezTo>
                    <a:pt x="7059" y="21072"/>
                    <a:pt x="6928" y="16786"/>
                    <a:pt x="6928" y="12858"/>
                  </a:cubicBezTo>
                  <a:cubicBezTo>
                    <a:pt x="6928" y="8929"/>
                    <a:pt x="7059" y="5358"/>
                    <a:pt x="6013" y="2501"/>
                  </a:cubicBezTo>
                  <a:cubicBezTo>
                    <a:pt x="5359" y="715"/>
                    <a:pt x="444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1"/>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1"/>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1"/>
            <p:cNvSpPr/>
            <p:nvPr/>
          </p:nvSpPr>
          <p:spPr>
            <a:xfrm>
              <a:off x="2405225" y="1919625"/>
              <a:ext cx="405250" cy="1107175"/>
            </a:xfrm>
            <a:custGeom>
              <a:avLst/>
              <a:gdLst/>
              <a:ahLst/>
              <a:cxnLst/>
              <a:rect l="l" t="t" r="r" b="b"/>
              <a:pathLst>
                <a:path w="16210" h="44287" extrusionOk="0">
                  <a:moveTo>
                    <a:pt x="16209" y="1"/>
                  </a:moveTo>
                  <a:lnTo>
                    <a:pt x="0" y="44286"/>
                  </a:lnTo>
                  <a:lnTo>
                    <a:pt x="0" y="44286"/>
                  </a:lnTo>
                  <a:lnTo>
                    <a:pt x="16209" y="30358"/>
                  </a:lnTo>
                  <a:lnTo>
                    <a:pt x="16209" y="1"/>
                  </a:lnTo>
                  <a:close/>
                </a:path>
              </a:pathLst>
            </a:custGeom>
            <a:solidFill>
              <a:srgbClr val="0A9B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1"/>
            <p:cNvSpPr/>
            <p:nvPr/>
          </p:nvSpPr>
          <p:spPr>
            <a:xfrm>
              <a:off x="2810450" y="1107125"/>
              <a:ext cx="199375" cy="1571450"/>
            </a:xfrm>
            <a:custGeom>
              <a:avLst/>
              <a:gdLst/>
              <a:ahLst/>
              <a:cxnLst/>
              <a:rect l="l" t="t" r="r" b="b"/>
              <a:pathLst>
                <a:path w="7975" h="62858" extrusionOk="0">
                  <a:moveTo>
                    <a:pt x="0" y="1"/>
                  </a:moveTo>
                  <a:lnTo>
                    <a:pt x="0" y="62858"/>
                  </a:lnTo>
                  <a:lnTo>
                    <a:pt x="7974" y="21429"/>
                  </a:lnTo>
                  <a:lnTo>
                    <a:pt x="0" y="1"/>
                  </a:lnTo>
                  <a:close/>
                </a:path>
              </a:pathLst>
            </a:custGeom>
            <a:solidFill>
              <a:srgbClr val="A0D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p:nvPr/>
          </p:nvSpPr>
          <p:spPr>
            <a:xfrm>
              <a:off x="2601300" y="535700"/>
              <a:ext cx="408525" cy="1107175"/>
            </a:xfrm>
            <a:custGeom>
              <a:avLst/>
              <a:gdLst/>
              <a:ahLst/>
              <a:cxnLst/>
              <a:rect l="l" t="t" r="r" b="b"/>
              <a:pathLst>
                <a:path w="16341" h="44287" extrusionOk="0">
                  <a:moveTo>
                    <a:pt x="0" y="1"/>
                  </a:moveTo>
                  <a:lnTo>
                    <a:pt x="16340" y="44286"/>
                  </a:lnTo>
                  <a:lnTo>
                    <a:pt x="11111" y="1"/>
                  </a:lnTo>
                  <a:close/>
                </a:path>
              </a:pathLst>
            </a:custGeom>
            <a:solidFill>
              <a:srgbClr val="649B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1"/>
            <p:cNvSpPr/>
            <p:nvPr/>
          </p:nvSpPr>
          <p:spPr>
            <a:xfrm>
              <a:off x="2303900" y="-8950"/>
              <a:ext cx="575200" cy="544675"/>
            </a:xfrm>
            <a:custGeom>
              <a:avLst/>
              <a:gdLst/>
              <a:ahLst/>
              <a:cxnLst/>
              <a:rect l="l" t="t" r="r" b="b"/>
              <a:pathLst>
                <a:path w="23008" h="21787" extrusionOk="0">
                  <a:moveTo>
                    <a:pt x="7975" y="1"/>
                  </a:moveTo>
                  <a:lnTo>
                    <a:pt x="1" y="21787"/>
                  </a:lnTo>
                  <a:lnTo>
                    <a:pt x="23007" y="21787"/>
                  </a:lnTo>
                  <a:lnTo>
                    <a:pt x="7975" y="1"/>
                  </a:lnTo>
                  <a:close/>
                </a:path>
              </a:pathLst>
            </a:custGeom>
            <a:solidFill>
              <a:srgbClr val="3264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1"/>
            <p:cNvSpPr/>
            <p:nvPr/>
          </p:nvSpPr>
          <p:spPr>
            <a:xfrm>
              <a:off x="2094750" y="-8950"/>
              <a:ext cx="408525" cy="1116100"/>
            </a:xfrm>
            <a:custGeom>
              <a:avLst/>
              <a:gdLst/>
              <a:ahLst/>
              <a:cxnLst/>
              <a:rect l="l" t="t" r="r" b="b"/>
              <a:pathLst>
                <a:path w="16341" h="44644" extrusionOk="0">
                  <a:moveTo>
                    <a:pt x="16341" y="1"/>
                  </a:moveTo>
                  <a:lnTo>
                    <a:pt x="1" y="13929"/>
                  </a:lnTo>
                  <a:lnTo>
                    <a:pt x="1" y="44644"/>
                  </a:lnTo>
                  <a:lnTo>
                    <a:pt x="16341"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1"/>
            <p:cNvSpPr/>
            <p:nvPr/>
          </p:nvSpPr>
          <p:spPr>
            <a:xfrm>
              <a:off x="2026125" y="2491050"/>
              <a:ext cx="575200" cy="535750"/>
            </a:xfrm>
            <a:custGeom>
              <a:avLst/>
              <a:gdLst/>
              <a:ahLst/>
              <a:cxnLst/>
              <a:rect l="l" t="t" r="r" b="b"/>
              <a:pathLst>
                <a:path w="23008" h="21430" extrusionOk="0">
                  <a:moveTo>
                    <a:pt x="1" y="1"/>
                  </a:moveTo>
                  <a:lnTo>
                    <a:pt x="15164" y="21429"/>
                  </a:lnTo>
                  <a:lnTo>
                    <a:pt x="23007" y="1"/>
                  </a:lnTo>
                  <a:close/>
                </a:path>
              </a:pathLst>
            </a:custGeom>
            <a:solidFill>
              <a:srgbClr val="37B4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1"/>
            <p:cNvSpPr/>
            <p:nvPr/>
          </p:nvSpPr>
          <p:spPr>
            <a:xfrm>
              <a:off x="1895400" y="339275"/>
              <a:ext cx="199375" cy="1580375"/>
            </a:xfrm>
            <a:custGeom>
              <a:avLst/>
              <a:gdLst/>
              <a:ahLst/>
              <a:cxnLst/>
              <a:rect l="l" t="t" r="r" b="b"/>
              <a:pathLst>
                <a:path w="7975" h="63215" extrusionOk="0">
                  <a:moveTo>
                    <a:pt x="7975" y="0"/>
                  </a:moveTo>
                  <a:lnTo>
                    <a:pt x="1" y="41429"/>
                  </a:lnTo>
                  <a:lnTo>
                    <a:pt x="7975" y="63215"/>
                  </a:lnTo>
                  <a:lnTo>
                    <a:pt x="7975" y="0"/>
                  </a:lnTo>
                  <a:close/>
                </a:path>
              </a:pathLst>
            </a:custGeom>
            <a:solidFill>
              <a:srgbClr val="CDDC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1"/>
            <p:cNvSpPr/>
            <p:nvPr/>
          </p:nvSpPr>
          <p:spPr>
            <a:xfrm>
              <a:off x="1895400" y="1375000"/>
              <a:ext cx="408525" cy="1116075"/>
            </a:xfrm>
            <a:custGeom>
              <a:avLst/>
              <a:gdLst/>
              <a:ahLst/>
              <a:cxnLst/>
              <a:rect l="l" t="t" r="r" b="b"/>
              <a:pathLst>
                <a:path w="16341" h="44643" extrusionOk="0">
                  <a:moveTo>
                    <a:pt x="1" y="0"/>
                  </a:moveTo>
                  <a:lnTo>
                    <a:pt x="5230" y="44643"/>
                  </a:lnTo>
                  <a:lnTo>
                    <a:pt x="16341" y="44643"/>
                  </a:lnTo>
                  <a:lnTo>
                    <a:pt x="1" y="0"/>
                  </a:lnTo>
                  <a:close/>
                </a:path>
              </a:pathLst>
            </a:custGeom>
            <a:solidFill>
              <a:srgbClr val="A0C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21"/>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89" name="Google Shape;89;p21"/>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21"/>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91" name="Google Shape;91;p21"/>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2" name="Google Shape;92;p21"/>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3" name="Google Shape;93;p21"/>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4" name="Google Shape;94;p21"/>
          <p:cNvSpPr/>
          <p:nvPr/>
        </p:nvSpPr>
        <p:spPr>
          <a:xfrm>
            <a:off x="286458" y="334822"/>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0030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matchingName="3_Titelfolie_TUD_weiß+Foto" preserve="1">
  <p:cSld name="3_Titelfolie_TUD_weiß+Foto">
    <p:spTree>
      <p:nvGrpSpPr>
        <p:cNvPr id="1" name="Shape 95"/>
        <p:cNvGrpSpPr/>
        <p:nvPr/>
      </p:nvGrpSpPr>
      <p:grpSpPr>
        <a:xfrm>
          <a:off x="0" y="0"/>
          <a:ext cx="0" cy="0"/>
          <a:chOff x="0" y="0"/>
          <a:chExt cx="0" cy="0"/>
        </a:xfrm>
      </p:grpSpPr>
      <p:sp>
        <p:nvSpPr>
          <p:cNvPr id="96" name="Google Shape;96;p22"/>
          <p:cNvSpPr>
            <a:spLocks noGrp="1"/>
          </p:cNvSpPr>
          <p:nvPr>
            <p:ph type="pic" idx="2"/>
          </p:nvPr>
        </p:nvSpPr>
        <p:spPr>
          <a:xfrm>
            <a:off x="0" y="0"/>
            <a:ext cx="12192000" cy="6858000"/>
          </a:xfrm>
          <a:prstGeom prst="rect">
            <a:avLst/>
          </a:prstGeom>
          <a:solidFill>
            <a:srgbClr val="F2F2F2"/>
          </a:solidFill>
          <a:ln>
            <a:noFill/>
          </a:ln>
        </p:spPr>
      </p:sp>
      <p:grpSp>
        <p:nvGrpSpPr>
          <p:cNvPr id="97" name="Google Shape;97;p22"/>
          <p:cNvGrpSpPr/>
          <p:nvPr/>
        </p:nvGrpSpPr>
        <p:grpSpPr>
          <a:xfrm>
            <a:off x="10448854" y="326606"/>
            <a:ext cx="1467221" cy="557364"/>
            <a:chOff x="13050" y="-8950"/>
            <a:chExt cx="2996775" cy="3035750"/>
          </a:xfrm>
        </p:grpSpPr>
        <p:sp>
          <p:nvSpPr>
            <p:cNvPr id="98" name="Google Shape;98;p22"/>
            <p:cNvSpPr/>
            <p:nvPr/>
          </p:nvSpPr>
          <p:spPr>
            <a:xfrm>
              <a:off x="13050" y="1821425"/>
              <a:ext cx="134025" cy="482150"/>
            </a:xfrm>
            <a:custGeom>
              <a:avLst/>
              <a:gdLst/>
              <a:ahLst/>
              <a:cxnLst/>
              <a:rect l="l" t="t" r="r" b="b"/>
              <a:pathLst>
                <a:path w="5361" h="19286" extrusionOk="0">
                  <a:moveTo>
                    <a:pt x="3007" y="0"/>
                  </a:moveTo>
                  <a:cubicBezTo>
                    <a:pt x="1439" y="0"/>
                    <a:pt x="1" y="2857"/>
                    <a:pt x="1" y="9643"/>
                  </a:cubicBezTo>
                  <a:cubicBezTo>
                    <a:pt x="1" y="16786"/>
                    <a:pt x="1439" y="19286"/>
                    <a:pt x="3007" y="19286"/>
                  </a:cubicBezTo>
                  <a:cubicBezTo>
                    <a:pt x="4053" y="19286"/>
                    <a:pt x="4707" y="18572"/>
                    <a:pt x="5360" y="16786"/>
                  </a:cubicBezTo>
                  <a:cubicBezTo>
                    <a:pt x="5360" y="16786"/>
                    <a:pt x="5360" y="16786"/>
                    <a:pt x="4315" y="14286"/>
                  </a:cubicBezTo>
                  <a:cubicBezTo>
                    <a:pt x="3922" y="15357"/>
                    <a:pt x="3530" y="16072"/>
                    <a:pt x="3007" y="16072"/>
                  </a:cubicBezTo>
                  <a:cubicBezTo>
                    <a:pt x="2485" y="16072"/>
                    <a:pt x="2092" y="15357"/>
                    <a:pt x="1831" y="14286"/>
                  </a:cubicBezTo>
                  <a:cubicBezTo>
                    <a:pt x="1439" y="13214"/>
                    <a:pt x="1308" y="11786"/>
                    <a:pt x="1308" y="9643"/>
                  </a:cubicBezTo>
                  <a:cubicBezTo>
                    <a:pt x="1308" y="7500"/>
                    <a:pt x="1439" y="6072"/>
                    <a:pt x="1831" y="5000"/>
                  </a:cubicBezTo>
                  <a:cubicBezTo>
                    <a:pt x="2092" y="3929"/>
                    <a:pt x="2485" y="3572"/>
                    <a:pt x="3007" y="3572"/>
                  </a:cubicBezTo>
                  <a:cubicBezTo>
                    <a:pt x="3530" y="3572"/>
                    <a:pt x="3922" y="3929"/>
                    <a:pt x="4315" y="5357"/>
                  </a:cubicBezTo>
                  <a:cubicBezTo>
                    <a:pt x="4315" y="5357"/>
                    <a:pt x="4315" y="5357"/>
                    <a:pt x="5360" y="2857"/>
                  </a:cubicBezTo>
                  <a:cubicBezTo>
                    <a:pt x="4707" y="714"/>
                    <a:pt x="4053" y="0"/>
                    <a:pt x="30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a:off x="205875" y="1821425"/>
              <a:ext cx="143800" cy="482150"/>
            </a:xfrm>
            <a:custGeom>
              <a:avLst/>
              <a:gdLst/>
              <a:ahLst/>
              <a:cxnLst/>
              <a:rect l="l" t="t" r="r" b="b"/>
              <a:pathLst>
                <a:path w="5752" h="19286" extrusionOk="0">
                  <a:moveTo>
                    <a:pt x="2876" y="3572"/>
                  </a:moveTo>
                  <a:cubicBezTo>
                    <a:pt x="3399" y="3572"/>
                    <a:pt x="3660" y="3929"/>
                    <a:pt x="3922" y="4643"/>
                  </a:cubicBezTo>
                  <a:cubicBezTo>
                    <a:pt x="4314" y="5714"/>
                    <a:pt x="4445" y="7857"/>
                    <a:pt x="4445" y="9643"/>
                  </a:cubicBezTo>
                  <a:cubicBezTo>
                    <a:pt x="4445" y="11786"/>
                    <a:pt x="4314" y="13572"/>
                    <a:pt x="3922" y="15000"/>
                  </a:cubicBezTo>
                  <a:cubicBezTo>
                    <a:pt x="3660" y="15714"/>
                    <a:pt x="3268" y="16072"/>
                    <a:pt x="2876" y="16072"/>
                  </a:cubicBezTo>
                  <a:cubicBezTo>
                    <a:pt x="2484" y="16072"/>
                    <a:pt x="2223" y="15714"/>
                    <a:pt x="1961" y="15000"/>
                  </a:cubicBezTo>
                  <a:cubicBezTo>
                    <a:pt x="1438" y="13572"/>
                    <a:pt x="1438" y="11786"/>
                    <a:pt x="1438" y="9643"/>
                  </a:cubicBezTo>
                  <a:cubicBezTo>
                    <a:pt x="1438" y="7857"/>
                    <a:pt x="1438" y="5714"/>
                    <a:pt x="1961" y="4643"/>
                  </a:cubicBezTo>
                  <a:cubicBezTo>
                    <a:pt x="2223" y="3929"/>
                    <a:pt x="2484" y="3572"/>
                    <a:pt x="2876" y="3572"/>
                  </a:cubicBezTo>
                  <a:close/>
                  <a:moveTo>
                    <a:pt x="2876" y="0"/>
                  </a:moveTo>
                  <a:cubicBezTo>
                    <a:pt x="1961" y="0"/>
                    <a:pt x="1307" y="1072"/>
                    <a:pt x="915" y="2500"/>
                  </a:cubicBezTo>
                  <a:cubicBezTo>
                    <a:pt x="262" y="4286"/>
                    <a:pt x="0" y="6429"/>
                    <a:pt x="0" y="9643"/>
                  </a:cubicBezTo>
                  <a:cubicBezTo>
                    <a:pt x="0" y="12857"/>
                    <a:pt x="262" y="15357"/>
                    <a:pt x="915" y="17143"/>
                  </a:cubicBezTo>
                  <a:cubicBezTo>
                    <a:pt x="1307" y="18572"/>
                    <a:pt x="1961" y="19286"/>
                    <a:pt x="2876" y="19286"/>
                  </a:cubicBezTo>
                  <a:cubicBezTo>
                    <a:pt x="3922" y="19286"/>
                    <a:pt x="4575" y="18572"/>
                    <a:pt x="4968" y="17143"/>
                  </a:cubicBezTo>
                  <a:cubicBezTo>
                    <a:pt x="5621" y="15357"/>
                    <a:pt x="5752" y="12857"/>
                    <a:pt x="5752" y="9643"/>
                  </a:cubicBezTo>
                  <a:cubicBezTo>
                    <a:pt x="5752" y="6429"/>
                    <a:pt x="5621" y="4286"/>
                    <a:pt x="4968" y="2500"/>
                  </a:cubicBezTo>
                  <a:cubicBezTo>
                    <a:pt x="4575" y="1072"/>
                    <a:pt x="3922" y="0"/>
                    <a:pt x="28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p:nvPr/>
          </p:nvSpPr>
          <p:spPr>
            <a:xfrm>
              <a:off x="428100" y="1821425"/>
              <a:ext cx="140550" cy="482150"/>
            </a:xfrm>
            <a:custGeom>
              <a:avLst/>
              <a:gdLst/>
              <a:ahLst/>
              <a:cxnLst/>
              <a:rect l="l" t="t" r="r" b="b"/>
              <a:pathLst>
                <a:path w="5622" h="19286" extrusionOk="0">
                  <a:moveTo>
                    <a:pt x="3268" y="0"/>
                  </a:moveTo>
                  <a:cubicBezTo>
                    <a:pt x="2615" y="0"/>
                    <a:pt x="1830" y="714"/>
                    <a:pt x="1438" y="2143"/>
                  </a:cubicBezTo>
                  <a:cubicBezTo>
                    <a:pt x="1438" y="2143"/>
                    <a:pt x="1438" y="2143"/>
                    <a:pt x="1438" y="357"/>
                  </a:cubicBezTo>
                  <a:lnTo>
                    <a:pt x="0" y="357"/>
                  </a:lnTo>
                  <a:cubicBezTo>
                    <a:pt x="0" y="357"/>
                    <a:pt x="0" y="357"/>
                    <a:pt x="0" y="19286"/>
                  </a:cubicBezTo>
                  <a:lnTo>
                    <a:pt x="1438" y="19286"/>
                  </a:lnTo>
                  <a:cubicBezTo>
                    <a:pt x="1438" y="19286"/>
                    <a:pt x="1438" y="19286"/>
                    <a:pt x="1438" y="7857"/>
                  </a:cubicBezTo>
                  <a:cubicBezTo>
                    <a:pt x="1438" y="4643"/>
                    <a:pt x="2092" y="3572"/>
                    <a:pt x="2876" y="3572"/>
                  </a:cubicBezTo>
                  <a:cubicBezTo>
                    <a:pt x="3660" y="3572"/>
                    <a:pt x="4314" y="4643"/>
                    <a:pt x="4314" y="7857"/>
                  </a:cubicBezTo>
                  <a:cubicBezTo>
                    <a:pt x="4314" y="7857"/>
                    <a:pt x="4314" y="7857"/>
                    <a:pt x="4314" y="19286"/>
                  </a:cubicBezTo>
                  <a:lnTo>
                    <a:pt x="5621" y="19286"/>
                  </a:lnTo>
                  <a:cubicBezTo>
                    <a:pt x="5621" y="19286"/>
                    <a:pt x="5621" y="19286"/>
                    <a:pt x="5621" y="7143"/>
                  </a:cubicBezTo>
                  <a:cubicBezTo>
                    <a:pt x="5621" y="5000"/>
                    <a:pt x="5490" y="3214"/>
                    <a:pt x="4968" y="1786"/>
                  </a:cubicBezTo>
                  <a:cubicBezTo>
                    <a:pt x="4575" y="714"/>
                    <a:pt x="3922" y="0"/>
                    <a:pt x="32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2"/>
            <p:cNvSpPr/>
            <p:nvPr/>
          </p:nvSpPr>
          <p:spPr>
            <a:xfrm>
              <a:off x="643775" y="1821425"/>
              <a:ext cx="134025" cy="482150"/>
            </a:xfrm>
            <a:custGeom>
              <a:avLst/>
              <a:gdLst/>
              <a:ahLst/>
              <a:cxnLst/>
              <a:rect l="l" t="t" r="r" b="b"/>
              <a:pathLst>
                <a:path w="5361" h="19286" extrusionOk="0">
                  <a:moveTo>
                    <a:pt x="3138" y="0"/>
                  </a:moveTo>
                  <a:cubicBezTo>
                    <a:pt x="1569" y="0"/>
                    <a:pt x="1" y="2857"/>
                    <a:pt x="1" y="9643"/>
                  </a:cubicBezTo>
                  <a:cubicBezTo>
                    <a:pt x="1" y="16786"/>
                    <a:pt x="1569" y="19286"/>
                    <a:pt x="3138" y="19286"/>
                  </a:cubicBezTo>
                  <a:cubicBezTo>
                    <a:pt x="4053" y="19286"/>
                    <a:pt x="4707" y="18572"/>
                    <a:pt x="5360" y="16786"/>
                  </a:cubicBezTo>
                  <a:cubicBezTo>
                    <a:pt x="5360" y="16786"/>
                    <a:pt x="5360" y="16786"/>
                    <a:pt x="4445" y="14286"/>
                  </a:cubicBezTo>
                  <a:cubicBezTo>
                    <a:pt x="4053" y="15357"/>
                    <a:pt x="3661" y="16072"/>
                    <a:pt x="3138" y="16072"/>
                  </a:cubicBezTo>
                  <a:cubicBezTo>
                    <a:pt x="2615" y="16072"/>
                    <a:pt x="2092" y="15357"/>
                    <a:pt x="1831" y="14286"/>
                  </a:cubicBezTo>
                  <a:cubicBezTo>
                    <a:pt x="1569" y="13214"/>
                    <a:pt x="1439" y="11786"/>
                    <a:pt x="1439" y="9643"/>
                  </a:cubicBezTo>
                  <a:cubicBezTo>
                    <a:pt x="1439" y="7500"/>
                    <a:pt x="1569" y="6072"/>
                    <a:pt x="1831" y="5000"/>
                  </a:cubicBezTo>
                  <a:cubicBezTo>
                    <a:pt x="2092" y="3929"/>
                    <a:pt x="2615" y="3572"/>
                    <a:pt x="3138" y="3572"/>
                  </a:cubicBezTo>
                  <a:cubicBezTo>
                    <a:pt x="3661" y="3572"/>
                    <a:pt x="4053" y="3929"/>
                    <a:pt x="4445" y="5357"/>
                  </a:cubicBezTo>
                  <a:cubicBezTo>
                    <a:pt x="4445" y="5357"/>
                    <a:pt x="4445" y="5357"/>
                    <a:pt x="5360" y="2857"/>
                  </a:cubicBezTo>
                  <a:cubicBezTo>
                    <a:pt x="4707" y="714"/>
                    <a:pt x="4053"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2"/>
            <p:cNvSpPr/>
            <p:nvPr/>
          </p:nvSpPr>
          <p:spPr>
            <a:xfrm>
              <a:off x="839850" y="1821425"/>
              <a:ext cx="143825" cy="482150"/>
            </a:xfrm>
            <a:custGeom>
              <a:avLst/>
              <a:gdLst/>
              <a:ahLst/>
              <a:cxnLst/>
              <a:rect l="l" t="t" r="r" b="b"/>
              <a:pathLst>
                <a:path w="5753" h="19286" extrusionOk="0">
                  <a:moveTo>
                    <a:pt x="2877" y="3214"/>
                  </a:moveTo>
                  <a:cubicBezTo>
                    <a:pt x="3530" y="3214"/>
                    <a:pt x="4053" y="4286"/>
                    <a:pt x="4184" y="5714"/>
                  </a:cubicBezTo>
                  <a:cubicBezTo>
                    <a:pt x="4314" y="6429"/>
                    <a:pt x="4445" y="7143"/>
                    <a:pt x="4445" y="8214"/>
                  </a:cubicBezTo>
                  <a:lnTo>
                    <a:pt x="1308" y="8214"/>
                  </a:lnTo>
                  <a:cubicBezTo>
                    <a:pt x="1308" y="7143"/>
                    <a:pt x="1439" y="6429"/>
                    <a:pt x="1569" y="5714"/>
                  </a:cubicBezTo>
                  <a:cubicBezTo>
                    <a:pt x="1700" y="4286"/>
                    <a:pt x="2223" y="3214"/>
                    <a:pt x="2877" y="3214"/>
                  </a:cubicBezTo>
                  <a:close/>
                  <a:moveTo>
                    <a:pt x="2877" y="0"/>
                  </a:moveTo>
                  <a:cubicBezTo>
                    <a:pt x="1177" y="0"/>
                    <a:pt x="1" y="3572"/>
                    <a:pt x="1" y="9643"/>
                  </a:cubicBezTo>
                  <a:cubicBezTo>
                    <a:pt x="1" y="16786"/>
                    <a:pt x="1308" y="19286"/>
                    <a:pt x="3007" y="19286"/>
                  </a:cubicBezTo>
                  <a:cubicBezTo>
                    <a:pt x="4314" y="19286"/>
                    <a:pt x="4968" y="18214"/>
                    <a:pt x="5622" y="16429"/>
                  </a:cubicBezTo>
                  <a:cubicBezTo>
                    <a:pt x="5622" y="16429"/>
                    <a:pt x="5622" y="16429"/>
                    <a:pt x="4707" y="14286"/>
                  </a:cubicBezTo>
                  <a:cubicBezTo>
                    <a:pt x="4314" y="15357"/>
                    <a:pt x="3922" y="16072"/>
                    <a:pt x="3138" y="16072"/>
                  </a:cubicBezTo>
                  <a:cubicBezTo>
                    <a:pt x="1962" y="16072"/>
                    <a:pt x="1308" y="13929"/>
                    <a:pt x="1308" y="10714"/>
                  </a:cubicBezTo>
                  <a:lnTo>
                    <a:pt x="5752" y="10714"/>
                  </a:lnTo>
                  <a:cubicBezTo>
                    <a:pt x="5752" y="10714"/>
                    <a:pt x="5752" y="10714"/>
                    <a:pt x="5752" y="9286"/>
                  </a:cubicBezTo>
                  <a:cubicBezTo>
                    <a:pt x="5752" y="3929"/>
                    <a:pt x="4707" y="0"/>
                    <a:pt x="28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2"/>
            <p:cNvSpPr/>
            <p:nvPr/>
          </p:nvSpPr>
          <p:spPr>
            <a:xfrm>
              <a:off x="1062075" y="1821425"/>
              <a:ext cx="140550" cy="669650"/>
            </a:xfrm>
            <a:custGeom>
              <a:avLst/>
              <a:gdLst/>
              <a:ahLst/>
              <a:cxnLst/>
              <a:rect l="l" t="t" r="r" b="b"/>
              <a:pathLst>
                <a:path w="5622" h="26786" extrusionOk="0">
                  <a:moveTo>
                    <a:pt x="2876" y="3572"/>
                  </a:moveTo>
                  <a:cubicBezTo>
                    <a:pt x="4053" y="3572"/>
                    <a:pt x="4184" y="6429"/>
                    <a:pt x="4184" y="9643"/>
                  </a:cubicBezTo>
                  <a:cubicBezTo>
                    <a:pt x="4184" y="13214"/>
                    <a:pt x="4053" y="16072"/>
                    <a:pt x="2876" y="16072"/>
                  </a:cubicBezTo>
                  <a:cubicBezTo>
                    <a:pt x="1569" y="16072"/>
                    <a:pt x="1439" y="13214"/>
                    <a:pt x="1439" y="9643"/>
                  </a:cubicBezTo>
                  <a:cubicBezTo>
                    <a:pt x="1439" y="6429"/>
                    <a:pt x="1569" y="3572"/>
                    <a:pt x="2876" y="3572"/>
                  </a:cubicBezTo>
                  <a:close/>
                  <a:moveTo>
                    <a:pt x="3138" y="0"/>
                  </a:moveTo>
                  <a:cubicBezTo>
                    <a:pt x="2484" y="0"/>
                    <a:pt x="1831" y="714"/>
                    <a:pt x="1308" y="2500"/>
                  </a:cubicBezTo>
                  <a:cubicBezTo>
                    <a:pt x="1308" y="2500"/>
                    <a:pt x="1308" y="2500"/>
                    <a:pt x="1308" y="357"/>
                  </a:cubicBezTo>
                  <a:lnTo>
                    <a:pt x="1" y="357"/>
                  </a:lnTo>
                  <a:cubicBezTo>
                    <a:pt x="1" y="357"/>
                    <a:pt x="1" y="357"/>
                    <a:pt x="1" y="26786"/>
                  </a:cubicBezTo>
                  <a:lnTo>
                    <a:pt x="1439" y="26786"/>
                  </a:lnTo>
                  <a:cubicBezTo>
                    <a:pt x="1439" y="26786"/>
                    <a:pt x="1439" y="26786"/>
                    <a:pt x="1439" y="17143"/>
                  </a:cubicBezTo>
                  <a:cubicBezTo>
                    <a:pt x="1831" y="18929"/>
                    <a:pt x="2484" y="19286"/>
                    <a:pt x="3138" y="19286"/>
                  </a:cubicBezTo>
                  <a:cubicBezTo>
                    <a:pt x="3922" y="19286"/>
                    <a:pt x="4445" y="18572"/>
                    <a:pt x="4837" y="17857"/>
                  </a:cubicBezTo>
                  <a:cubicBezTo>
                    <a:pt x="5491" y="15714"/>
                    <a:pt x="5622" y="12500"/>
                    <a:pt x="5622" y="9643"/>
                  </a:cubicBezTo>
                  <a:cubicBezTo>
                    <a:pt x="5622" y="6786"/>
                    <a:pt x="5491" y="3572"/>
                    <a:pt x="4837" y="1786"/>
                  </a:cubicBezTo>
                  <a:cubicBezTo>
                    <a:pt x="4445" y="714"/>
                    <a:pt x="3922"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2"/>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786"/>
                    <a:pt x="1308" y="24286"/>
                    <a:pt x="2615" y="24286"/>
                  </a:cubicBezTo>
                  <a:lnTo>
                    <a:pt x="3400" y="24286"/>
                  </a:lnTo>
                  <a:cubicBezTo>
                    <a:pt x="3400" y="24286"/>
                    <a:pt x="3400" y="24286"/>
                    <a:pt x="3400" y="21072"/>
                  </a:cubicBezTo>
                  <a:lnTo>
                    <a:pt x="2877" y="21072"/>
                  </a:lnTo>
                  <a:cubicBezTo>
                    <a:pt x="2354" y="21072"/>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2"/>
            <p:cNvSpPr/>
            <p:nvPr/>
          </p:nvSpPr>
          <p:spPr>
            <a:xfrm>
              <a:off x="16325" y="723200"/>
              <a:ext cx="170100" cy="660750"/>
            </a:xfrm>
            <a:custGeom>
              <a:avLst/>
              <a:gdLst/>
              <a:ahLst/>
              <a:cxnLst/>
              <a:rect l="l" t="t" r="r" b="b"/>
              <a:pathLst>
                <a:path w="6804" h="26430" extrusionOk="0">
                  <a:moveTo>
                    <a:pt x="3269"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429"/>
                  </a:cubicBezTo>
                  <a:lnTo>
                    <a:pt x="3399" y="26429"/>
                  </a:lnTo>
                  <a:cubicBezTo>
                    <a:pt x="4445" y="26429"/>
                    <a:pt x="5229" y="25358"/>
                    <a:pt x="5883" y="23929"/>
                  </a:cubicBezTo>
                  <a:cubicBezTo>
                    <a:pt x="6929" y="21072"/>
                    <a:pt x="6798" y="16786"/>
                    <a:pt x="6798" y="12858"/>
                  </a:cubicBezTo>
                  <a:cubicBezTo>
                    <a:pt x="6798" y="9286"/>
                    <a:pt x="6929" y="5358"/>
                    <a:pt x="5883" y="2501"/>
                  </a:cubicBezTo>
                  <a:cubicBezTo>
                    <a:pt x="5229" y="715"/>
                    <a:pt x="4445"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2"/>
            <p:cNvSpPr/>
            <p:nvPr/>
          </p:nvSpPr>
          <p:spPr>
            <a:xfrm>
              <a:off x="271225" y="723200"/>
              <a:ext cx="176500" cy="660750"/>
            </a:xfrm>
            <a:custGeom>
              <a:avLst/>
              <a:gdLst/>
              <a:ahLst/>
              <a:cxnLst/>
              <a:rect l="l" t="t" r="r" b="b"/>
              <a:pathLst>
                <a:path w="7060" h="26430" extrusionOk="0">
                  <a:moveTo>
                    <a:pt x="3661" y="3572"/>
                  </a:moveTo>
                  <a:cubicBezTo>
                    <a:pt x="4707" y="3572"/>
                    <a:pt x="5360" y="5001"/>
                    <a:pt x="5360" y="7858"/>
                  </a:cubicBezTo>
                  <a:cubicBezTo>
                    <a:pt x="5360" y="10358"/>
                    <a:pt x="4707" y="11786"/>
                    <a:pt x="3661" y="11786"/>
                  </a:cubicBezTo>
                  <a:lnTo>
                    <a:pt x="1569" y="11786"/>
                  </a:lnTo>
                  <a:cubicBezTo>
                    <a:pt x="1569" y="11786"/>
                    <a:pt x="1569" y="11786"/>
                    <a:pt x="1569" y="3572"/>
                  </a:cubicBezTo>
                  <a:close/>
                  <a:moveTo>
                    <a:pt x="1" y="1"/>
                  </a:moveTo>
                  <a:cubicBezTo>
                    <a:pt x="1" y="1"/>
                    <a:pt x="1" y="1"/>
                    <a:pt x="1" y="26429"/>
                  </a:cubicBezTo>
                  <a:lnTo>
                    <a:pt x="1569" y="26429"/>
                  </a:lnTo>
                  <a:cubicBezTo>
                    <a:pt x="1569" y="26429"/>
                    <a:pt x="1569" y="26429"/>
                    <a:pt x="1569" y="15358"/>
                  </a:cubicBezTo>
                  <a:lnTo>
                    <a:pt x="3399" y="15358"/>
                  </a:lnTo>
                  <a:cubicBezTo>
                    <a:pt x="3399" y="15358"/>
                    <a:pt x="3399" y="15358"/>
                    <a:pt x="5360" y="26429"/>
                  </a:cubicBezTo>
                  <a:lnTo>
                    <a:pt x="7059" y="26429"/>
                  </a:lnTo>
                  <a:cubicBezTo>
                    <a:pt x="7059" y="26429"/>
                    <a:pt x="7059" y="26429"/>
                    <a:pt x="4837" y="14643"/>
                  </a:cubicBezTo>
                  <a:cubicBezTo>
                    <a:pt x="6014" y="13929"/>
                    <a:pt x="6798" y="11429"/>
                    <a:pt x="6798" y="7501"/>
                  </a:cubicBezTo>
                  <a:cubicBezTo>
                    <a:pt x="6798" y="3215"/>
                    <a:pt x="5622" y="1"/>
                    <a:pt x="37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2"/>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2"/>
            <p:cNvSpPr/>
            <p:nvPr/>
          </p:nvSpPr>
          <p:spPr>
            <a:xfrm>
              <a:off x="751625" y="714275"/>
              <a:ext cx="169950" cy="669675"/>
            </a:xfrm>
            <a:custGeom>
              <a:avLst/>
              <a:gdLst/>
              <a:ahLst/>
              <a:cxnLst/>
              <a:rect l="l" t="t" r="r" b="b"/>
              <a:pathLst>
                <a:path w="6798" h="26787" extrusionOk="0">
                  <a:moveTo>
                    <a:pt x="3530" y="0"/>
                  </a:moveTo>
                  <a:cubicBezTo>
                    <a:pt x="1438" y="0"/>
                    <a:pt x="262" y="3215"/>
                    <a:pt x="262" y="7858"/>
                  </a:cubicBezTo>
                  <a:cubicBezTo>
                    <a:pt x="262" y="10000"/>
                    <a:pt x="523" y="11786"/>
                    <a:pt x="915" y="12858"/>
                  </a:cubicBezTo>
                  <a:cubicBezTo>
                    <a:pt x="1438" y="13929"/>
                    <a:pt x="1961" y="14643"/>
                    <a:pt x="2745" y="15000"/>
                  </a:cubicBezTo>
                  <a:cubicBezTo>
                    <a:pt x="2745" y="15000"/>
                    <a:pt x="2745" y="15000"/>
                    <a:pt x="3922" y="15358"/>
                  </a:cubicBezTo>
                  <a:cubicBezTo>
                    <a:pt x="4576" y="15715"/>
                    <a:pt x="4706" y="16072"/>
                    <a:pt x="4968" y="16429"/>
                  </a:cubicBezTo>
                  <a:cubicBezTo>
                    <a:pt x="5229" y="17143"/>
                    <a:pt x="5360" y="18215"/>
                    <a:pt x="5360" y="19286"/>
                  </a:cubicBezTo>
                  <a:cubicBezTo>
                    <a:pt x="5360" y="21786"/>
                    <a:pt x="4706" y="23215"/>
                    <a:pt x="3399" y="23215"/>
                  </a:cubicBezTo>
                  <a:cubicBezTo>
                    <a:pt x="2353" y="23215"/>
                    <a:pt x="1569" y="22858"/>
                    <a:pt x="915" y="20715"/>
                  </a:cubicBezTo>
                  <a:cubicBezTo>
                    <a:pt x="915" y="20715"/>
                    <a:pt x="915" y="20715"/>
                    <a:pt x="0" y="23572"/>
                  </a:cubicBezTo>
                  <a:cubicBezTo>
                    <a:pt x="915" y="26072"/>
                    <a:pt x="1961" y="26786"/>
                    <a:pt x="3399" y="26786"/>
                  </a:cubicBezTo>
                  <a:cubicBezTo>
                    <a:pt x="5360" y="26786"/>
                    <a:pt x="6798" y="23929"/>
                    <a:pt x="6798" y="19286"/>
                  </a:cubicBezTo>
                  <a:cubicBezTo>
                    <a:pt x="6798" y="16786"/>
                    <a:pt x="6536" y="15000"/>
                    <a:pt x="6013" y="13929"/>
                  </a:cubicBezTo>
                  <a:cubicBezTo>
                    <a:pt x="5621" y="12858"/>
                    <a:pt x="5098" y="12143"/>
                    <a:pt x="4314" y="11786"/>
                  </a:cubicBezTo>
                  <a:cubicBezTo>
                    <a:pt x="4314" y="11786"/>
                    <a:pt x="4314" y="11786"/>
                    <a:pt x="3138" y="11429"/>
                  </a:cubicBezTo>
                  <a:cubicBezTo>
                    <a:pt x="2745" y="11072"/>
                    <a:pt x="2353" y="10715"/>
                    <a:pt x="2092" y="10000"/>
                  </a:cubicBezTo>
                  <a:cubicBezTo>
                    <a:pt x="1830" y="9643"/>
                    <a:pt x="1700" y="8572"/>
                    <a:pt x="1700" y="7500"/>
                  </a:cubicBezTo>
                  <a:cubicBezTo>
                    <a:pt x="1700" y="5358"/>
                    <a:pt x="2353" y="3572"/>
                    <a:pt x="3399" y="3572"/>
                  </a:cubicBezTo>
                  <a:cubicBezTo>
                    <a:pt x="4314" y="3572"/>
                    <a:pt x="4968" y="3929"/>
                    <a:pt x="5621" y="5715"/>
                  </a:cubicBezTo>
                  <a:cubicBezTo>
                    <a:pt x="5621" y="5715"/>
                    <a:pt x="5621" y="5715"/>
                    <a:pt x="6536" y="3215"/>
                  </a:cubicBezTo>
                  <a:cubicBezTo>
                    <a:pt x="5621" y="1072"/>
                    <a:pt x="4837" y="0"/>
                    <a:pt x="3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2"/>
            <p:cNvSpPr/>
            <p:nvPr/>
          </p:nvSpPr>
          <p:spPr>
            <a:xfrm>
              <a:off x="1003250" y="723200"/>
              <a:ext cx="170100" cy="660750"/>
            </a:xfrm>
            <a:custGeom>
              <a:avLst/>
              <a:gdLst/>
              <a:ahLst/>
              <a:cxnLst/>
              <a:rect l="l" t="t" r="r" b="b"/>
              <a:pathLst>
                <a:path w="6804" h="26430" extrusionOk="0">
                  <a:moveTo>
                    <a:pt x="3138"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138" y="22858"/>
                  </a:cubicBezTo>
                  <a:lnTo>
                    <a:pt x="1439" y="22858"/>
                  </a:lnTo>
                  <a:cubicBezTo>
                    <a:pt x="1439" y="22858"/>
                    <a:pt x="1439" y="22858"/>
                    <a:pt x="1439" y="3572"/>
                  </a:cubicBezTo>
                  <a:close/>
                  <a:moveTo>
                    <a:pt x="1" y="1"/>
                  </a:moveTo>
                  <a:cubicBezTo>
                    <a:pt x="1" y="1"/>
                    <a:pt x="1" y="1"/>
                    <a:pt x="1" y="26429"/>
                  </a:cubicBezTo>
                  <a:lnTo>
                    <a:pt x="3399" y="26429"/>
                  </a:lnTo>
                  <a:cubicBezTo>
                    <a:pt x="4314" y="26429"/>
                    <a:pt x="5229" y="25358"/>
                    <a:pt x="5883" y="23929"/>
                  </a:cubicBezTo>
                  <a:cubicBezTo>
                    <a:pt x="6929" y="21072"/>
                    <a:pt x="6798" y="16786"/>
                    <a:pt x="6798" y="12858"/>
                  </a:cubicBezTo>
                  <a:cubicBezTo>
                    <a:pt x="6798" y="9286"/>
                    <a:pt x="6929" y="5358"/>
                    <a:pt x="5883" y="2501"/>
                  </a:cubicBezTo>
                  <a:cubicBezTo>
                    <a:pt x="5229" y="715"/>
                    <a:pt x="4314"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2"/>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2"/>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2"/>
            <p:cNvSpPr/>
            <p:nvPr/>
          </p:nvSpPr>
          <p:spPr>
            <a:xfrm>
              <a:off x="2326775" y="8925"/>
              <a:ext cx="552325" cy="517875"/>
            </a:xfrm>
            <a:custGeom>
              <a:avLst/>
              <a:gdLst/>
              <a:ahLst/>
              <a:cxnLst/>
              <a:rect l="l" t="t" r="r" b="b"/>
              <a:pathLst>
                <a:path w="22093" h="20715" extrusionOk="0">
                  <a:moveTo>
                    <a:pt x="7583" y="0"/>
                  </a:moveTo>
                  <a:lnTo>
                    <a:pt x="1" y="20714"/>
                  </a:lnTo>
                  <a:lnTo>
                    <a:pt x="22092" y="20714"/>
                  </a:lnTo>
                  <a:lnTo>
                    <a:pt x="75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2"/>
            <p:cNvSpPr/>
            <p:nvPr/>
          </p:nvSpPr>
          <p:spPr>
            <a:xfrm>
              <a:off x="2107825" y="-8950"/>
              <a:ext cx="392175" cy="1071450"/>
            </a:xfrm>
            <a:custGeom>
              <a:avLst/>
              <a:gdLst/>
              <a:ahLst/>
              <a:cxnLst/>
              <a:rect l="l" t="t" r="r" b="b"/>
              <a:pathLst>
                <a:path w="15687" h="42858" extrusionOk="0">
                  <a:moveTo>
                    <a:pt x="15687" y="1"/>
                  </a:moveTo>
                  <a:lnTo>
                    <a:pt x="1" y="13572"/>
                  </a:lnTo>
                  <a:lnTo>
                    <a:pt x="1" y="42858"/>
                  </a:lnTo>
                  <a:lnTo>
                    <a:pt x="156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2"/>
            <p:cNvSpPr/>
            <p:nvPr/>
          </p:nvSpPr>
          <p:spPr>
            <a:xfrm>
              <a:off x="1905225" y="348200"/>
              <a:ext cx="186300" cy="1508950"/>
            </a:xfrm>
            <a:custGeom>
              <a:avLst/>
              <a:gdLst/>
              <a:ahLst/>
              <a:cxnLst/>
              <a:rect l="l" t="t" r="r" b="b"/>
              <a:pathLst>
                <a:path w="7452" h="60358" extrusionOk="0">
                  <a:moveTo>
                    <a:pt x="7451" y="1"/>
                  </a:moveTo>
                  <a:lnTo>
                    <a:pt x="0" y="39643"/>
                  </a:lnTo>
                  <a:lnTo>
                    <a:pt x="7451" y="60358"/>
                  </a:lnTo>
                  <a:lnTo>
                    <a:pt x="74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2"/>
            <p:cNvSpPr/>
            <p:nvPr/>
          </p:nvSpPr>
          <p:spPr>
            <a:xfrm>
              <a:off x="1895400" y="1383925"/>
              <a:ext cx="392200" cy="1071450"/>
            </a:xfrm>
            <a:custGeom>
              <a:avLst/>
              <a:gdLst/>
              <a:ahLst/>
              <a:cxnLst/>
              <a:rect l="l" t="t" r="r" b="b"/>
              <a:pathLst>
                <a:path w="15688" h="42858" extrusionOk="0">
                  <a:moveTo>
                    <a:pt x="1" y="0"/>
                  </a:moveTo>
                  <a:lnTo>
                    <a:pt x="4968" y="42857"/>
                  </a:lnTo>
                  <a:lnTo>
                    <a:pt x="15687" y="42857"/>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2"/>
            <p:cNvSpPr/>
            <p:nvPr/>
          </p:nvSpPr>
          <p:spPr>
            <a:xfrm>
              <a:off x="2026125" y="2491050"/>
              <a:ext cx="552325" cy="517900"/>
            </a:xfrm>
            <a:custGeom>
              <a:avLst/>
              <a:gdLst/>
              <a:ahLst/>
              <a:cxnLst/>
              <a:rect l="l" t="t" r="r" b="b"/>
              <a:pathLst>
                <a:path w="22093" h="20716" extrusionOk="0">
                  <a:moveTo>
                    <a:pt x="1" y="1"/>
                  </a:moveTo>
                  <a:lnTo>
                    <a:pt x="14511" y="20715"/>
                  </a:lnTo>
                  <a:lnTo>
                    <a:pt x="22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2617625" y="571425"/>
              <a:ext cx="392200" cy="1071450"/>
            </a:xfrm>
            <a:custGeom>
              <a:avLst/>
              <a:gdLst/>
              <a:ahLst/>
              <a:cxnLst/>
              <a:rect l="l" t="t" r="r" b="b"/>
              <a:pathLst>
                <a:path w="15688" h="42858" extrusionOk="0">
                  <a:moveTo>
                    <a:pt x="1" y="0"/>
                  </a:moveTo>
                  <a:lnTo>
                    <a:pt x="15687" y="42857"/>
                  </a:lnTo>
                  <a:lnTo>
                    <a:pt x="107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2"/>
            <p:cNvSpPr/>
            <p:nvPr/>
          </p:nvSpPr>
          <p:spPr>
            <a:xfrm>
              <a:off x="2405225" y="1964275"/>
              <a:ext cx="392175" cy="1062525"/>
            </a:xfrm>
            <a:custGeom>
              <a:avLst/>
              <a:gdLst/>
              <a:ahLst/>
              <a:cxnLst/>
              <a:rect l="l" t="t" r="r" b="b"/>
              <a:pathLst>
                <a:path w="15687" h="42501" extrusionOk="0">
                  <a:moveTo>
                    <a:pt x="15686" y="0"/>
                  </a:moveTo>
                  <a:lnTo>
                    <a:pt x="0" y="42500"/>
                  </a:lnTo>
                  <a:lnTo>
                    <a:pt x="15686" y="29286"/>
                  </a:lnTo>
                  <a:lnTo>
                    <a:pt x="156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2"/>
            <p:cNvSpPr/>
            <p:nvPr/>
          </p:nvSpPr>
          <p:spPr>
            <a:xfrm>
              <a:off x="2813725" y="1160700"/>
              <a:ext cx="189550" cy="1517875"/>
            </a:xfrm>
            <a:custGeom>
              <a:avLst/>
              <a:gdLst/>
              <a:ahLst/>
              <a:cxnLst/>
              <a:rect l="l" t="t" r="r" b="b"/>
              <a:pathLst>
                <a:path w="7582" h="60715" extrusionOk="0">
                  <a:moveTo>
                    <a:pt x="0" y="1"/>
                  </a:moveTo>
                  <a:lnTo>
                    <a:pt x="0" y="60715"/>
                  </a:lnTo>
                  <a:lnTo>
                    <a:pt x="7582" y="2071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22"/>
          <p:cNvSpPr/>
          <p:nvPr/>
        </p:nvSpPr>
        <p:spPr>
          <a:xfrm>
            <a:off x="290304" y="338478"/>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2"/>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2" name="Google Shape;122;p2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22"/>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24" name="Google Shape;124;p22"/>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5" name="Google Shape;125;p22"/>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6" name="Google Shape;126;p22"/>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matchingName="4_Titelfolie_TUD_Foto_a" preserve="1">
  <p:cSld name="4_Titelfolie_TUD_Foto_a">
    <p:spTree>
      <p:nvGrpSpPr>
        <p:cNvPr id="1" name="Shape 127"/>
        <p:cNvGrpSpPr/>
        <p:nvPr/>
      </p:nvGrpSpPr>
      <p:grpSpPr>
        <a:xfrm>
          <a:off x="0" y="0"/>
          <a:ext cx="0" cy="0"/>
          <a:chOff x="0" y="0"/>
          <a:chExt cx="0" cy="0"/>
        </a:xfrm>
      </p:grpSpPr>
      <p:sp>
        <p:nvSpPr>
          <p:cNvPr id="128" name="Google Shape;128;p23"/>
          <p:cNvSpPr>
            <a:spLocks noGrp="1"/>
          </p:cNvSpPr>
          <p:nvPr>
            <p:ph type="pic" idx="2"/>
          </p:nvPr>
        </p:nvSpPr>
        <p:spPr>
          <a:xfrm>
            <a:off x="0" y="1204913"/>
            <a:ext cx="12192000" cy="5653086"/>
          </a:xfrm>
          <a:prstGeom prst="rect">
            <a:avLst/>
          </a:prstGeom>
          <a:solidFill>
            <a:srgbClr val="F2F2F2"/>
          </a:solidFill>
          <a:ln>
            <a:noFill/>
          </a:ln>
        </p:spPr>
      </p:sp>
      <p:sp>
        <p:nvSpPr>
          <p:cNvPr id="129" name="Google Shape;129;p23"/>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0" name="Google Shape;130;p23"/>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3"/>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32" name="Google Shape;132;p23"/>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3" name="Google Shape;133;p23"/>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4" name="Google Shape;134;p23"/>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35" name="Google Shape;135;p23"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36" name="Google Shape;136;p23"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matchingName="2_Titelfolie_TUD_weiß-blau" preserve="1">
  <p:cSld name="2_Titelfolie_TUD_weiß-blau">
    <p:spTree>
      <p:nvGrpSpPr>
        <p:cNvPr id="1" name="Shape 137"/>
        <p:cNvGrpSpPr/>
        <p:nvPr/>
      </p:nvGrpSpPr>
      <p:grpSpPr>
        <a:xfrm>
          <a:off x="0" y="0"/>
          <a:ext cx="0" cy="0"/>
          <a:chOff x="0" y="0"/>
          <a:chExt cx="0" cy="0"/>
        </a:xfrm>
      </p:grpSpPr>
      <p:sp>
        <p:nvSpPr>
          <p:cNvPr id="138" name="Google Shape;138;p24"/>
          <p:cNvSpPr/>
          <p:nvPr/>
        </p:nvSpPr>
        <p:spPr>
          <a:xfrm>
            <a:off x="0" y="1204912"/>
            <a:ext cx="12192000" cy="5653089"/>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39" name="Google Shape;139;p24"/>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0" name="Google Shape;140;p2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24"/>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42" name="Google Shape;142;p24"/>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3" name="Google Shape;143;p24"/>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4" name="Google Shape;144;p24"/>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45" name="Google Shape;145;p2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46" name="Google Shape;146;p2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matchingName="3_Titelfolie_TUD_weiß-blau" preserve="1">
  <p:cSld name="3_Titelfolie_TUD_weiß-blau">
    <p:spTree>
      <p:nvGrpSpPr>
        <p:cNvPr id="1" name="Shape 147"/>
        <p:cNvGrpSpPr/>
        <p:nvPr/>
      </p:nvGrpSpPr>
      <p:grpSpPr>
        <a:xfrm>
          <a:off x="0" y="0"/>
          <a:ext cx="0" cy="0"/>
          <a:chOff x="0" y="0"/>
          <a:chExt cx="0" cy="0"/>
        </a:xfrm>
      </p:grpSpPr>
      <p:sp>
        <p:nvSpPr>
          <p:cNvPr id="148" name="Google Shape;148;p25"/>
          <p:cNvSpPr/>
          <p:nvPr/>
        </p:nvSpPr>
        <p:spPr>
          <a:xfrm>
            <a:off x="0" y="1204912"/>
            <a:ext cx="12192000" cy="5653089"/>
          </a:xfrm>
          <a:prstGeom prst="rect">
            <a:avLst/>
          </a:prstGeom>
          <a:gradFill>
            <a:gsLst>
              <a:gs pos="0">
                <a:srgbClr val="951B81"/>
              </a:gs>
              <a:gs pos="14000">
                <a:srgbClr val="951B81"/>
              </a:gs>
              <a:gs pos="100000">
                <a:srgbClr val="59358C"/>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49" name="Google Shape;149;p25"/>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0" name="Google Shape;150;p25"/>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5"/>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52" name="Google Shape;152;p25"/>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3" name="Google Shape;153;p25"/>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4" name="Google Shape;154;p25"/>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55" name="Google Shape;155;p2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56" name="Google Shape;156;p2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matchingName="4_Titelfolie_TUD_weiß-blau" preserve="1">
  <p:cSld name="4_Titelfolie_TUD_weiß-blau">
    <p:spTree>
      <p:nvGrpSpPr>
        <p:cNvPr id="1" name="Shape 157"/>
        <p:cNvGrpSpPr/>
        <p:nvPr/>
      </p:nvGrpSpPr>
      <p:grpSpPr>
        <a:xfrm>
          <a:off x="0" y="0"/>
          <a:ext cx="0" cy="0"/>
          <a:chOff x="0" y="0"/>
          <a:chExt cx="0" cy="0"/>
        </a:xfrm>
      </p:grpSpPr>
      <p:sp>
        <p:nvSpPr>
          <p:cNvPr id="158" name="Google Shape;158;p26"/>
          <p:cNvSpPr/>
          <p:nvPr/>
        </p:nvSpPr>
        <p:spPr>
          <a:xfrm>
            <a:off x="0" y="1204912"/>
            <a:ext cx="12192000" cy="5653089"/>
          </a:xfrm>
          <a:prstGeom prst="rect">
            <a:avLst/>
          </a:prstGeom>
          <a:gradFill>
            <a:gsLst>
              <a:gs pos="0">
                <a:srgbClr val="DE2526"/>
              </a:gs>
              <a:gs pos="14000">
                <a:srgbClr val="DE2526"/>
              </a:gs>
              <a:gs pos="100000">
                <a:srgbClr val="CD1719"/>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59" name="Google Shape;159;p26"/>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0" name="Google Shape;160;p26"/>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26"/>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62" name="Google Shape;162;p26"/>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3" name="Google Shape;163;p26"/>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4" name="Google Shape;164;p26"/>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65" name="Google Shape;165;p2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66" name="Google Shape;166;p2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matchingName="5_Titelfolie_TUD_weiß-blau" preserve="1">
  <p:cSld name="5_Titelfolie_TUD_weiß-blau">
    <p:spTree>
      <p:nvGrpSpPr>
        <p:cNvPr id="1" name="Shape 167"/>
        <p:cNvGrpSpPr/>
        <p:nvPr/>
      </p:nvGrpSpPr>
      <p:grpSpPr>
        <a:xfrm>
          <a:off x="0" y="0"/>
          <a:ext cx="0" cy="0"/>
          <a:chOff x="0" y="0"/>
          <a:chExt cx="0" cy="0"/>
        </a:xfrm>
      </p:grpSpPr>
      <p:sp>
        <p:nvSpPr>
          <p:cNvPr id="168" name="Google Shape;168;p27"/>
          <p:cNvSpPr/>
          <p:nvPr/>
        </p:nvSpPr>
        <p:spPr>
          <a:xfrm>
            <a:off x="3151994" y="2563831"/>
            <a:ext cx="9050720" cy="4317954"/>
          </a:xfrm>
          <a:custGeom>
            <a:avLst/>
            <a:gdLst/>
            <a:ahLst/>
            <a:cxnLst/>
            <a:rect l="l" t="t" r="r" b="b"/>
            <a:pathLst>
              <a:path w="8344852" h="3981196" extrusionOk="0">
                <a:moveTo>
                  <a:pt x="3984796" y="381"/>
                </a:moveTo>
                <a:lnTo>
                  <a:pt x="8344852" y="0"/>
                </a:lnTo>
                <a:lnTo>
                  <a:pt x="8344852" y="3967748"/>
                </a:lnTo>
                <a:lnTo>
                  <a:pt x="0" y="3981196"/>
                </a:lnTo>
                <a:lnTo>
                  <a:pt x="3984796" y="381"/>
                </a:lnTo>
                <a:close/>
              </a:path>
            </a:pathLst>
          </a:custGeom>
          <a:solidFill>
            <a:schemeClr val="accent5">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69" name="Google Shape;169;p27"/>
          <p:cNvSpPr/>
          <p:nvPr/>
        </p:nvSpPr>
        <p:spPr>
          <a:xfrm>
            <a:off x="-1" y="3692352"/>
            <a:ext cx="9555747" cy="3185710"/>
          </a:xfrm>
          <a:custGeom>
            <a:avLst/>
            <a:gdLst/>
            <a:ahLst/>
            <a:cxnLst/>
            <a:rect l="l" t="t" r="r" b="b"/>
            <a:pathLst>
              <a:path w="8810492" h="2937256" extrusionOk="0">
                <a:moveTo>
                  <a:pt x="0" y="0"/>
                </a:moveTo>
                <a:lnTo>
                  <a:pt x="5858286" y="0"/>
                </a:lnTo>
                <a:lnTo>
                  <a:pt x="8810492" y="2937256"/>
                </a:lnTo>
                <a:lnTo>
                  <a:pt x="0" y="2937256"/>
                </a:lnTo>
                <a:lnTo>
                  <a:pt x="0" y="0"/>
                </a:lnTo>
                <a:close/>
              </a:path>
            </a:pathLst>
          </a:custGeom>
          <a:solidFill>
            <a:schemeClr val="accent4">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20">
                <a:solidFill>
                  <a:schemeClr val="lt1"/>
                </a:solidFill>
                <a:latin typeface="Open Sans" panose="020B0606030504020204"/>
                <a:ea typeface="Open Sans" panose="020B0606030504020204"/>
                <a:cs typeface="Open Sans" panose="020B0606030504020204"/>
                <a:sym typeface="Open Sans" panose="020B0606030504020204"/>
              </a:rPr>
              <a:t> </a:t>
            </a:r>
          </a:p>
        </p:txBody>
      </p:sp>
      <p:sp>
        <p:nvSpPr>
          <p:cNvPr id="170" name="Google Shape;170;p27"/>
          <p:cNvSpPr/>
          <p:nvPr/>
        </p:nvSpPr>
        <p:spPr>
          <a:xfrm>
            <a:off x="-709" y="2302249"/>
            <a:ext cx="6020777" cy="4581946"/>
          </a:xfrm>
          <a:custGeom>
            <a:avLst/>
            <a:gdLst/>
            <a:ahLst/>
            <a:cxnLst/>
            <a:rect l="l" t="t" r="r" b="b"/>
            <a:pathLst>
              <a:path w="5551215" h="4224599" extrusionOk="0">
                <a:moveTo>
                  <a:pt x="709" y="0"/>
                </a:moveTo>
                <a:lnTo>
                  <a:pt x="1485014" y="185"/>
                </a:lnTo>
                <a:lnTo>
                  <a:pt x="5551215" y="4224599"/>
                </a:lnTo>
                <a:lnTo>
                  <a:pt x="710" y="4220095"/>
                </a:lnTo>
                <a:cubicBezTo>
                  <a:pt x="-1748" y="2818313"/>
                  <a:pt x="3167" y="1401782"/>
                  <a:pt x="709" y="0"/>
                </a:cubicBezTo>
                <a:close/>
              </a:path>
            </a:pathLst>
          </a:custGeom>
          <a:solidFill>
            <a:schemeClr val="accent1">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71" name="Google Shape;171;p27"/>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2" name="Google Shape;172;p27"/>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27"/>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74" name="Google Shape;174;p27"/>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5" name="Google Shape;175;p27"/>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6" name="Google Shape;176;p27"/>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77" name="Google Shape;177;p27"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78" name="Google Shape;178;p27"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2_Titel und 2 Inhalte" preserve="1">
  <p:cSld name="2_Titel und 2 Inhalte">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8"/>
          <p:cNvSpPr>
            <a:spLocks noGrp="1"/>
          </p:cNvSpPr>
          <p:nvPr>
            <p:ph type="pic" idx="2"/>
          </p:nvPr>
        </p:nvSpPr>
        <p:spPr>
          <a:xfrm>
            <a:off x="6267449" y="1484314"/>
            <a:ext cx="5187950" cy="4344985"/>
          </a:xfrm>
          <a:prstGeom prst="rect">
            <a:avLst/>
          </a:prstGeom>
          <a:noFill/>
          <a:ln>
            <a:noFill/>
          </a:ln>
        </p:spPr>
        <p:txBody>
          <a:bodyPr/>
          <a:lstStyle/>
          <a:p>
            <a:endParaRPr lang="en-US"/>
          </a:p>
        </p:txBody>
      </p:sp>
      <p:sp>
        <p:nvSpPr>
          <p:cNvPr id="182" name="Google Shape;182;p28"/>
          <p:cNvSpPr txBox="1">
            <a:spLocks noGrp="1"/>
          </p:cNvSpPr>
          <p:nvPr>
            <p:ph type="body" idx="1"/>
          </p:nvPr>
        </p:nvSpPr>
        <p:spPr>
          <a:xfrm>
            <a:off x="874713" y="1484313"/>
            <a:ext cx="51958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2_Titel und Inhalt und Bild" preserve="1">
  <p:cSld name="2_Titel und Inhalt und Bi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p29"/>
          <p:cNvSpPr>
            <a:spLocks noGrp="1"/>
          </p:cNvSpPr>
          <p:nvPr>
            <p:ph type="pic" idx="2"/>
          </p:nvPr>
        </p:nvSpPr>
        <p:spPr>
          <a:xfrm>
            <a:off x="8070849" y="1484314"/>
            <a:ext cx="3384549" cy="4344985"/>
          </a:xfrm>
          <a:prstGeom prst="rect">
            <a:avLst/>
          </a:prstGeom>
          <a:noFill/>
          <a:ln>
            <a:noFill/>
          </a:ln>
        </p:spPr>
      </p:sp>
      <p:sp>
        <p:nvSpPr>
          <p:cNvPr id="186" name="Google Shape;186;p29"/>
          <p:cNvSpPr txBox="1">
            <a:spLocks noGrp="1"/>
          </p:cNvSpPr>
          <p:nvPr>
            <p:ph type="body" idx="1"/>
          </p:nvPr>
        </p:nvSpPr>
        <p:spPr>
          <a:xfrm>
            <a:off x="874713" y="1484313"/>
            <a:ext cx="69992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2_Titel und Inhalt und Bild_quer" preserve="1">
  <p:cSld name="2_Titel und Inhalt und Bild_quer">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30"/>
          <p:cNvSpPr>
            <a:spLocks noGrp="1"/>
          </p:cNvSpPr>
          <p:nvPr>
            <p:ph type="pic" idx="2"/>
          </p:nvPr>
        </p:nvSpPr>
        <p:spPr>
          <a:xfrm>
            <a:off x="0" y="4101152"/>
            <a:ext cx="12191999" cy="2028186"/>
          </a:xfrm>
          <a:prstGeom prst="rect">
            <a:avLst/>
          </a:prstGeom>
          <a:noFill/>
          <a:ln>
            <a:noFill/>
          </a:ln>
        </p:spPr>
      </p:sp>
      <p:sp>
        <p:nvSpPr>
          <p:cNvPr id="190" name="Google Shape;190;p30"/>
          <p:cNvSpPr txBox="1">
            <a:spLocks noGrp="1"/>
          </p:cNvSpPr>
          <p:nvPr>
            <p:ph type="body" idx="1"/>
          </p:nvPr>
        </p:nvSpPr>
        <p:spPr>
          <a:xfrm>
            <a:off x="874713" y="1484313"/>
            <a:ext cx="10580687" cy="2398475"/>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3_Titel und 3 Inhalte" preserve="1">
  <p:cSld name="3_Titel und 3 Inhalte">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32"/>
          <p:cNvSpPr txBox="1">
            <a:spLocks noGrp="1"/>
          </p:cNvSpPr>
          <p:nvPr>
            <p:ph type="body" idx="1"/>
          </p:nvPr>
        </p:nvSpPr>
        <p:spPr>
          <a:xfrm>
            <a:off x="874713" y="1481138"/>
            <a:ext cx="339883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8" name="Google Shape;198;p32"/>
          <p:cNvSpPr txBox="1">
            <a:spLocks noGrp="1"/>
          </p:cNvSpPr>
          <p:nvPr>
            <p:ph type="body" idx="2"/>
          </p:nvPr>
        </p:nvSpPr>
        <p:spPr>
          <a:xfrm>
            <a:off x="4457699" y="1481138"/>
            <a:ext cx="3416301"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9" name="Google Shape;199;p32"/>
          <p:cNvSpPr txBox="1">
            <a:spLocks noGrp="1"/>
          </p:cNvSpPr>
          <p:nvPr>
            <p:ph type="body" idx="3"/>
          </p:nvPr>
        </p:nvSpPr>
        <p:spPr>
          <a:xfrm>
            <a:off x="8070850" y="1481138"/>
            <a:ext cx="3384550"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4_Titel und 4 Inhalte" preserve="1">
  <p:cSld name="4_Titel und 4 Inhalte">
    <p:spTree>
      <p:nvGrpSpPr>
        <p:cNvPr id="1" name="Shape 200"/>
        <p:cNvGrpSpPr/>
        <p:nvPr/>
      </p:nvGrpSpPr>
      <p:grpSpPr>
        <a:xfrm>
          <a:off x="0" y="0"/>
          <a:ext cx="0" cy="0"/>
          <a:chOff x="0" y="0"/>
          <a:chExt cx="0" cy="0"/>
        </a:xfrm>
      </p:grpSpPr>
      <p:sp>
        <p:nvSpPr>
          <p:cNvPr id="201" name="Google Shape;201;p33"/>
          <p:cNvSpPr>
            <a:spLocks noGrp="1"/>
          </p:cNvSpPr>
          <p:nvPr>
            <p:ph type="pic" idx="2"/>
          </p:nvPr>
        </p:nvSpPr>
        <p:spPr>
          <a:xfrm>
            <a:off x="874711" y="1484313"/>
            <a:ext cx="4300539" cy="1332000"/>
          </a:xfrm>
          <a:prstGeom prst="rect">
            <a:avLst/>
          </a:prstGeom>
          <a:noFill/>
          <a:ln>
            <a:noFill/>
          </a:ln>
        </p:spPr>
      </p:sp>
      <p:sp>
        <p:nvSpPr>
          <p:cNvPr id="202" name="Google Shape;202;p33"/>
          <p:cNvSpPr>
            <a:spLocks noGrp="1"/>
          </p:cNvSpPr>
          <p:nvPr>
            <p:ph type="pic" idx="3"/>
          </p:nvPr>
        </p:nvSpPr>
        <p:spPr>
          <a:xfrm>
            <a:off x="874712" y="2943181"/>
            <a:ext cx="4300537" cy="1332000"/>
          </a:xfrm>
          <a:prstGeom prst="rect">
            <a:avLst/>
          </a:prstGeom>
          <a:noFill/>
          <a:ln>
            <a:noFill/>
          </a:ln>
        </p:spPr>
      </p:sp>
      <p:sp>
        <p:nvSpPr>
          <p:cNvPr id="203" name="Google Shape;203;p33"/>
          <p:cNvSpPr>
            <a:spLocks noGrp="1"/>
          </p:cNvSpPr>
          <p:nvPr>
            <p:ph type="pic" idx="4"/>
          </p:nvPr>
        </p:nvSpPr>
        <p:spPr>
          <a:xfrm>
            <a:off x="874710" y="4402050"/>
            <a:ext cx="4300537" cy="1427249"/>
          </a:xfrm>
          <a:prstGeom prst="rect">
            <a:avLst/>
          </a:prstGeom>
          <a:noFill/>
          <a:ln>
            <a:noFill/>
          </a:ln>
        </p:spPr>
      </p:sp>
      <p:sp>
        <p:nvSpPr>
          <p:cNvPr id="204" name="Google Shape;204;p33"/>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33"/>
          <p:cNvSpPr txBox="1">
            <a:spLocks noGrp="1"/>
          </p:cNvSpPr>
          <p:nvPr>
            <p:ph type="body" idx="1"/>
          </p:nvPr>
        </p:nvSpPr>
        <p:spPr>
          <a:xfrm>
            <a:off x="5365750" y="1484313"/>
            <a:ext cx="6089650"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6_Titel und 18 Bilder" preserve="1">
  <p:cSld name="6_Titel und 18 Bilder">
    <p:spTree>
      <p:nvGrpSpPr>
        <p:cNvPr id="1" name="Shape 211"/>
        <p:cNvGrpSpPr/>
        <p:nvPr/>
      </p:nvGrpSpPr>
      <p:grpSpPr>
        <a:xfrm>
          <a:off x="0" y="0"/>
          <a:ext cx="0" cy="0"/>
          <a:chOff x="0" y="0"/>
          <a:chExt cx="0" cy="0"/>
        </a:xfrm>
      </p:grpSpPr>
      <p:sp>
        <p:nvSpPr>
          <p:cNvPr id="212" name="Google Shape;212;p35"/>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35"/>
          <p:cNvSpPr>
            <a:spLocks noGrp="1"/>
          </p:cNvSpPr>
          <p:nvPr>
            <p:ph type="pic" idx="2"/>
          </p:nvPr>
        </p:nvSpPr>
        <p:spPr>
          <a:xfrm>
            <a:off x="879785" y="1039484"/>
            <a:ext cx="1566000" cy="1566000"/>
          </a:xfrm>
          <a:prstGeom prst="rect">
            <a:avLst/>
          </a:prstGeom>
          <a:solidFill>
            <a:srgbClr val="F2F2F2"/>
          </a:solidFill>
          <a:ln>
            <a:noFill/>
          </a:ln>
        </p:spPr>
      </p:sp>
      <p:sp>
        <p:nvSpPr>
          <p:cNvPr id="214" name="Google Shape;214;p35"/>
          <p:cNvSpPr>
            <a:spLocks noGrp="1"/>
          </p:cNvSpPr>
          <p:nvPr>
            <p:ph type="pic" idx="3"/>
          </p:nvPr>
        </p:nvSpPr>
        <p:spPr>
          <a:xfrm>
            <a:off x="2579023" y="1039484"/>
            <a:ext cx="1566000" cy="1566000"/>
          </a:xfrm>
          <a:prstGeom prst="rect">
            <a:avLst/>
          </a:prstGeom>
          <a:solidFill>
            <a:srgbClr val="F2F2F2"/>
          </a:solidFill>
          <a:ln>
            <a:noFill/>
          </a:ln>
        </p:spPr>
      </p:sp>
      <p:sp>
        <p:nvSpPr>
          <p:cNvPr id="215" name="Google Shape;215;p35"/>
          <p:cNvSpPr>
            <a:spLocks noGrp="1"/>
          </p:cNvSpPr>
          <p:nvPr>
            <p:ph type="pic" idx="4"/>
          </p:nvPr>
        </p:nvSpPr>
        <p:spPr>
          <a:xfrm>
            <a:off x="4278261" y="1039484"/>
            <a:ext cx="1566000" cy="1566000"/>
          </a:xfrm>
          <a:prstGeom prst="rect">
            <a:avLst/>
          </a:prstGeom>
          <a:solidFill>
            <a:srgbClr val="F2F2F2"/>
          </a:solidFill>
          <a:ln>
            <a:noFill/>
          </a:ln>
        </p:spPr>
      </p:sp>
      <p:sp>
        <p:nvSpPr>
          <p:cNvPr id="216" name="Google Shape;216;p35"/>
          <p:cNvSpPr>
            <a:spLocks noGrp="1"/>
          </p:cNvSpPr>
          <p:nvPr>
            <p:ph type="pic" idx="5"/>
          </p:nvPr>
        </p:nvSpPr>
        <p:spPr>
          <a:xfrm>
            <a:off x="5977499" y="1039484"/>
            <a:ext cx="1566000" cy="1566000"/>
          </a:xfrm>
          <a:prstGeom prst="rect">
            <a:avLst/>
          </a:prstGeom>
          <a:solidFill>
            <a:srgbClr val="F2F2F2"/>
          </a:solidFill>
          <a:ln>
            <a:noFill/>
          </a:ln>
        </p:spPr>
      </p:sp>
      <p:sp>
        <p:nvSpPr>
          <p:cNvPr id="217" name="Google Shape;217;p35"/>
          <p:cNvSpPr>
            <a:spLocks noGrp="1"/>
          </p:cNvSpPr>
          <p:nvPr>
            <p:ph type="pic" idx="6"/>
          </p:nvPr>
        </p:nvSpPr>
        <p:spPr>
          <a:xfrm>
            <a:off x="7676735" y="1037468"/>
            <a:ext cx="1566000" cy="1566000"/>
          </a:xfrm>
          <a:prstGeom prst="rect">
            <a:avLst/>
          </a:prstGeom>
          <a:solidFill>
            <a:srgbClr val="F2F2F2"/>
          </a:solidFill>
          <a:ln>
            <a:noFill/>
          </a:ln>
        </p:spPr>
      </p:sp>
      <p:sp>
        <p:nvSpPr>
          <p:cNvPr id="218" name="Google Shape;218;p35"/>
          <p:cNvSpPr>
            <a:spLocks noGrp="1"/>
          </p:cNvSpPr>
          <p:nvPr>
            <p:ph type="pic" idx="7"/>
          </p:nvPr>
        </p:nvSpPr>
        <p:spPr>
          <a:xfrm>
            <a:off x="887333" y="2749075"/>
            <a:ext cx="1566000" cy="1566000"/>
          </a:xfrm>
          <a:prstGeom prst="rect">
            <a:avLst/>
          </a:prstGeom>
          <a:solidFill>
            <a:srgbClr val="F2F2F2"/>
          </a:solidFill>
          <a:ln>
            <a:noFill/>
          </a:ln>
        </p:spPr>
      </p:sp>
      <p:sp>
        <p:nvSpPr>
          <p:cNvPr id="219" name="Google Shape;219;p35"/>
          <p:cNvSpPr>
            <a:spLocks noGrp="1"/>
          </p:cNvSpPr>
          <p:nvPr>
            <p:ph type="pic" idx="8"/>
          </p:nvPr>
        </p:nvSpPr>
        <p:spPr>
          <a:xfrm>
            <a:off x="2586571" y="2749075"/>
            <a:ext cx="1566000" cy="1566000"/>
          </a:xfrm>
          <a:prstGeom prst="rect">
            <a:avLst/>
          </a:prstGeom>
          <a:solidFill>
            <a:srgbClr val="F2F2F2"/>
          </a:solidFill>
          <a:ln>
            <a:noFill/>
          </a:ln>
        </p:spPr>
      </p:sp>
      <p:sp>
        <p:nvSpPr>
          <p:cNvPr id="220" name="Google Shape;220;p35"/>
          <p:cNvSpPr>
            <a:spLocks noGrp="1"/>
          </p:cNvSpPr>
          <p:nvPr>
            <p:ph type="pic" idx="9"/>
          </p:nvPr>
        </p:nvSpPr>
        <p:spPr>
          <a:xfrm>
            <a:off x="4285809" y="2749075"/>
            <a:ext cx="1566000" cy="1566000"/>
          </a:xfrm>
          <a:prstGeom prst="rect">
            <a:avLst/>
          </a:prstGeom>
          <a:solidFill>
            <a:srgbClr val="F2F2F2"/>
          </a:solidFill>
          <a:ln>
            <a:noFill/>
          </a:ln>
        </p:spPr>
      </p:sp>
      <p:sp>
        <p:nvSpPr>
          <p:cNvPr id="221" name="Google Shape;221;p35"/>
          <p:cNvSpPr>
            <a:spLocks noGrp="1"/>
          </p:cNvSpPr>
          <p:nvPr>
            <p:ph type="pic" idx="13"/>
          </p:nvPr>
        </p:nvSpPr>
        <p:spPr>
          <a:xfrm>
            <a:off x="5985047" y="2749075"/>
            <a:ext cx="1566000" cy="1566000"/>
          </a:xfrm>
          <a:prstGeom prst="rect">
            <a:avLst/>
          </a:prstGeom>
          <a:solidFill>
            <a:srgbClr val="F2F2F2"/>
          </a:solidFill>
          <a:ln>
            <a:noFill/>
          </a:ln>
        </p:spPr>
      </p:sp>
      <p:sp>
        <p:nvSpPr>
          <p:cNvPr id="222" name="Google Shape;222;p35"/>
          <p:cNvSpPr>
            <a:spLocks noGrp="1"/>
          </p:cNvSpPr>
          <p:nvPr>
            <p:ph type="pic" idx="14"/>
          </p:nvPr>
        </p:nvSpPr>
        <p:spPr>
          <a:xfrm>
            <a:off x="7684283" y="2747059"/>
            <a:ext cx="1566000" cy="1566000"/>
          </a:xfrm>
          <a:prstGeom prst="rect">
            <a:avLst/>
          </a:prstGeom>
          <a:solidFill>
            <a:srgbClr val="F2F2F2"/>
          </a:solidFill>
          <a:ln>
            <a:noFill/>
          </a:ln>
        </p:spPr>
      </p:sp>
      <p:sp>
        <p:nvSpPr>
          <p:cNvPr id="223" name="Google Shape;223;p35"/>
          <p:cNvSpPr>
            <a:spLocks noGrp="1"/>
          </p:cNvSpPr>
          <p:nvPr>
            <p:ph type="pic" idx="15"/>
          </p:nvPr>
        </p:nvSpPr>
        <p:spPr>
          <a:xfrm>
            <a:off x="885829" y="4449615"/>
            <a:ext cx="1566000" cy="1566000"/>
          </a:xfrm>
          <a:prstGeom prst="rect">
            <a:avLst/>
          </a:prstGeom>
          <a:solidFill>
            <a:srgbClr val="F2F2F2"/>
          </a:solidFill>
          <a:ln>
            <a:noFill/>
          </a:ln>
        </p:spPr>
      </p:sp>
      <p:sp>
        <p:nvSpPr>
          <p:cNvPr id="224" name="Google Shape;224;p35"/>
          <p:cNvSpPr>
            <a:spLocks noGrp="1"/>
          </p:cNvSpPr>
          <p:nvPr>
            <p:ph type="pic" idx="16"/>
          </p:nvPr>
        </p:nvSpPr>
        <p:spPr>
          <a:xfrm>
            <a:off x="2585067" y="4449615"/>
            <a:ext cx="1566000" cy="1566000"/>
          </a:xfrm>
          <a:prstGeom prst="rect">
            <a:avLst/>
          </a:prstGeom>
          <a:solidFill>
            <a:srgbClr val="F2F2F2"/>
          </a:solidFill>
          <a:ln>
            <a:noFill/>
          </a:ln>
        </p:spPr>
      </p:sp>
      <p:sp>
        <p:nvSpPr>
          <p:cNvPr id="225" name="Google Shape;225;p35"/>
          <p:cNvSpPr>
            <a:spLocks noGrp="1"/>
          </p:cNvSpPr>
          <p:nvPr>
            <p:ph type="pic" idx="17"/>
          </p:nvPr>
        </p:nvSpPr>
        <p:spPr>
          <a:xfrm>
            <a:off x="4284305" y="4449615"/>
            <a:ext cx="1566000" cy="1566000"/>
          </a:xfrm>
          <a:prstGeom prst="rect">
            <a:avLst/>
          </a:prstGeom>
          <a:solidFill>
            <a:srgbClr val="F2F2F2"/>
          </a:solidFill>
          <a:ln>
            <a:noFill/>
          </a:ln>
        </p:spPr>
      </p:sp>
      <p:sp>
        <p:nvSpPr>
          <p:cNvPr id="226" name="Google Shape;226;p35"/>
          <p:cNvSpPr>
            <a:spLocks noGrp="1"/>
          </p:cNvSpPr>
          <p:nvPr>
            <p:ph type="pic" idx="18"/>
          </p:nvPr>
        </p:nvSpPr>
        <p:spPr>
          <a:xfrm>
            <a:off x="5983543" y="4449615"/>
            <a:ext cx="1566000" cy="1566000"/>
          </a:xfrm>
          <a:prstGeom prst="rect">
            <a:avLst/>
          </a:prstGeom>
          <a:solidFill>
            <a:srgbClr val="F2F2F2"/>
          </a:solidFill>
          <a:ln>
            <a:noFill/>
          </a:ln>
        </p:spPr>
      </p:sp>
      <p:sp>
        <p:nvSpPr>
          <p:cNvPr id="227" name="Google Shape;227;p35"/>
          <p:cNvSpPr>
            <a:spLocks noGrp="1"/>
          </p:cNvSpPr>
          <p:nvPr>
            <p:ph type="pic" idx="19"/>
          </p:nvPr>
        </p:nvSpPr>
        <p:spPr>
          <a:xfrm>
            <a:off x="7682779" y="4447599"/>
            <a:ext cx="1566000" cy="1566000"/>
          </a:xfrm>
          <a:prstGeom prst="rect">
            <a:avLst/>
          </a:prstGeom>
          <a:solidFill>
            <a:srgbClr val="F2F2F2"/>
          </a:solidFill>
          <a:ln>
            <a:noFill/>
          </a:ln>
        </p:spPr>
      </p:sp>
      <p:sp>
        <p:nvSpPr>
          <p:cNvPr id="228" name="Google Shape;228;p35"/>
          <p:cNvSpPr>
            <a:spLocks noGrp="1"/>
          </p:cNvSpPr>
          <p:nvPr>
            <p:ph type="pic" idx="20"/>
          </p:nvPr>
        </p:nvSpPr>
        <p:spPr>
          <a:xfrm>
            <a:off x="9385079" y="1037468"/>
            <a:ext cx="1566000" cy="1566000"/>
          </a:xfrm>
          <a:prstGeom prst="rect">
            <a:avLst/>
          </a:prstGeom>
          <a:solidFill>
            <a:srgbClr val="F2F2F2"/>
          </a:solidFill>
          <a:ln>
            <a:noFill/>
          </a:ln>
        </p:spPr>
      </p:sp>
      <p:sp>
        <p:nvSpPr>
          <p:cNvPr id="229" name="Google Shape;229;p35"/>
          <p:cNvSpPr>
            <a:spLocks noGrp="1"/>
          </p:cNvSpPr>
          <p:nvPr>
            <p:ph type="pic" idx="21"/>
          </p:nvPr>
        </p:nvSpPr>
        <p:spPr>
          <a:xfrm>
            <a:off x="9385079" y="2747059"/>
            <a:ext cx="1566000" cy="1566000"/>
          </a:xfrm>
          <a:prstGeom prst="rect">
            <a:avLst/>
          </a:prstGeom>
          <a:solidFill>
            <a:srgbClr val="F2F2F2"/>
          </a:solidFill>
          <a:ln>
            <a:noFill/>
          </a:ln>
        </p:spPr>
      </p:sp>
      <p:sp>
        <p:nvSpPr>
          <p:cNvPr id="230" name="Google Shape;230;p35"/>
          <p:cNvSpPr>
            <a:spLocks noGrp="1"/>
          </p:cNvSpPr>
          <p:nvPr>
            <p:ph type="pic" idx="22"/>
          </p:nvPr>
        </p:nvSpPr>
        <p:spPr>
          <a:xfrm>
            <a:off x="9383575" y="4447599"/>
            <a:ext cx="1566000" cy="1566000"/>
          </a:xfrm>
          <a:prstGeom prst="rect">
            <a:avLst/>
          </a:prstGeom>
          <a:solidFill>
            <a:srgbClr val="F2F2F2"/>
          </a:solidFill>
          <a:ln>
            <a:noFill/>
          </a:ln>
        </p:spPr>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6_Titel und 8 Bilder" preserve="1">
  <p:cSld name="6_Titel und 8 Bilder">
    <p:spTree>
      <p:nvGrpSpPr>
        <p:cNvPr id="1" name="Shape 231"/>
        <p:cNvGrpSpPr/>
        <p:nvPr/>
      </p:nvGrpSpPr>
      <p:grpSpPr>
        <a:xfrm>
          <a:off x="0" y="0"/>
          <a:ext cx="0" cy="0"/>
          <a:chOff x="0" y="0"/>
          <a:chExt cx="0" cy="0"/>
        </a:xfrm>
      </p:grpSpPr>
      <p:sp>
        <p:nvSpPr>
          <p:cNvPr id="232" name="Google Shape;232;p36"/>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36"/>
          <p:cNvSpPr>
            <a:spLocks noGrp="1"/>
          </p:cNvSpPr>
          <p:nvPr>
            <p:ph type="pic" idx="2"/>
          </p:nvPr>
        </p:nvSpPr>
        <p:spPr>
          <a:xfrm>
            <a:off x="879785" y="1030288"/>
            <a:ext cx="2498415" cy="2341891"/>
          </a:xfrm>
          <a:prstGeom prst="rect">
            <a:avLst/>
          </a:prstGeom>
          <a:solidFill>
            <a:srgbClr val="F2F2F2"/>
          </a:solidFill>
          <a:ln>
            <a:noFill/>
          </a:ln>
        </p:spPr>
      </p:sp>
      <p:sp>
        <p:nvSpPr>
          <p:cNvPr id="234" name="Google Shape;234;p36"/>
          <p:cNvSpPr>
            <a:spLocks noGrp="1"/>
          </p:cNvSpPr>
          <p:nvPr>
            <p:ph type="pic" idx="3"/>
          </p:nvPr>
        </p:nvSpPr>
        <p:spPr>
          <a:xfrm>
            <a:off x="3575257" y="1030288"/>
            <a:ext cx="2498415" cy="2341891"/>
          </a:xfrm>
          <a:prstGeom prst="rect">
            <a:avLst/>
          </a:prstGeom>
          <a:solidFill>
            <a:srgbClr val="F2F2F2"/>
          </a:solidFill>
          <a:ln>
            <a:noFill/>
          </a:ln>
        </p:spPr>
      </p:sp>
      <p:sp>
        <p:nvSpPr>
          <p:cNvPr id="235" name="Google Shape;235;p36"/>
          <p:cNvSpPr>
            <a:spLocks noGrp="1"/>
          </p:cNvSpPr>
          <p:nvPr>
            <p:ph type="pic" idx="4"/>
          </p:nvPr>
        </p:nvSpPr>
        <p:spPr>
          <a:xfrm>
            <a:off x="6270729" y="1030288"/>
            <a:ext cx="2498415" cy="2341891"/>
          </a:xfrm>
          <a:prstGeom prst="rect">
            <a:avLst/>
          </a:prstGeom>
          <a:solidFill>
            <a:srgbClr val="F2F2F2"/>
          </a:solidFill>
          <a:ln>
            <a:noFill/>
          </a:ln>
        </p:spPr>
      </p:sp>
      <p:sp>
        <p:nvSpPr>
          <p:cNvPr id="236" name="Google Shape;236;p36"/>
          <p:cNvSpPr>
            <a:spLocks noGrp="1"/>
          </p:cNvSpPr>
          <p:nvPr>
            <p:ph type="pic" idx="5"/>
          </p:nvPr>
        </p:nvSpPr>
        <p:spPr>
          <a:xfrm>
            <a:off x="8966200" y="1030288"/>
            <a:ext cx="2498415" cy="2341891"/>
          </a:xfrm>
          <a:prstGeom prst="rect">
            <a:avLst/>
          </a:prstGeom>
          <a:solidFill>
            <a:srgbClr val="F2F2F2"/>
          </a:solidFill>
          <a:ln>
            <a:noFill/>
          </a:ln>
        </p:spPr>
      </p:sp>
      <p:sp>
        <p:nvSpPr>
          <p:cNvPr id="237" name="Google Shape;237;p36"/>
          <p:cNvSpPr>
            <a:spLocks noGrp="1"/>
          </p:cNvSpPr>
          <p:nvPr>
            <p:ph type="pic" idx="6"/>
          </p:nvPr>
        </p:nvSpPr>
        <p:spPr>
          <a:xfrm>
            <a:off x="880142" y="3572347"/>
            <a:ext cx="2498415" cy="2341891"/>
          </a:xfrm>
          <a:prstGeom prst="rect">
            <a:avLst/>
          </a:prstGeom>
          <a:solidFill>
            <a:srgbClr val="F2F2F2"/>
          </a:solidFill>
          <a:ln>
            <a:noFill/>
          </a:ln>
        </p:spPr>
      </p:sp>
      <p:sp>
        <p:nvSpPr>
          <p:cNvPr id="238" name="Google Shape;238;p36"/>
          <p:cNvSpPr>
            <a:spLocks noGrp="1"/>
          </p:cNvSpPr>
          <p:nvPr>
            <p:ph type="pic" idx="7"/>
          </p:nvPr>
        </p:nvSpPr>
        <p:spPr>
          <a:xfrm>
            <a:off x="3575614" y="3572347"/>
            <a:ext cx="2498415" cy="2341891"/>
          </a:xfrm>
          <a:prstGeom prst="rect">
            <a:avLst/>
          </a:prstGeom>
          <a:solidFill>
            <a:srgbClr val="F2F2F2"/>
          </a:solidFill>
          <a:ln>
            <a:noFill/>
          </a:ln>
        </p:spPr>
      </p:sp>
      <p:sp>
        <p:nvSpPr>
          <p:cNvPr id="239" name="Google Shape;239;p36"/>
          <p:cNvSpPr>
            <a:spLocks noGrp="1"/>
          </p:cNvSpPr>
          <p:nvPr>
            <p:ph type="pic" idx="8"/>
          </p:nvPr>
        </p:nvSpPr>
        <p:spPr>
          <a:xfrm>
            <a:off x="6271086" y="3572347"/>
            <a:ext cx="2498415" cy="2341891"/>
          </a:xfrm>
          <a:prstGeom prst="rect">
            <a:avLst/>
          </a:prstGeom>
          <a:solidFill>
            <a:srgbClr val="F2F2F2"/>
          </a:solidFill>
          <a:ln>
            <a:noFill/>
          </a:ln>
        </p:spPr>
      </p:sp>
      <p:sp>
        <p:nvSpPr>
          <p:cNvPr id="240" name="Google Shape;240;p36"/>
          <p:cNvSpPr>
            <a:spLocks noGrp="1"/>
          </p:cNvSpPr>
          <p:nvPr>
            <p:ph type="pic" idx="9"/>
          </p:nvPr>
        </p:nvSpPr>
        <p:spPr>
          <a:xfrm>
            <a:off x="8966557" y="3572347"/>
            <a:ext cx="2498415" cy="2341891"/>
          </a:xfrm>
          <a:prstGeom prst="rect">
            <a:avLst/>
          </a:prstGeom>
          <a:solidFill>
            <a:srgbClr val="F2F2F2"/>
          </a:solidFill>
          <a:ln>
            <a:noFill/>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6_Titel und 6 Bilder_" preserve="1">
  <p:cSld name="6_Titel und 6 Bilder_">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37"/>
          <p:cNvSpPr>
            <a:spLocks noGrp="1"/>
          </p:cNvSpPr>
          <p:nvPr>
            <p:ph type="pic" idx="2"/>
          </p:nvPr>
        </p:nvSpPr>
        <p:spPr>
          <a:xfrm>
            <a:off x="9703" y="1057584"/>
            <a:ext cx="4050000" cy="2520000"/>
          </a:xfrm>
          <a:prstGeom prst="rect">
            <a:avLst/>
          </a:prstGeom>
          <a:solidFill>
            <a:srgbClr val="F2F2F2"/>
          </a:solidFill>
          <a:ln>
            <a:noFill/>
          </a:ln>
        </p:spPr>
      </p:sp>
      <p:sp>
        <p:nvSpPr>
          <p:cNvPr id="244" name="Google Shape;244;p37"/>
          <p:cNvSpPr>
            <a:spLocks noGrp="1"/>
          </p:cNvSpPr>
          <p:nvPr>
            <p:ph type="pic" idx="3"/>
          </p:nvPr>
        </p:nvSpPr>
        <p:spPr>
          <a:xfrm>
            <a:off x="4081331" y="1057584"/>
            <a:ext cx="4050000" cy="2520000"/>
          </a:xfrm>
          <a:prstGeom prst="rect">
            <a:avLst/>
          </a:prstGeom>
          <a:solidFill>
            <a:srgbClr val="F2F2F2"/>
          </a:solidFill>
          <a:ln>
            <a:noFill/>
          </a:ln>
        </p:spPr>
      </p:sp>
      <p:sp>
        <p:nvSpPr>
          <p:cNvPr id="245" name="Google Shape;245;p37"/>
          <p:cNvSpPr>
            <a:spLocks noGrp="1"/>
          </p:cNvSpPr>
          <p:nvPr>
            <p:ph type="pic" idx="4"/>
          </p:nvPr>
        </p:nvSpPr>
        <p:spPr>
          <a:xfrm>
            <a:off x="8152960" y="1057584"/>
            <a:ext cx="4050000" cy="2520000"/>
          </a:xfrm>
          <a:prstGeom prst="rect">
            <a:avLst/>
          </a:prstGeom>
          <a:solidFill>
            <a:srgbClr val="F2F2F2"/>
          </a:solidFill>
          <a:ln>
            <a:noFill/>
          </a:ln>
        </p:spPr>
      </p:sp>
      <p:sp>
        <p:nvSpPr>
          <p:cNvPr id="246" name="Google Shape;246;p37"/>
          <p:cNvSpPr>
            <a:spLocks noGrp="1"/>
          </p:cNvSpPr>
          <p:nvPr>
            <p:ph type="pic" idx="5"/>
          </p:nvPr>
        </p:nvSpPr>
        <p:spPr>
          <a:xfrm>
            <a:off x="5151" y="3602514"/>
            <a:ext cx="4050000" cy="2520000"/>
          </a:xfrm>
          <a:prstGeom prst="rect">
            <a:avLst/>
          </a:prstGeom>
          <a:solidFill>
            <a:srgbClr val="F2F2F2"/>
          </a:solidFill>
          <a:ln>
            <a:noFill/>
          </a:ln>
        </p:spPr>
      </p:sp>
      <p:sp>
        <p:nvSpPr>
          <p:cNvPr id="247" name="Google Shape;247;p37"/>
          <p:cNvSpPr>
            <a:spLocks noGrp="1"/>
          </p:cNvSpPr>
          <p:nvPr>
            <p:ph type="pic" idx="6"/>
          </p:nvPr>
        </p:nvSpPr>
        <p:spPr>
          <a:xfrm>
            <a:off x="4076779" y="3602514"/>
            <a:ext cx="4050000" cy="2520000"/>
          </a:xfrm>
          <a:prstGeom prst="rect">
            <a:avLst/>
          </a:prstGeom>
          <a:solidFill>
            <a:srgbClr val="F2F2F2"/>
          </a:solidFill>
          <a:ln>
            <a:noFill/>
          </a:ln>
        </p:spPr>
      </p:sp>
      <p:sp>
        <p:nvSpPr>
          <p:cNvPr id="248" name="Google Shape;248;p37"/>
          <p:cNvSpPr>
            <a:spLocks noGrp="1"/>
          </p:cNvSpPr>
          <p:nvPr>
            <p:ph type="pic" idx="7"/>
          </p:nvPr>
        </p:nvSpPr>
        <p:spPr>
          <a:xfrm>
            <a:off x="8148408" y="3602514"/>
            <a:ext cx="4050000" cy="2520000"/>
          </a:xfrm>
          <a:prstGeom prst="rect">
            <a:avLst/>
          </a:prstGeom>
          <a:solidFill>
            <a:srgbClr val="F2F2F2"/>
          </a:solid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2_Nur Titel" preserve="1">
  <p:cSld name="2_Nur Titel">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Leer" preserve="1">
  <p:cSld name="Leer">
    <p:spTree>
      <p:nvGrpSpPr>
        <p:cNvPr id="1" name="Shape 254"/>
        <p:cNvGrpSpPr/>
        <p:nvPr/>
      </p:nvGrpSpPr>
      <p:grpSpPr>
        <a:xfrm>
          <a:off x="0" y="0"/>
          <a:ext cx="0" cy="0"/>
          <a:chOff x="0" y="0"/>
          <a:chExt cx="0" cy="0"/>
        </a:xfrm>
      </p:grpSpPr>
      <p:sp>
        <p:nvSpPr>
          <p:cNvPr id="255" name="Google Shape;255;p40"/>
          <p:cNvSpPr>
            <a:spLocks noGrp="1"/>
          </p:cNvSpPr>
          <p:nvPr>
            <p:ph type="pic" idx="2"/>
          </p:nvPr>
        </p:nvSpPr>
        <p:spPr>
          <a:xfrm>
            <a:off x="0" y="6"/>
            <a:ext cx="12192000" cy="6129331"/>
          </a:xfrm>
          <a:prstGeom prst="rect">
            <a:avLst/>
          </a:prstGeom>
          <a:noFill/>
          <a:ln>
            <a:noFill/>
          </a:ln>
        </p:spPr>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Benutzerdefiniertes Layout" preserve="1">
  <p:cSld name="Benutzerdefiniertes Layout">
    <p:spTree>
      <p:nvGrpSpPr>
        <p:cNvPr id="1" name="Shape 256"/>
        <p:cNvGrpSpPr/>
        <p:nvPr/>
      </p:nvGrpSpPr>
      <p:grpSpPr>
        <a:xfrm>
          <a:off x="0" y="0"/>
          <a:ext cx="0" cy="0"/>
          <a:chOff x="0" y="0"/>
          <a:chExt cx="0" cy="0"/>
        </a:xfrm>
      </p:grpSpPr>
      <p:sp>
        <p:nvSpPr>
          <p:cNvPr id="257" name="Google Shape;257;p41"/>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58" name="Google Shape;258;p41"/>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1"/>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Benutzerdefiniertes Layout" preserve="1">
  <p:cSld name="1_Benutzerdefiniertes Layout">
    <p:spTree>
      <p:nvGrpSpPr>
        <p:cNvPr id="1" name="Shape 260"/>
        <p:cNvGrpSpPr/>
        <p:nvPr/>
      </p:nvGrpSpPr>
      <p:grpSpPr>
        <a:xfrm>
          <a:off x="0" y="0"/>
          <a:ext cx="0" cy="0"/>
          <a:chOff x="0" y="0"/>
          <a:chExt cx="0" cy="0"/>
        </a:xfrm>
      </p:grpSpPr>
      <p:sp>
        <p:nvSpPr>
          <p:cNvPr id="261" name="Google Shape;261;p42"/>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62" name="Google Shape;262;p4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3" name="Google Shape;263;p42"/>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2_Benutzerdefiniertes Layout" preserve="1">
  <p:cSld name="2_Benutzerdefiniertes Layout">
    <p:spTree>
      <p:nvGrpSpPr>
        <p:cNvPr id="1" name="Shape 264"/>
        <p:cNvGrpSpPr/>
        <p:nvPr/>
      </p:nvGrpSpPr>
      <p:grpSpPr>
        <a:xfrm>
          <a:off x="0" y="0"/>
          <a:ext cx="0" cy="0"/>
          <a:chOff x="0" y="0"/>
          <a:chExt cx="0" cy="0"/>
        </a:xfrm>
      </p:grpSpPr>
      <p:sp>
        <p:nvSpPr>
          <p:cNvPr id="265" name="Google Shape;265;p43"/>
          <p:cNvSpPr/>
          <p:nvPr/>
        </p:nvSpPr>
        <p:spPr>
          <a:xfrm>
            <a:off x="0" y="2"/>
            <a:ext cx="12192000" cy="6129336"/>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66" name="Google Shape;266;p43"/>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43"/>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3_Benutzerdefiniertes Layout" preserve="1">
  <p:cSld name="3_Benutzerdefiniertes Layout">
    <p:spTree>
      <p:nvGrpSpPr>
        <p:cNvPr id="1" name="Shape 268"/>
        <p:cNvGrpSpPr/>
        <p:nvPr/>
      </p:nvGrpSpPr>
      <p:grpSpPr>
        <a:xfrm>
          <a:off x="0" y="0"/>
          <a:ext cx="0" cy="0"/>
          <a:chOff x="0" y="0"/>
          <a:chExt cx="0" cy="0"/>
        </a:xfrm>
      </p:grpSpPr>
      <p:sp>
        <p:nvSpPr>
          <p:cNvPr id="269" name="Google Shape;269;p44"/>
          <p:cNvSpPr>
            <a:spLocks noGrp="1"/>
          </p:cNvSpPr>
          <p:nvPr>
            <p:ph type="pic" idx="2"/>
          </p:nvPr>
        </p:nvSpPr>
        <p:spPr>
          <a:xfrm>
            <a:off x="0" y="0"/>
            <a:ext cx="12192000" cy="6129338"/>
          </a:xfrm>
          <a:prstGeom prst="rect">
            <a:avLst/>
          </a:prstGeom>
          <a:solidFill>
            <a:srgbClr val="F2F2F2"/>
          </a:solidFill>
          <a:ln>
            <a:noFill/>
          </a:ln>
        </p:spPr>
      </p:sp>
      <p:sp>
        <p:nvSpPr>
          <p:cNvPr id="270" name="Google Shape;270;p4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1" name="Google Shape;271;p44"/>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1_Titel und Inhalt" type="blank" preserve="1">
  <p:cSld name="1_Titel und Inhalt">
    <p:spTree>
      <p:nvGrpSpPr>
        <p:cNvPr id="1" name="Shape 272"/>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matchingName="1_Titelfolie_TUD_weiß-blau" preserve="1">
  <p:cSld name="1_Titelfolie_TUD_weiß-blau">
    <p:spTree>
      <p:nvGrpSpPr>
        <p:cNvPr id="1" name="Shape 17"/>
        <p:cNvGrpSpPr/>
        <p:nvPr/>
      </p:nvGrpSpPr>
      <p:grpSpPr>
        <a:xfrm>
          <a:off x="0" y="0"/>
          <a:ext cx="0" cy="0"/>
          <a:chOff x="0" y="0"/>
          <a:chExt cx="0" cy="0"/>
        </a:xfrm>
      </p:grpSpPr>
      <p:pic>
        <p:nvPicPr>
          <p:cNvPr id="18" name="Google Shape;18;p1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27901"/>
            <a:ext cx="1468046" cy="548987"/>
          </a:xfrm>
          <a:prstGeom prst="rect">
            <a:avLst/>
          </a:prstGeom>
          <a:noFill/>
          <a:ln>
            <a:noFill/>
          </a:ln>
        </p:spPr>
      </p:pic>
      <p:pic>
        <p:nvPicPr>
          <p:cNvPr id="19" name="Google Shape;19;p1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
        <p:nvSpPr>
          <p:cNvPr id="20" name="Google Shape;20;p15"/>
          <p:cNvSpPr/>
          <p:nvPr/>
        </p:nvSpPr>
        <p:spPr>
          <a:xfrm>
            <a:off x="0" y="1204912"/>
            <a:ext cx="12192000" cy="5653089"/>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1" name="Google Shape;21;p15"/>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2" name="Google Shape;22;p15"/>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24" name="Google Shape;24;p15"/>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5" name="Google Shape;25;p15"/>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6" name="Google Shape;26;p15"/>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matchingName="1_Titelfolie_TUD_weiß" preserve="1">
  <p:cSld name="1_Titelfolie_TUD_weiß">
    <p:spTree>
      <p:nvGrpSpPr>
        <p:cNvPr id="1" name="Shape 27"/>
        <p:cNvGrpSpPr/>
        <p:nvPr/>
      </p:nvGrpSpPr>
      <p:grpSpPr>
        <a:xfrm>
          <a:off x="0" y="0"/>
          <a:ext cx="0" cy="0"/>
          <a:chOff x="0" y="0"/>
          <a:chExt cx="0" cy="0"/>
        </a:xfrm>
      </p:grpSpPr>
      <p:sp>
        <p:nvSpPr>
          <p:cNvPr id="28" name="Google Shape;28;p16"/>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9" name="Google Shape;29;p16"/>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6"/>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31" name="Google Shape;31;p16"/>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2" name="Google Shape;32;p16"/>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3" name="Google Shape;33;p16"/>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34" name="Google Shape;34;p1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21077"/>
            <a:ext cx="1468046" cy="548987"/>
          </a:xfrm>
          <a:prstGeom prst="rect">
            <a:avLst/>
          </a:prstGeom>
          <a:noFill/>
          <a:ln>
            <a:noFill/>
          </a:ln>
        </p:spPr>
      </p:pic>
      <p:pic>
        <p:nvPicPr>
          <p:cNvPr id="35" name="Google Shape;35;p1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2_Titel und ein Inhalt" preserve="1">
  <p:cSld name="2_Titel und ein Inhalt">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2400"/>
              <a:buFont typeface="Open Sans" panose="020B060603050402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874711" y="1484313"/>
            <a:ext cx="10580688" cy="4344987"/>
          </a:xfrm>
          <a:prstGeom prst="rect">
            <a:avLst/>
          </a:prstGeom>
          <a:noFill/>
          <a:ln>
            <a:noFill/>
          </a:ln>
        </p:spPr>
        <p:txBody>
          <a:bodyPr spcFirstLastPara="1" wrap="square" lIns="0" tIns="0" rIns="0" bIns="0" anchor="t" anchorCtr="0">
            <a:noAutofit/>
          </a:bodyPr>
          <a:lstStyle>
            <a:lvl1pPr marL="457200" lvl="0" indent="-228600" algn="l">
              <a:spcBef>
                <a:spcPts val="1200"/>
              </a:spcBef>
              <a:spcAft>
                <a:spcPts val="0"/>
              </a:spcAft>
              <a:buClr>
                <a:schemeClr val="accent1"/>
              </a:buClr>
              <a:buSzPts val="1600"/>
              <a:buNone/>
              <a:defRPr/>
            </a:lvl1pPr>
            <a:lvl2pPr marL="914400" lvl="1" indent="-228600" algn="l">
              <a:spcBef>
                <a:spcPts val="600"/>
              </a:spcBef>
              <a:spcAft>
                <a:spcPts val="0"/>
              </a:spcAft>
              <a:buClr>
                <a:schemeClr val="accent1"/>
              </a:buClr>
              <a:buSzPts val="1800"/>
              <a:buNone/>
              <a:defRPr/>
            </a:lvl2pPr>
            <a:lvl3pPr marL="1371600" lvl="2" indent="-330200" algn="l">
              <a:spcBef>
                <a:spcPts val="1200"/>
              </a:spcBef>
              <a:spcAft>
                <a:spcPts val="0"/>
              </a:spcAft>
              <a:buClr>
                <a:schemeClr val="accent1"/>
              </a:buClr>
              <a:buSzPts val="16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2_Titel und 2 Inhalte_" preserve="1">
  <p:cSld name="sahil">
    <p:spTree>
      <p:nvGrpSpPr>
        <p:cNvPr id="1" name="Shape 39"/>
        <p:cNvGrpSpPr/>
        <p:nvPr/>
      </p:nvGrpSpPr>
      <p:grpSpPr>
        <a:xfrm>
          <a:off x="0" y="0"/>
          <a:ext cx="0" cy="0"/>
          <a:chOff x="0" y="0"/>
          <a:chExt cx="0" cy="0"/>
        </a:xfrm>
      </p:grpSpPr>
      <p:sp>
        <p:nvSpPr>
          <p:cNvPr id="40" name="Google Shape;40;p1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8"/>
          <p:cNvSpPr txBox="1">
            <a:spLocks noGrp="1"/>
          </p:cNvSpPr>
          <p:nvPr>
            <p:ph type="body" idx="1"/>
          </p:nvPr>
        </p:nvSpPr>
        <p:spPr>
          <a:xfrm>
            <a:off x="874713"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2" name="Google Shape;42;p18"/>
          <p:cNvSpPr txBox="1">
            <a:spLocks noGrp="1"/>
          </p:cNvSpPr>
          <p:nvPr>
            <p:ph type="body" idx="2"/>
          </p:nvPr>
        </p:nvSpPr>
        <p:spPr>
          <a:xfrm>
            <a:off x="6267450"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matchingName="1_Titelfolie_TUD_blau" preserve="1">
  <p:cSld name="1_Titelfolie_TUD_blau">
    <p:spTree>
      <p:nvGrpSpPr>
        <p:cNvPr id="1" name="Shape 43"/>
        <p:cNvGrpSpPr/>
        <p:nvPr/>
      </p:nvGrpSpPr>
      <p:grpSpPr>
        <a:xfrm>
          <a:off x="0" y="0"/>
          <a:ext cx="0" cy="0"/>
          <a:chOff x="0" y="0"/>
          <a:chExt cx="0" cy="0"/>
        </a:xfrm>
      </p:grpSpPr>
      <p:sp>
        <p:nvSpPr>
          <p:cNvPr id="44" name="Google Shape;44;p19"/>
          <p:cNvSpPr/>
          <p:nvPr/>
        </p:nvSpPr>
        <p:spPr>
          <a:xfrm>
            <a:off x="0" y="0"/>
            <a:ext cx="12192000" cy="685800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pic>
        <p:nvPicPr>
          <p:cNvPr id="45" name="Google Shape;45;p19"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7694" y="329323"/>
            <a:ext cx="1463906" cy="543600"/>
          </a:xfrm>
          <a:prstGeom prst="rect">
            <a:avLst/>
          </a:prstGeom>
          <a:noFill/>
          <a:ln>
            <a:noFill/>
          </a:ln>
        </p:spPr>
      </p:pic>
      <p:pic>
        <p:nvPicPr>
          <p:cNvPr id="46" name="Google Shape;46;p19"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9731"/>
            <a:ext cx="1765029" cy="514800"/>
          </a:xfrm>
          <a:prstGeom prst="rect">
            <a:avLst/>
          </a:prstGeom>
          <a:noFill/>
          <a:ln>
            <a:noFill/>
          </a:ln>
        </p:spPr>
      </p:pic>
      <p:sp>
        <p:nvSpPr>
          <p:cNvPr id="47" name="Google Shape;47;p19"/>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8" name="Google Shape;48;p19"/>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9"/>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0" name="Google Shape;50;p19"/>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1" name="Google Shape;51;p19"/>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2" name="Google Shape;52;p19"/>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matchingName="1_Titelfolie_TUD_blauverlauf" preserve="1">
  <p:cSld name="1_Titelfolie_TUD_blauverlauf">
    <p:spTree>
      <p:nvGrpSpPr>
        <p:cNvPr id="1" name="Shape 53"/>
        <p:cNvGrpSpPr/>
        <p:nvPr/>
      </p:nvGrpSpPr>
      <p:grpSpPr>
        <a:xfrm>
          <a:off x="0" y="0"/>
          <a:ext cx="0" cy="0"/>
          <a:chOff x="0" y="0"/>
          <a:chExt cx="0" cy="0"/>
        </a:xfrm>
      </p:grpSpPr>
      <p:sp>
        <p:nvSpPr>
          <p:cNvPr id="54" name="Google Shape;54;p20"/>
          <p:cNvSpPr/>
          <p:nvPr/>
        </p:nvSpPr>
        <p:spPr>
          <a:xfrm>
            <a:off x="0" y="0"/>
            <a:ext cx="12192000" cy="6858001"/>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55" name="Google Shape;55;p20"/>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6" name="Google Shape;56;p20"/>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0"/>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8" name="Google Shape;58;p20"/>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9" name="Google Shape;59;p20"/>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60" name="Google Shape;60;p20"/>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61" name="Google Shape;61;p20"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7694" y="329323"/>
            <a:ext cx="1463906" cy="543600"/>
          </a:xfrm>
          <a:prstGeom prst="rect">
            <a:avLst/>
          </a:prstGeom>
          <a:noFill/>
          <a:ln>
            <a:noFill/>
          </a:ln>
        </p:spPr>
      </p:pic>
      <p:pic>
        <p:nvPicPr>
          <p:cNvPr id="62" name="Google Shape;62;p20"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9731"/>
            <a:ext cx="1765029" cy="514800"/>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matchingName="2_Titelfolie_TUD_Foto_a" preserve="1">
  <p:cSld name="2_Titelfolie_TUD_Foto_a">
    <p:spTree>
      <p:nvGrpSpPr>
        <p:cNvPr id="1" name="Shape 63"/>
        <p:cNvGrpSpPr/>
        <p:nvPr/>
      </p:nvGrpSpPr>
      <p:grpSpPr>
        <a:xfrm>
          <a:off x="0" y="0"/>
          <a:ext cx="0" cy="0"/>
          <a:chOff x="0" y="0"/>
          <a:chExt cx="0" cy="0"/>
        </a:xfrm>
      </p:grpSpPr>
      <p:sp>
        <p:nvSpPr>
          <p:cNvPr id="64" name="Google Shape;64;p21"/>
          <p:cNvSpPr>
            <a:spLocks noGrp="1"/>
          </p:cNvSpPr>
          <p:nvPr>
            <p:ph type="pic" idx="2"/>
          </p:nvPr>
        </p:nvSpPr>
        <p:spPr>
          <a:xfrm>
            <a:off x="0" y="0"/>
            <a:ext cx="12192000" cy="6858000"/>
          </a:xfrm>
          <a:prstGeom prst="rect">
            <a:avLst/>
          </a:prstGeom>
          <a:solidFill>
            <a:srgbClr val="F2F2F2"/>
          </a:solidFill>
          <a:ln>
            <a:noFill/>
          </a:ln>
        </p:spPr>
      </p:sp>
      <p:grpSp>
        <p:nvGrpSpPr>
          <p:cNvPr id="65" name="Google Shape;65;p21"/>
          <p:cNvGrpSpPr/>
          <p:nvPr/>
        </p:nvGrpSpPr>
        <p:grpSpPr>
          <a:xfrm>
            <a:off x="10411983" y="326258"/>
            <a:ext cx="1467221" cy="557364"/>
            <a:chOff x="13050" y="-8950"/>
            <a:chExt cx="2996775" cy="3035750"/>
          </a:xfrm>
        </p:grpSpPr>
        <p:sp>
          <p:nvSpPr>
            <p:cNvPr id="66" name="Google Shape;66;p21"/>
            <p:cNvSpPr/>
            <p:nvPr/>
          </p:nvSpPr>
          <p:spPr>
            <a:xfrm>
              <a:off x="13050" y="1830350"/>
              <a:ext cx="130750" cy="473225"/>
            </a:xfrm>
            <a:custGeom>
              <a:avLst/>
              <a:gdLst/>
              <a:ahLst/>
              <a:cxnLst/>
              <a:rect l="l" t="t" r="r" b="b"/>
              <a:pathLst>
                <a:path w="5230" h="18929" extrusionOk="0">
                  <a:moveTo>
                    <a:pt x="3007" y="0"/>
                  </a:moveTo>
                  <a:cubicBezTo>
                    <a:pt x="1439" y="0"/>
                    <a:pt x="1" y="2500"/>
                    <a:pt x="1" y="9643"/>
                  </a:cubicBezTo>
                  <a:cubicBezTo>
                    <a:pt x="1" y="16429"/>
                    <a:pt x="1439" y="18929"/>
                    <a:pt x="3007" y="18929"/>
                  </a:cubicBezTo>
                  <a:cubicBezTo>
                    <a:pt x="3922" y="18929"/>
                    <a:pt x="4707" y="18215"/>
                    <a:pt x="5230" y="16786"/>
                  </a:cubicBezTo>
                  <a:cubicBezTo>
                    <a:pt x="5230" y="16786"/>
                    <a:pt x="5230" y="16786"/>
                    <a:pt x="4315" y="14286"/>
                  </a:cubicBezTo>
                  <a:cubicBezTo>
                    <a:pt x="3922" y="15357"/>
                    <a:pt x="3530" y="16072"/>
                    <a:pt x="3007" y="16072"/>
                  </a:cubicBezTo>
                  <a:cubicBezTo>
                    <a:pt x="2485" y="16072"/>
                    <a:pt x="2092" y="15357"/>
                    <a:pt x="1831" y="14286"/>
                  </a:cubicBezTo>
                  <a:cubicBezTo>
                    <a:pt x="1439" y="13215"/>
                    <a:pt x="1308" y="11786"/>
                    <a:pt x="1308" y="9643"/>
                  </a:cubicBezTo>
                  <a:cubicBezTo>
                    <a:pt x="1308" y="7500"/>
                    <a:pt x="1439" y="6072"/>
                    <a:pt x="1831" y="5000"/>
                  </a:cubicBezTo>
                  <a:cubicBezTo>
                    <a:pt x="2092" y="3929"/>
                    <a:pt x="2485" y="3215"/>
                    <a:pt x="3007" y="3215"/>
                  </a:cubicBezTo>
                  <a:cubicBezTo>
                    <a:pt x="3530" y="3215"/>
                    <a:pt x="3922" y="3929"/>
                    <a:pt x="4315" y="5000"/>
                  </a:cubicBezTo>
                  <a:cubicBezTo>
                    <a:pt x="4315" y="5000"/>
                    <a:pt x="4315" y="5000"/>
                    <a:pt x="5230" y="2500"/>
                  </a:cubicBezTo>
                  <a:cubicBezTo>
                    <a:pt x="4707" y="715"/>
                    <a:pt x="3922" y="0"/>
                    <a:pt x="300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1"/>
            <p:cNvSpPr/>
            <p:nvPr/>
          </p:nvSpPr>
          <p:spPr>
            <a:xfrm>
              <a:off x="209150" y="1821425"/>
              <a:ext cx="143800" cy="482150"/>
            </a:xfrm>
            <a:custGeom>
              <a:avLst/>
              <a:gdLst/>
              <a:ahLst/>
              <a:cxnLst/>
              <a:rect l="l" t="t" r="r" b="b"/>
              <a:pathLst>
                <a:path w="5752" h="19286" extrusionOk="0">
                  <a:moveTo>
                    <a:pt x="2876" y="3572"/>
                  </a:moveTo>
                  <a:cubicBezTo>
                    <a:pt x="3137" y="3572"/>
                    <a:pt x="3529" y="3929"/>
                    <a:pt x="3791" y="4643"/>
                  </a:cubicBezTo>
                  <a:cubicBezTo>
                    <a:pt x="4183" y="5714"/>
                    <a:pt x="4314" y="7857"/>
                    <a:pt x="4314" y="9643"/>
                  </a:cubicBezTo>
                  <a:cubicBezTo>
                    <a:pt x="4314" y="11786"/>
                    <a:pt x="4183" y="13572"/>
                    <a:pt x="3791" y="15000"/>
                  </a:cubicBezTo>
                  <a:cubicBezTo>
                    <a:pt x="3660" y="15714"/>
                    <a:pt x="3268" y="16072"/>
                    <a:pt x="2876" y="16072"/>
                  </a:cubicBezTo>
                  <a:cubicBezTo>
                    <a:pt x="2353" y="16072"/>
                    <a:pt x="2092" y="15714"/>
                    <a:pt x="1830" y="15000"/>
                  </a:cubicBezTo>
                  <a:cubicBezTo>
                    <a:pt x="1438" y="13572"/>
                    <a:pt x="1307" y="11786"/>
                    <a:pt x="1307" y="9643"/>
                  </a:cubicBezTo>
                  <a:cubicBezTo>
                    <a:pt x="1307" y="7857"/>
                    <a:pt x="1438" y="5714"/>
                    <a:pt x="1830" y="4643"/>
                  </a:cubicBezTo>
                  <a:cubicBezTo>
                    <a:pt x="2092" y="3929"/>
                    <a:pt x="2353" y="3572"/>
                    <a:pt x="2876" y="3572"/>
                  </a:cubicBezTo>
                  <a:close/>
                  <a:moveTo>
                    <a:pt x="2876" y="0"/>
                  </a:moveTo>
                  <a:cubicBezTo>
                    <a:pt x="1830" y="0"/>
                    <a:pt x="1307" y="1072"/>
                    <a:pt x="784" y="2143"/>
                  </a:cubicBezTo>
                  <a:cubicBezTo>
                    <a:pt x="131" y="4286"/>
                    <a:pt x="0" y="6429"/>
                    <a:pt x="0" y="9643"/>
                  </a:cubicBezTo>
                  <a:cubicBezTo>
                    <a:pt x="0" y="12857"/>
                    <a:pt x="131" y="15357"/>
                    <a:pt x="784" y="17143"/>
                  </a:cubicBezTo>
                  <a:cubicBezTo>
                    <a:pt x="1176" y="18572"/>
                    <a:pt x="1830" y="19286"/>
                    <a:pt x="2876" y="19286"/>
                  </a:cubicBezTo>
                  <a:cubicBezTo>
                    <a:pt x="3660" y="19286"/>
                    <a:pt x="4444" y="18572"/>
                    <a:pt x="4837" y="17143"/>
                  </a:cubicBezTo>
                  <a:cubicBezTo>
                    <a:pt x="5490" y="15357"/>
                    <a:pt x="5621" y="12857"/>
                    <a:pt x="5752" y="9643"/>
                  </a:cubicBezTo>
                  <a:cubicBezTo>
                    <a:pt x="5752" y="6429"/>
                    <a:pt x="5490" y="4286"/>
                    <a:pt x="4837" y="2143"/>
                  </a:cubicBezTo>
                  <a:cubicBezTo>
                    <a:pt x="4444" y="1072"/>
                    <a:pt x="3791" y="0"/>
                    <a:pt x="2876"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1"/>
            <p:cNvSpPr/>
            <p:nvPr/>
          </p:nvSpPr>
          <p:spPr>
            <a:xfrm>
              <a:off x="431350" y="1821425"/>
              <a:ext cx="137300" cy="482150"/>
            </a:xfrm>
            <a:custGeom>
              <a:avLst/>
              <a:gdLst/>
              <a:ahLst/>
              <a:cxnLst/>
              <a:rect l="l" t="t" r="r" b="b"/>
              <a:pathLst>
                <a:path w="5492" h="19286" extrusionOk="0">
                  <a:moveTo>
                    <a:pt x="3138" y="0"/>
                  </a:moveTo>
                  <a:cubicBezTo>
                    <a:pt x="2485" y="0"/>
                    <a:pt x="1831" y="714"/>
                    <a:pt x="1308" y="2143"/>
                  </a:cubicBezTo>
                  <a:cubicBezTo>
                    <a:pt x="1308" y="2143"/>
                    <a:pt x="1308" y="2143"/>
                    <a:pt x="1308" y="357"/>
                  </a:cubicBezTo>
                  <a:lnTo>
                    <a:pt x="1" y="357"/>
                  </a:lnTo>
                  <a:cubicBezTo>
                    <a:pt x="1" y="357"/>
                    <a:pt x="1" y="357"/>
                    <a:pt x="1" y="19286"/>
                  </a:cubicBezTo>
                  <a:lnTo>
                    <a:pt x="1308" y="19286"/>
                  </a:lnTo>
                  <a:cubicBezTo>
                    <a:pt x="1308" y="19286"/>
                    <a:pt x="1308" y="19286"/>
                    <a:pt x="1308" y="7857"/>
                  </a:cubicBezTo>
                  <a:cubicBezTo>
                    <a:pt x="1308" y="5000"/>
                    <a:pt x="1962" y="3572"/>
                    <a:pt x="2746" y="3572"/>
                  </a:cubicBezTo>
                  <a:cubicBezTo>
                    <a:pt x="3530" y="3572"/>
                    <a:pt x="4184" y="4643"/>
                    <a:pt x="4184" y="7857"/>
                  </a:cubicBezTo>
                  <a:cubicBezTo>
                    <a:pt x="4184" y="7857"/>
                    <a:pt x="4184" y="7857"/>
                    <a:pt x="4184" y="19286"/>
                  </a:cubicBezTo>
                  <a:lnTo>
                    <a:pt x="5491" y="19286"/>
                  </a:lnTo>
                  <a:cubicBezTo>
                    <a:pt x="5491" y="19286"/>
                    <a:pt x="5491" y="19286"/>
                    <a:pt x="5491" y="7143"/>
                  </a:cubicBezTo>
                  <a:cubicBezTo>
                    <a:pt x="5491" y="5000"/>
                    <a:pt x="5360" y="3214"/>
                    <a:pt x="4838" y="1786"/>
                  </a:cubicBezTo>
                  <a:cubicBezTo>
                    <a:pt x="4445" y="714"/>
                    <a:pt x="392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1"/>
            <p:cNvSpPr/>
            <p:nvPr/>
          </p:nvSpPr>
          <p:spPr>
            <a:xfrm>
              <a:off x="643775" y="1830350"/>
              <a:ext cx="134025" cy="473225"/>
            </a:xfrm>
            <a:custGeom>
              <a:avLst/>
              <a:gdLst/>
              <a:ahLst/>
              <a:cxnLst/>
              <a:rect l="l" t="t" r="r" b="b"/>
              <a:pathLst>
                <a:path w="5361" h="18929" extrusionOk="0">
                  <a:moveTo>
                    <a:pt x="3138" y="0"/>
                  </a:moveTo>
                  <a:cubicBezTo>
                    <a:pt x="1569" y="0"/>
                    <a:pt x="1" y="2500"/>
                    <a:pt x="1" y="9643"/>
                  </a:cubicBezTo>
                  <a:cubicBezTo>
                    <a:pt x="1" y="16429"/>
                    <a:pt x="1569" y="18929"/>
                    <a:pt x="3138" y="18929"/>
                  </a:cubicBezTo>
                  <a:cubicBezTo>
                    <a:pt x="4053" y="18929"/>
                    <a:pt x="4707" y="18215"/>
                    <a:pt x="5360" y="16786"/>
                  </a:cubicBezTo>
                  <a:cubicBezTo>
                    <a:pt x="5360" y="16786"/>
                    <a:pt x="5360" y="16786"/>
                    <a:pt x="4445" y="14286"/>
                  </a:cubicBezTo>
                  <a:cubicBezTo>
                    <a:pt x="4053" y="15357"/>
                    <a:pt x="3661" y="16072"/>
                    <a:pt x="3138" y="16072"/>
                  </a:cubicBezTo>
                  <a:cubicBezTo>
                    <a:pt x="2615" y="16072"/>
                    <a:pt x="2223" y="15357"/>
                    <a:pt x="1831" y="14286"/>
                  </a:cubicBezTo>
                  <a:cubicBezTo>
                    <a:pt x="1569" y="13215"/>
                    <a:pt x="1439" y="11786"/>
                    <a:pt x="1439" y="9643"/>
                  </a:cubicBezTo>
                  <a:cubicBezTo>
                    <a:pt x="1439" y="7500"/>
                    <a:pt x="1569" y="6072"/>
                    <a:pt x="1831" y="5000"/>
                  </a:cubicBezTo>
                  <a:cubicBezTo>
                    <a:pt x="2092" y="3929"/>
                    <a:pt x="2615" y="3215"/>
                    <a:pt x="3138" y="3215"/>
                  </a:cubicBezTo>
                  <a:cubicBezTo>
                    <a:pt x="3661" y="3215"/>
                    <a:pt x="4053" y="3929"/>
                    <a:pt x="4445" y="5000"/>
                  </a:cubicBezTo>
                  <a:cubicBezTo>
                    <a:pt x="4445" y="5000"/>
                    <a:pt x="4445" y="5000"/>
                    <a:pt x="5360" y="2500"/>
                  </a:cubicBezTo>
                  <a:cubicBezTo>
                    <a:pt x="4707" y="715"/>
                    <a:pt x="4053"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1"/>
            <p:cNvSpPr/>
            <p:nvPr/>
          </p:nvSpPr>
          <p:spPr>
            <a:xfrm>
              <a:off x="839850" y="1830350"/>
              <a:ext cx="147100" cy="482150"/>
            </a:xfrm>
            <a:custGeom>
              <a:avLst/>
              <a:gdLst/>
              <a:ahLst/>
              <a:cxnLst/>
              <a:rect l="l" t="t" r="r" b="b"/>
              <a:pathLst>
                <a:path w="5884" h="19286" extrusionOk="0">
                  <a:moveTo>
                    <a:pt x="2877" y="2857"/>
                  </a:moveTo>
                  <a:cubicBezTo>
                    <a:pt x="3530" y="2857"/>
                    <a:pt x="4053" y="3929"/>
                    <a:pt x="4314" y="5357"/>
                  </a:cubicBezTo>
                  <a:cubicBezTo>
                    <a:pt x="4314" y="6072"/>
                    <a:pt x="4445" y="6786"/>
                    <a:pt x="4445" y="7857"/>
                  </a:cubicBezTo>
                  <a:lnTo>
                    <a:pt x="1439" y="7857"/>
                  </a:lnTo>
                  <a:cubicBezTo>
                    <a:pt x="1439" y="6786"/>
                    <a:pt x="1439" y="6072"/>
                    <a:pt x="1569" y="5357"/>
                  </a:cubicBezTo>
                  <a:cubicBezTo>
                    <a:pt x="1700" y="3929"/>
                    <a:pt x="2223" y="2857"/>
                    <a:pt x="2877" y="2857"/>
                  </a:cubicBezTo>
                  <a:close/>
                  <a:moveTo>
                    <a:pt x="2877" y="0"/>
                  </a:moveTo>
                  <a:cubicBezTo>
                    <a:pt x="1177" y="0"/>
                    <a:pt x="1" y="3572"/>
                    <a:pt x="1" y="9643"/>
                  </a:cubicBezTo>
                  <a:cubicBezTo>
                    <a:pt x="1" y="16786"/>
                    <a:pt x="1308" y="19286"/>
                    <a:pt x="3007" y="19286"/>
                  </a:cubicBezTo>
                  <a:cubicBezTo>
                    <a:pt x="4314" y="19286"/>
                    <a:pt x="4968" y="18215"/>
                    <a:pt x="5622" y="16072"/>
                  </a:cubicBezTo>
                  <a:cubicBezTo>
                    <a:pt x="5622" y="16072"/>
                    <a:pt x="5622" y="16072"/>
                    <a:pt x="4707" y="13929"/>
                  </a:cubicBezTo>
                  <a:cubicBezTo>
                    <a:pt x="4314" y="15357"/>
                    <a:pt x="3792" y="15715"/>
                    <a:pt x="3007" y="15715"/>
                  </a:cubicBezTo>
                  <a:cubicBezTo>
                    <a:pt x="1962" y="15715"/>
                    <a:pt x="1308" y="13929"/>
                    <a:pt x="1308" y="10357"/>
                  </a:cubicBezTo>
                  <a:lnTo>
                    <a:pt x="5883" y="10357"/>
                  </a:lnTo>
                  <a:cubicBezTo>
                    <a:pt x="5883" y="10357"/>
                    <a:pt x="5883" y="10357"/>
                    <a:pt x="5883" y="8929"/>
                  </a:cubicBezTo>
                  <a:cubicBezTo>
                    <a:pt x="5883" y="3929"/>
                    <a:pt x="4707" y="0"/>
                    <a:pt x="287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1"/>
            <p:cNvSpPr/>
            <p:nvPr/>
          </p:nvSpPr>
          <p:spPr>
            <a:xfrm>
              <a:off x="1062075" y="1821425"/>
              <a:ext cx="140550" cy="669650"/>
            </a:xfrm>
            <a:custGeom>
              <a:avLst/>
              <a:gdLst/>
              <a:ahLst/>
              <a:cxnLst/>
              <a:rect l="l" t="t" r="r" b="b"/>
              <a:pathLst>
                <a:path w="5622" h="26786" extrusionOk="0">
                  <a:moveTo>
                    <a:pt x="2746" y="3572"/>
                  </a:moveTo>
                  <a:cubicBezTo>
                    <a:pt x="4053" y="3572"/>
                    <a:pt x="4314" y="6429"/>
                    <a:pt x="4184" y="9643"/>
                  </a:cubicBezTo>
                  <a:cubicBezTo>
                    <a:pt x="4184" y="12857"/>
                    <a:pt x="4053" y="16072"/>
                    <a:pt x="2746" y="16072"/>
                  </a:cubicBezTo>
                  <a:cubicBezTo>
                    <a:pt x="1569" y="16072"/>
                    <a:pt x="1308" y="12857"/>
                    <a:pt x="1308" y="9643"/>
                  </a:cubicBezTo>
                  <a:cubicBezTo>
                    <a:pt x="1308" y="6429"/>
                    <a:pt x="1569" y="3572"/>
                    <a:pt x="2746" y="3572"/>
                  </a:cubicBezTo>
                  <a:close/>
                  <a:moveTo>
                    <a:pt x="3138" y="0"/>
                  </a:moveTo>
                  <a:cubicBezTo>
                    <a:pt x="2484" y="0"/>
                    <a:pt x="1831" y="714"/>
                    <a:pt x="1308" y="2143"/>
                  </a:cubicBezTo>
                  <a:cubicBezTo>
                    <a:pt x="1308" y="2143"/>
                    <a:pt x="1308" y="2143"/>
                    <a:pt x="1308" y="357"/>
                  </a:cubicBezTo>
                  <a:lnTo>
                    <a:pt x="1" y="357"/>
                  </a:lnTo>
                  <a:cubicBezTo>
                    <a:pt x="1" y="357"/>
                    <a:pt x="1" y="357"/>
                    <a:pt x="1" y="26786"/>
                  </a:cubicBezTo>
                  <a:lnTo>
                    <a:pt x="1308" y="26786"/>
                  </a:lnTo>
                  <a:cubicBezTo>
                    <a:pt x="1308" y="26786"/>
                    <a:pt x="1308" y="26786"/>
                    <a:pt x="1308" y="17143"/>
                  </a:cubicBezTo>
                  <a:cubicBezTo>
                    <a:pt x="1831" y="18929"/>
                    <a:pt x="2484" y="19286"/>
                    <a:pt x="3138" y="19286"/>
                  </a:cubicBezTo>
                  <a:cubicBezTo>
                    <a:pt x="3792" y="19286"/>
                    <a:pt x="4445" y="18572"/>
                    <a:pt x="4837" y="17857"/>
                  </a:cubicBezTo>
                  <a:cubicBezTo>
                    <a:pt x="5622" y="15714"/>
                    <a:pt x="5622" y="12500"/>
                    <a:pt x="5622" y="9643"/>
                  </a:cubicBezTo>
                  <a:cubicBezTo>
                    <a:pt x="5622" y="6786"/>
                    <a:pt x="5491" y="3572"/>
                    <a:pt x="4837" y="1786"/>
                  </a:cubicBezTo>
                  <a:cubicBezTo>
                    <a:pt x="4445" y="714"/>
                    <a:pt x="379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1"/>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429"/>
                    <a:pt x="1308" y="24286"/>
                    <a:pt x="2615" y="24286"/>
                  </a:cubicBezTo>
                  <a:lnTo>
                    <a:pt x="3400" y="24286"/>
                  </a:lnTo>
                  <a:cubicBezTo>
                    <a:pt x="3400" y="24286"/>
                    <a:pt x="3400" y="24286"/>
                    <a:pt x="3400" y="20714"/>
                  </a:cubicBezTo>
                  <a:lnTo>
                    <a:pt x="2877" y="20714"/>
                  </a:lnTo>
                  <a:cubicBezTo>
                    <a:pt x="2354" y="20714"/>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1"/>
            <p:cNvSpPr/>
            <p:nvPr/>
          </p:nvSpPr>
          <p:spPr>
            <a:xfrm>
              <a:off x="16325" y="723200"/>
              <a:ext cx="173225" cy="651800"/>
            </a:xfrm>
            <a:custGeom>
              <a:avLst/>
              <a:gdLst/>
              <a:ahLst/>
              <a:cxnLst/>
              <a:rect l="l" t="t" r="r" b="b"/>
              <a:pathLst>
                <a:path w="6929" h="26072" extrusionOk="0">
                  <a:moveTo>
                    <a:pt x="3269" y="3572"/>
                  </a:moveTo>
                  <a:cubicBezTo>
                    <a:pt x="3922" y="3572"/>
                    <a:pt x="4445" y="3929"/>
                    <a:pt x="4837" y="5358"/>
                  </a:cubicBezTo>
                  <a:cubicBezTo>
                    <a:pt x="5360" y="6786"/>
                    <a:pt x="5360" y="9286"/>
                    <a:pt x="5360" y="13215"/>
                  </a:cubicBezTo>
                  <a:cubicBezTo>
                    <a:pt x="5360" y="16786"/>
                    <a:pt x="5360" y="19643"/>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072"/>
                  </a:cubicBezTo>
                  <a:lnTo>
                    <a:pt x="3399" y="26072"/>
                  </a:lnTo>
                  <a:cubicBezTo>
                    <a:pt x="4314" y="26072"/>
                    <a:pt x="5229" y="25358"/>
                    <a:pt x="5883" y="23929"/>
                  </a:cubicBezTo>
                  <a:cubicBezTo>
                    <a:pt x="6929" y="21072"/>
                    <a:pt x="6929" y="16786"/>
                    <a:pt x="6929" y="12858"/>
                  </a:cubicBezTo>
                  <a:cubicBezTo>
                    <a:pt x="6929" y="8929"/>
                    <a:pt x="6929" y="5358"/>
                    <a:pt x="5883" y="2501"/>
                  </a:cubicBezTo>
                  <a:cubicBezTo>
                    <a:pt x="5229" y="715"/>
                    <a:pt x="431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1"/>
            <p:cNvSpPr/>
            <p:nvPr/>
          </p:nvSpPr>
          <p:spPr>
            <a:xfrm>
              <a:off x="274500" y="723200"/>
              <a:ext cx="173225" cy="660750"/>
            </a:xfrm>
            <a:custGeom>
              <a:avLst/>
              <a:gdLst/>
              <a:ahLst/>
              <a:cxnLst/>
              <a:rect l="l" t="t" r="r" b="b"/>
              <a:pathLst>
                <a:path w="6929" h="26430" extrusionOk="0">
                  <a:moveTo>
                    <a:pt x="3530" y="3572"/>
                  </a:moveTo>
                  <a:cubicBezTo>
                    <a:pt x="4576" y="3572"/>
                    <a:pt x="5229" y="5001"/>
                    <a:pt x="5229" y="7501"/>
                  </a:cubicBezTo>
                  <a:cubicBezTo>
                    <a:pt x="5229" y="10358"/>
                    <a:pt x="4576" y="11786"/>
                    <a:pt x="3530" y="11786"/>
                  </a:cubicBezTo>
                  <a:lnTo>
                    <a:pt x="1308" y="11786"/>
                  </a:lnTo>
                  <a:cubicBezTo>
                    <a:pt x="1308" y="11786"/>
                    <a:pt x="1308" y="11786"/>
                    <a:pt x="1308" y="3572"/>
                  </a:cubicBezTo>
                  <a:close/>
                  <a:moveTo>
                    <a:pt x="0" y="1"/>
                  </a:moveTo>
                  <a:cubicBezTo>
                    <a:pt x="0" y="1"/>
                    <a:pt x="0" y="1"/>
                    <a:pt x="0" y="26429"/>
                  </a:cubicBezTo>
                  <a:lnTo>
                    <a:pt x="1438" y="26429"/>
                  </a:lnTo>
                  <a:cubicBezTo>
                    <a:pt x="1438" y="26429"/>
                    <a:pt x="1438" y="26429"/>
                    <a:pt x="1438" y="15358"/>
                  </a:cubicBezTo>
                  <a:lnTo>
                    <a:pt x="3268" y="15358"/>
                  </a:lnTo>
                  <a:cubicBezTo>
                    <a:pt x="3268" y="15358"/>
                    <a:pt x="3268" y="15358"/>
                    <a:pt x="5229" y="26429"/>
                  </a:cubicBezTo>
                  <a:lnTo>
                    <a:pt x="6928" y="26429"/>
                  </a:lnTo>
                  <a:cubicBezTo>
                    <a:pt x="6928" y="26429"/>
                    <a:pt x="6928" y="26429"/>
                    <a:pt x="4706" y="14643"/>
                  </a:cubicBezTo>
                  <a:cubicBezTo>
                    <a:pt x="5752" y="13929"/>
                    <a:pt x="6667" y="11429"/>
                    <a:pt x="6667" y="7501"/>
                  </a:cubicBezTo>
                  <a:cubicBezTo>
                    <a:pt x="6667" y="3215"/>
                    <a:pt x="5491" y="1"/>
                    <a:pt x="3661"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1"/>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p:nvPr/>
          </p:nvSpPr>
          <p:spPr>
            <a:xfrm>
              <a:off x="751625" y="723200"/>
              <a:ext cx="173225" cy="660750"/>
            </a:xfrm>
            <a:custGeom>
              <a:avLst/>
              <a:gdLst/>
              <a:ahLst/>
              <a:cxnLst/>
              <a:rect l="l" t="t" r="r" b="b"/>
              <a:pathLst>
                <a:path w="6929" h="26430" extrusionOk="0">
                  <a:moveTo>
                    <a:pt x="3530" y="1"/>
                  </a:moveTo>
                  <a:cubicBezTo>
                    <a:pt x="1569" y="1"/>
                    <a:pt x="262" y="3215"/>
                    <a:pt x="262" y="7501"/>
                  </a:cubicBezTo>
                  <a:cubicBezTo>
                    <a:pt x="262" y="9643"/>
                    <a:pt x="523" y="11429"/>
                    <a:pt x="1046" y="12501"/>
                  </a:cubicBezTo>
                  <a:cubicBezTo>
                    <a:pt x="1438" y="13929"/>
                    <a:pt x="2092" y="14643"/>
                    <a:pt x="2876" y="14643"/>
                  </a:cubicBezTo>
                  <a:cubicBezTo>
                    <a:pt x="2876" y="14643"/>
                    <a:pt x="2876" y="14643"/>
                    <a:pt x="3922" y="15358"/>
                  </a:cubicBezTo>
                  <a:cubicBezTo>
                    <a:pt x="4576" y="15358"/>
                    <a:pt x="4706" y="15715"/>
                    <a:pt x="4968" y="16429"/>
                  </a:cubicBezTo>
                  <a:cubicBezTo>
                    <a:pt x="5229" y="16786"/>
                    <a:pt x="5360" y="17858"/>
                    <a:pt x="5360" y="18929"/>
                  </a:cubicBezTo>
                  <a:cubicBezTo>
                    <a:pt x="5360" y="21786"/>
                    <a:pt x="4706" y="23215"/>
                    <a:pt x="3399" y="23215"/>
                  </a:cubicBezTo>
                  <a:cubicBezTo>
                    <a:pt x="2353" y="23215"/>
                    <a:pt x="1700" y="22501"/>
                    <a:pt x="915" y="20358"/>
                  </a:cubicBezTo>
                  <a:cubicBezTo>
                    <a:pt x="915" y="20358"/>
                    <a:pt x="915" y="20358"/>
                    <a:pt x="0" y="23215"/>
                  </a:cubicBezTo>
                  <a:cubicBezTo>
                    <a:pt x="785" y="25715"/>
                    <a:pt x="1830" y="26429"/>
                    <a:pt x="3399" y="26429"/>
                  </a:cubicBezTo>
                  <a:cubicBezTo>
                    <a:pt x="5360" y="26429"/>
                    <a:pt x="6798" y="23572"/>
                    <a:pt x="6928" y="19286"/>
                  </a:cubicBezTo>
                  <a:cubicBezTo>
                    <a:pt x="6928" y="16786"/>
                    <a:pt x="6667" y="15001"/>
                    <a:pt x="6144" y="13929"/>
                  </a:cubicBezTo>
                  <a:cubicBezTo>
                    <a:pt x="5752" y="12858"/>
                    <a:pt x="5229" y="12143"/>
                    <a:pt x="4314" y="11786"/>
                  </a:cubicBezTo>
                  <a:cubicBezTo>
                    <a:pt x="4314" y="11786"/>
                    <a:pt x="4314" y="11786"/>
                    <a:pt x="3138" y="11429"/>
                  </a:cubicBezTo>
                  <a:cubicBezTo>
                    <a:pt x="2745" y="11072"/>
                    <a:pt x="2353" y="10715"/>
                    <a:pt x="2092" y="10001"/>
                  </a:cubicBezTo>
                  <a:cubicBezTo>
                    <a:pt x="1830" y="9643"/>
                    <a:pt x="1700" y="8572"/>
                    <a:pt x="1700" y="7501"/>
                  </a:cubicBezTo>
                  <a:cubicBezTo>
                    <a:pt x="1700" y="5358"/>
                    <a:pt x="2353" y="3572"/>
                    <a:pt x="3530" y="3572"/>
                  </a:cubicBezTo>
                  <a:cubicBezTo>
                    <a:pt x="4314" y="3572"/>
                    <a:pt x="4968" y="3929"/>
                    <a:pt x="5621" y="5358"/>
                  </a:cubicBezTo>
                  <a:cubicBezTo>
                    <a:pt x="5621" y="5358"/>
                    <a:pt x="5621" y="5358"/>
                    <a:pt x="6536" y="2858"/>
                  </a:cubicBezTo>
                  <a:cubicBezTo>
                    <a:pt x="5752" y="715"/>
                    <a:pt x="4837" y="1"/>
                    <a:pt x="3530"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1"/>
            <p:cNvSpPr/>
            <p:nvPr/>
          </p:nvSpPr>
          <p:spPr>
            <a:xfrm>
              <a:off x="1000000" y="723200"/>
              <a:ext cx="173350" cy="651800"/>
            </a:xfrm>
            <a:custGeom>
              <a:avLst/>
              <a:gdLst/>
              <a:ahLst/>
              <a:cxnLst/>
              <a:rect l="l" t="t" r="r" b="b"/>
              <a:pathLst>
                <a:path w="6934" h="26072" extrusionOk="0">
                  <a:moveTo>
                    <a:pt x="3399" y="3572"/>
                  </a:moveTo>
                  <a:cubicBezTo>
                    <a:pt x="4052" y="3572"/>
                    <a:pt x="4575" y="3929"/>
                    <a:pt x="4967" y="5358"/>
                  </a:cubicBezTo>
                  <a:cubicBezTo>
                    <a:pt x="5490" y="6786"/>
                    <a:pt x="5490" y="9286"/>
                    <a:pt x="5490" y="13215"/>
                  </a:cubicBezTo>
                  <a:cubicBezTo>
                    <a:pt x="5490" y="16786"/>
                    <a:pt x="5490" y="19643"/>
                    <a:pt x="4967" y="21072"/>
                  </a:cubicBezTo>
                  <a:cubicBezTo>
                    <a:pt x="4575" y="22143"/>
                    <a:pt x="4052" y="22858"/>
                    <a:pt x="3399" y="22858"/>
                  </a:cubicBezTo>
                  <a:lnTo>
                    <a:pt x="1569" y="22858"/>
                  </a:lnTo>
                  <a:cubicBezTo>
                    <a:pt x="1569" y="22858"/>
                    <a:pt x="1569" y="22858"/>
                    <a:pt x="1569" y="3572"/>
                  </a:cubicBezTo>
                  <a:close/>
                  <a:moveTo>
                    <a:pt x="0" y="1"/>
                  </a:moveTo>
                  <a:cubicBezTo>
                    <a:pt x="0" y="1"/>
                    <a:pt x="0" y="1"/>
                    <a:pt x="0" y="26072"/>
                  </a:cubicBezTo>
                  <a:lnTo>
                    <a:pt x="3399" y="26072"/>
                  </a:lnTo>
                  <a:cubicBezTo>
                    <a:pt x="4444" y="26072"/>
                    <a:pt x="5359" y="25358"/>
                    <a:pt x="6013" y="23929"/>
                  </a:cubicBezTo>
                  <a:cubicBezTo>
                    <a:pt x="7059" y="21072"/>
                    <a:pt x="6928" y="16786"/>
                    <a:pt x="6928" y="12858"/>
                  </a:cubicBezTo>
                  <a:cubicBezTo>
                    <a:pt x="6928" y="8929"/>
                    <a:pt x="7059" y="5358"/>
                    <a:pt x="6013" y="2501"/>
                  </a:cubicBezTo>
                  <a:cubicBezTo>
                    <a:pt x="5359" y="715"/>
                    <a:pt x="444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1"/>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1"/>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1"/>
            <p:cNvSpPr/>
            <p:nvPr/>
          </p:nvSpPr>
          <p:spPr>
            <a:xfrm>
              <a:off x="2405225" y="1919625"/>
              <a:ext cx="405250" cy="1107175"/>
            </a:xfrm>
            <a:custGeom>
              <a:avLst/>
              <a:gdLst/>
              <a:ahLst/>
              <a:cxnLst/>
              <a:rect l="l" t="t" r="r" b="b"/>
              <a:pathLst>
                <a:path w="16210" h="44287" extrusionOk="0">
                  <a:moveTo>
                    <a:pt x="16209" y="1"/>
                  </a:moveTo>
                  <a:lnTo>
                    <a:pt x="0" y="44286"/>
                  </a:lnTo>
                  <a:lnTo>
                    <a:pt x="0" y="44286"/>
                  </a:lnTo>
                  <a:lnTo>
                    <a:pt x="16209" y="30358"/>
                  </a:lnTo>
                  <a:lnTo>
                    <a:pt x="16209" y="1"/>
                  </a:lnTo>
                  <a:close/>
                </a:path>
              </a:pathLst>
            </a:custGeom>
            <a:solidFill>
              <a:srgbClr val="0A9B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1"/>
            <p:cNvSpPr/>
            <p:nvPr/>
          </p:nvSpPr>
          <p:spPr>
            <a:xfrm>
              <a:off x="2810450" y="1107125"/>
              <a:ext cx="199375" cy="1571450"/>
            </a:xfrm>
            <a:custGeom>
              <a:avLst/>
              <a:gdLst/>
              <a:ahLst/>
              <a:cxnLst/>
              <a:rect l="l" t="t" r="r" b="b"/>
              <a:pathLst>
                <a:path w="7975" h="62858" extrusionOk="0">
                  <a:moveTo>
                    <a:pt x="0" y="1"/>
                  </a:moveTo>
                  <a:lnTo>
                    <a:pt x="0" y="62858"/>
                  </a:lnTo>
                  <a:lnTo>
                    <a:pt x="7974" y="21429"/>
                  </a:lnTo>
                  <a:lnTo>
                    <a:pt x="0" y="1"/>
                  </a:lnTo>
                  <a:close/>
                </a:path>
              </a:pathLst>
            </a:custGeom>
            <a:solidFill>
              <a:srgbClr val="A0D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p:nvPr/>
          </p:nvSpPr>
          <p:spPr>
            <a:xfrm>
              <a:off x="2601300" y="535700"/>
              <a:ext cx="408525" cy="1107175"/>
            </a:xfrm>
            <a:custGeom>
              <a:avLst/>
              <a:gdLst/>
              <a:ahLst/>
              <a:cxnLst/>
              <a:rect l="l" t="t" r="r" b="b"/>
              <a:pathLst>
                <a:path w="16341" h="44287" extrusionOk="0">
                  <a:moveTo>
                    <a:pt x="0" y="1"/>
                  </a:moveTo>
                  <a:lnTo>
                    <a:pt x="16340" y="44286"/>
                  </a:lnTo>
                  <a:lnTo>
                    <a:pt x="11111" y="1"/>
                  </a:lnTo>
                  <a:close/>
                </a:path>
              </a:pathLst>
            </a:custGeom>
            <a:solidFill>
              <a:srgbClr val="649B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1"/>
            <p:cNvSpPr/>
            <p:nvPr/>
          </p:nvSpPr>
          <p:spPr>
            <a:xfrm>
              <a:off x="2303900" y="-8950"/>
              <a:ext cx="575200" cy="544675"/>
            </a:xfrm>
            <a:custGeom>
              <a:avLst/>
              <a:gdLst/>
              <a:ahLst/>
              <a:cxnLst/>
              <a:rect l="l" t="t" r="r" b="b"/>
              <a:pathLst>
                <a:path w="23008" h="21787" extrusionOk="0">
                  <a:moveTo>
                    <a:pt x="7975" y="1"/>
                  </a:moveTo>
                  <a:lnTo>
                    <a:pt x="1" y="21787"/>
                  </a:lnTo>
                  <a:lnTo>
                    <a:pt x="23007" y="21787"/>
                  </a:lnTo>
                  <a:lnTo>
                    <a:pt x="7975" y="1"/>
                  </a:lnTo>
                  <a:close/>
                </a:path>
              </a:pathLst>
            </a:custGeom>
            <a:solidFill>
              <a:srgbClr val="3264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1"/>
            <p:cNvSpPr/>
            <p:nvPr/>
          </p:nvSpPr>
          <p:spPr>
            <a:xfrm>
              <a:off x="2094750" y="-8950"/>
              <a:ext cx="408525" cy="1116100"/>
            </a:xfrm>
            <a:custGeom>
              <a:avLst/>
              <a:gdLst/>
              <a:ahLst/>
              <a:cxnLst/>
              <a:rect l="l" t="t" r="r" b="b"/>
              <a:pathLst>
                <a:path w="16341" h="44644" extrusionOk="0">
                  <a:moveTo>
                    <a:pt x="16341" y="1"/>
                  </a:moveTo>
                  <a:lnTo>
                    <a:pt x="1" y="13929"/>
                  </a:lnTo>
                  <a:lnTo>
                    <a:pt x="1" y="44644"/>
                  </a:lnTo>
                  <a:lnTo>
                    <a:pt x="16341"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1"/>
            <p:cNvSpPr/>
            <p:nvPr/>
          </p:nvSpPr>
          <p:spPr>
            <a:xfrm>
              <a:off x="2026125" y="2491050"/>
              <a:ext cx="575200" cy="535750"/>
            </a:xfrm>
            <a:custGeom>
              <a:avLst/>
              <a:gdLst/>
              <a:ahLst/>
              <a:cxnLst/>
              <a:rect l="l" t="t" r="r" b="b"/>
              <a:pathLst>
                <a:path w="23008" h="21430" extrusionOk="0">
                  <a:moveTo>
                    <a:pt x="1" y="1"/>
                  </a:moveTo>
                  <a:lnTo>
                    <a:pt x="15164" y="21429"/>
                  </a:lnTo>
                  <a:lnTo>
                    <a:pt x="23007" y="1"/>
                  </a:lnTo>
                  <a:close/>
                </a:path>
              </a:pathLst>
            </a:custGeom>
            <a:solidFill>
              <a:srgbClr val="37B4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1"/>
            <p:cNvSpPr/>
            <p:nvPr/>
          </p:nvSpPr>
          <p:spPr>
            <a:xfrm>
              <a:off x="1895400" y="339275"/>
              <a:ext cx="199375" cy="1580375"/>
            </a:xfrm>
            <a:custGeom>
              <a:avLst/>
              <a:gdLst/>
              <a:ahLst/>
              <a:cxnLst/>
              <a:rect l="l" t="t" r="r" b="b"/>
              <a:pathLst>
                <a:path w="7975" h="63215" extrusionOk="0">
                  <a:moveTo>
                    <a:pt x="7975" y="0"/>
                  </a:moveTo>
                  <a:lnTo>
                    <a:pt x="1" y="41429"/>
                  </a:lnTo>
                  <a:lnTo>
                    <a:pt x="7975" y="63215"/>
                  </a:lnTo>
                  <a:lnTo>
                    <a:pt x="7975" y="0"/>
                  </a:lnTo>
                  <a:close/>
                </a:path>
              </a:pathLst>
            </a:custGeom>
            <a:solidFill>
              <a:srgbClr val="CDDC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1"/>
            <p:cNvSpPr/>
            <p:nvPr/>
          </p:nvSpPr>
          <p:spPr>
            <a:xfrm>
              <a:off x="1895400" y="1375000"/>
              <a:ext cx="408525" cy="1116075"/>
            </a:xfrm>
            <a:custGeom>
              <a:avLst/>
              <a:gdLst/>
              <a:ahLst/>
              <a:cxnLst/>
              <a:rect l="l" t="t" r="r" b="b"/>
              <a:pathLst>
                <a:path w="16341" h="44643" extrusionOk="0">
                  <a:moveTo>
                    <a:pt x="1" y="0"/>
                  </a:moveTo>
                  <a:lnTo>
                    <a:pt x="5230" y="44643"/>
                  </a:lnTo>
                  <a:lnTo>
                    <a:pt x="16341" y="44643"/>
                  </a:lnTo>
                  <a:lnTo>
                    <a:pt x="1" y="0"/>
                  </a:lnTo>
                  <a:close/>
                </a:path>
              </a:pathLst>
            </a:custGeom>
            <a:solidFill>
              <a:srgbClr val="A0C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21"/>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89" name="Google Shape;89;p21"/>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21"/>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91" name="Google Shape;91;p21"/>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2" name="Google Shape;92;p21"/>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3" name="Google Shape;93;p21"/>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4" name="Google Shape;94;p21"/>
          <p:cNvSpPr/>
          <p:nvPr/>
        </p:nvSpPr>
        <p:spPr>
          <a:xfrm>
            <a:off x="286458" y="334822"/>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0030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matchingName="3_Titelfolie_TUD_weiß+Foto" preserve="1">
  <p:cSld name="3_Titelfolie_TUD_weiß+Foto">
    <p:spTree>
      <p:nvGrpSpPr>
        <p:cNvPr id="1" name="Shape 95"/>
        <p:cNvGrpSpPr/>
        <p:nvPr/>
      </p:nvGrpSpPr>
      <p:grpSpPr>
        <a:xfrm>
          <a:off x="0" y="0"/>
          <a:ext cx="0" cy="0"/>
          <a:chOff x="0" y="0"/>
          <a:chExt cx="0" cy="0"/>
        </a:xfrm>
      </p:grpSpPr>
      <p:sp>
        <p:nvSpPr>
          <p:cNvPr id="96" name="Google Shape;96;p22"/>
          <p:cNvSpPr>
            <a:spLocks noGrp="1"/>
          </p:cNvSpPr>
          <p:nvPr>
            <p:ph type="pic" idx="2"/>
          </p:nvPr>
        </p:nvSpPr>
        <p:spPr>
          <a:xfrm>
            <a:off x="0" y="0"/>
            <a:ext cx="12192000" cy="6858000"/>
          </a:xfrm>
          <a:prstGeom prst="rect">
            <a:avLst/>
          </a:prstGeom>
          <a:solidFill>
            <a:srgbClr val="F2F2F2"/>
          </a:solidFill>
          <a:ln>
            <a:noFill/>
          </a:ln>
        </p:spPr>
      </p:sp>
      <p:grpSp>
        <p:nvGrpSpPr>
          <p:cNvPr id="97" name="Google Shape;97;p22"/>
          <p:cNvGrpSpPr/>
          <p:nvPr/>
        </p:nvGrpSpPr>
        <p:grpSpPr>
          <a:xfrm>
            <a:off x="10448854" y="326606"/>
            <a:ext cx="1467221" cy="557364"/>
            <a:chOff x="13050" y="-8950"/>
            <a:chExt cx="2996775" cy="3035750"/>
          </a:xfrm>
        </p:grpSpPr>
        <p:sp>
          <p:nvSpPr>
            <p:cNvPr id="98" name="Google Shape;98;p22"/>
            <p:cNvSpPr/>
            <p:nvPr/>
          </p:nvSpPr>
          <p:spPr>
            <a:xfrm>
              <a:off x="13050" y="1821425"/>
              <a:ext cx="134025" cy="482150"/>
            </a:xfrm>
            <a:custGeom>
              <a:avLst/>
              <a:gdLst/>
              <a:ahLst/>
              <a:cxnLst/>
              <a:rect l="l" t="t" r="r" b="b"/>
              <a:pathLst>
                <a:path w="5361" h="19286" extrusionOk="0">
                  <a:moveTo>
                    <a:pt x="3007" y="0"/>
                  </a:moveTo>
                  <a:cubicBezTo>
                    <a:pt x="1439" y="0"/>
                    <a:pt x="1" y="2857"/>
                    <a:pt x="1" y="9643"/>
                  </a:cubicBezTo>
                  <a:cubicBezTo>
                    <a:pt x="1" y="16786"/>
                    <a:pt x="1439" y="19286"/>
                    <a:pt x="3007" y="19286"/>
                  </a:cubicBezTo>
                  <a:cubicBezTo>
                    <a:pt x="4053" y="19286"/>
                    <a:pt x="4707" y="18572"/>
                    <a:pt x="5360" y="16786"/>
                  </a:cubicBezTo>
                  <a:cubicBezTo>
                    <a:pt x="5360" y="16786"/>
                    <a:pt x="5360" y="16786"/>
                    <a:pt x="4315" y="14286"/>
                  </a:cubicBezTo>
                  <a:cubicBezTo>
                    <a:pt x="3922" y="15357"/>
                    <a:pt x="3530" y="16072"/>
                    <a:pt x="3007" y="16072"/>
                  </a:cubicBezTo>
                  <a:cubicBezTo>
                    <a:pt x="2485" y="16072"/>
                    <a:pt x="2092" y="15357"/>
                    <a:pt x="1831" y="14286"/>
                  </a:cubicBezTo>
                  <a:cubicBezTo>
                    <a:pt x="1439" y="13214"/>
                    <a:pt x="1308" y="11786"/>
                    <a:pt x="1308" y="9643"/>
                  </a:cubicBezTo>
                  <a:cubicBezTo>
                    <a:pt x="1308" y="7500"/>
                    <a:pt x="1439" y="6072"/>
                    <a:pt x="1831" y="5000"/>
                  </a:cubicBezTo>
                  <a:cubicBezTo>
                    <a:pt x="2092" y="3929"/>
                    <a:pt x="2485" y="3572"/>
                    <a:pt x="3007" y="3572"/>
                  </a:cubicBezTo>
                  <a:cubicBezTo>
                    <a:pt x="3530" y="3572"/>
                    <a:pt x="3922" y="3929"/>
                    <a:pt x="4315" y="5357"/>
                  </a:cubicBezTo>
                  <a:cubicBezTo>
                    <a:pt x="4315" y="5357"/>
                    <a:pt x="4315" y="5357"/>
                    <a:pt x="5360" y="2857"/>
                  </a:cubicBezTo>
                  <a:cubicBezTo>
                    <a:pt x="4707" y="714"/>
                    <a:pt x="4053" y="0"/>
                    <a:pt x="30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a:off x="205875" y="1821425"/>
              <a:ext cx="143800" cy="482150"/>
            </a:xfrm>
            <a:custGeom>
              <a:avLst/>
              <a:gdLst/>
              <a:ahLst/>
              <a:cxnLst/>
              <a:rect l="l" t="t" r="r" b="b"/>
              <a:pathLst>
                <a:path w="5752" h="19286" extrusionOk="0">
                  <a:moveTo>
                    <a:pt x="2876" y="3572"/>
                  </a:moveTo>
                  <a:cubicBezTo>
                    <a:pt x="3399" y="3572"/>
                    <a:pt x="3660" y="3929"/>
                    <a:pt x="3922" y="4643"/>
                  </a:cubicBezTo>
                  <a:cubicBezTo>
                    <a:pt x="4314" y="5714"/>
                    <a:pt x="4445" y="7857"/>
                    <a:pt x="4445" y="9643"/>
                  </a:cubicBezTo>
                  <a:cubicBezTo>
                    <a:pt x="4445" y="11786"/>
                    <a:pt x="4314" y="13572"/>
                    <a:pt x="3922" y="15000"/>
                  </a:cubicBezTo>
                  <a:cubicBezTo>
                    <a:pt x="3660" y="15714"/>
                    <a:pt x="3268" y="16072"/>
                    <a:pt x="2876" y="16072"/>
                  </a:cubicBezTo>
                  <a:cubicBezTo>
                    <a:pt x="2484" y="16072"/>
                    <a:pt x="2223" y="15714"/>
                    <a:pt x="1961" y="15000"/>
                  </a:cubicBezTo>
                  <a:cubicBezTo>
                    <a:pt x="1438" y="13572"/>
                    <a:pt x="1438" y="11786"/>
                    <a:pt x="1438" y="9643"/>
                  </a:cubicBezTo>
                  <a:cubicBezTo>
                    <a:pt x="1438" y="7857"/>
                    <a:pt x="1438" y="5714"/>
                    <a:pt x="1961" y="4643"/>
                  </a:cubicBezTo>
                  <a:cubicBezTo>
                    <a:pt x="2223" y="3929"/>
                    <a:pt x="2484" y="3572"/>
                    <a:pt x="2876" y="3572"/>
                  </a:cubicBezTo>
                  <a:close/>
                  <a:moveTo>
                    <a:pt x="2876" y="0"/>
                  </a:moveTo>
                  <a:cubicBezTo>
                    <a:pt x="1961" y="0"/>
                    <a:pt x="1307" y="1072"/>
                    <a:pt x="915" y="2500"/>
                  </a:cubicBezTo>
                  <a:cubicBezTo>
                    <a:pt x="262" y="4286"/>
                    <a:pt x="0" y="6429"/>
                    <a:pt x="0" y="9643"/>
                  </a:cubicBezTo>
                  <a:cubicBezTo>
                    <a:pt x="0" y="12857"/>
                    <a:pt x="262" y="15357"/>
                    <a:pt x="915" y="17143"/>
                  </a:cubicBezTo>
                  <a:cubicBezTo>
                    <a:pt x="1307" y="18572"/>
                    <a:pt x="1961" y="19286"/>
                    <a:pt x="2876" y="19286"/>
                  </a:cubicBezTo>
                  <a:cubicBezTo>
                    <a:pt x="3922" y="19286"/>
                    <a:pt x="4575" y="18572"/>
                    <a:pt x="4968" y="17143"/>
                  </a:cubicBezTo>
                  <a:cubicBezTo>
                    <a:pt x="5621" y="15357"/>
                    <a:pt x="5752" y="12857"/>
                    <a:pt x="5752" y="9643"/>
                  </a:cubicBezTo>
                  <a:cubicBezTo>
                    <a:pt x="5752" y="6429"/>
                    <a:pt x="5621" y="4286"/>
                    <a:pt x="4968" y="2500"/>
                  </a:cubicBezTo>
                  <a:cubicBezTo>
                    <a:pt x="4575" y="1072"/>
                    <a:pt x="3922" y="0"/>
                    <a:pt x="28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p:nvPr/>
          </p:nvSpPr>
          <p:spPr>
            <a:xfrm>
              <a:off x="428100" y="1821425"/>
              <a:ext cx="140550" cy="482150"/>
            </a:xfrm>
            <a:custGeom>
              <a:avLst/>
              <a:gdLst/>
              <a:ahLst/>
              <a:cxnLst/>
              <a:rect l="l" t="t" r="r" b="b"/>
              <a:pathLst>
                <a:path w="5622" h="19286" extrusionOk="0">
                  <a:moveTo>
                    <a:pt x="3268" y="0"/>
                  </a:moveTo>
                  <a:cubicBezTo>
                    <a:pt x="2615" y="0"/>
                    <a:pt x="1830" y="714"/>
                    <a:pt x="1438" y="2143"/>
                  </a:cubicBezTo>
                  <a:cubicBezTo>
                    <a:pt x="1438" y="2143"/>
                    <a:pt x="1438" y="2143"/>
                    <a:pt x="1438" y="357"/>
                  </a:cubicBezTo>
                  <a:lnTo>
                    <a:pt x="0" y="357"/>
                  </a:lnTo>
                  <a:cubicBezTo>
                    <a:pt x="0" y="357"/>
                    <a:pt x="0" y="357"/>
                    <a:pt x="0" y="19286"/>
                  </a:cubicBezTo>
                  <a:lnTo>
                    <a:pt x="1438" y="19286"/>
                  </a:lnTo>
                  <a:cubicBezTo>
                    <a:pt x="1438" y="19286"/>
                    <a:pt x="1438" y="19286"/>
                    <a:pt x="1438" y="7857"/>
                  </a:cubicBezTo>
                  <a:cubicBezTo>
                    <a:pt x="1438" y="4643"/>
                    <a:pt x="2092" y="3572"/>
                    <a:pt x="2876" y="3572"/>
                  </a:cubicBezTo>
                  <a:cubicBezTo>
                    <a:pt x="3660" y="3572"/>
                    <a:pt x="4314" y="4643"/>
                    <a:pt x="4314" y="7857"/>
                  </a:cubicBezTo>
                  <a:cubicBezTo>
                    <a:pt x="4314" y="7857"/>
                    <a:pt x="4314" y="7857"/>
                    <a:pt x="4314" y="19286"/>
                  </a:cubicBezTo>
                  <a:lnTo>
                    <a:pt x="5621" y="19286"/>
                  </a:lnTo>
                  <a:cubicBezTo>
                    <a:pt x="5621" y="19286"/>
                    <a:pt x="5621" y="19286"/>
                    <a:pt x="5621" y="7143"/>
                  </a:cubicBezTo>
                  <a:cubicBezTo>
                    <a:pt x="5621" y="5000"/>
                    <a:pt x="5490" y="3214"/>
                    <a:pt x="4968" y="1786"/>
                  </a:cubicBezTo>
                  <a:cubicBezTo>
                    <a:pt x="4575" y="714"/>
                    <a:pt x="3922" y="0"/>
                    <a:pt x="32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2"/>
            <p:cNvSpPr/>
            <p:nvPr/>
          </p:nvSpPr>
          <p:spPr>
            <a:xfrm>
              <a:off x="643775" y="1821425"/>
              <a:ext cx="134025" cy="482150"/>
            </a:xfrm>
            <a:custGeom>
              <a:avLst/>
              <a:gdLst/>
              <a:ahLst/>
              <a:cxnLst/>
              <a:rect l="l" t="t" r="r" b="b"/>
              <a:pathLst>
                <a:path w="5361" h="19286" extrusionOk="0">
                  <a:moveTo>
                    <a:pt x="3138" y="0"/>
                  </a:moveTo>
                  <a:cubicBezTo>
                    <a:pt x="1569" y="0"/>
                    <a:pt x="1" y="2857"/>
                    <a:pt x="1" y="9643"/>
                  </a:cubicBezTo>
                  <a:cubicBezTo>
                    <a:pt x="1" y="16786"/>
                    <a:pt x="1569" y="19286"/>
                    <a:pt x="3138" y="19286"/>
                  </a:cubicBezTo>
                  <a:cubicBezTo>
                    <a:pt x="4053" y="19286"/>
                    <a:pt x="4707" y="18572"/>
                    <a:pt x="5360" y="16786"/>
                  </a:cubicBezTo>
                  <a:cubicBezTo>
                    <a:pt x="5360" y="16786"/>
                    <a:pt x="5360" y="16786"/>
                    <a:pt x="4445" y="14286"/>
                  </a:cubicBezTo>
                  <a:cubicBezTo>
                    <a:pt x="4053" y="15357"/>
                    <a:pt x="3661" y="16072"/>
                    <a:pt x="3138" y="16072"/>
                  </a:cubicBezTo>
                  <a:cubicBezTo>
                    <a:pt x="2615" y="16072"/>
                    <a:pt x="2092" y="15357"/>
                    <a:pt x="1831" y="14286"/>
                  </a:cubicBezTo>
                  <a:cubicBezTo>
                    <a:pt x="1569" y="13214"/>
                    <a:pt x="1439" y="11786"/>
                    <a:pt x="1439" y="9643"/>
                  </a:cubicBezTo>
                  <a:cubicBezTo>
                    <a:pt x="1439" y="7500"/>
                    <a:pt x="1569" y="6072"/>
                    <a:pt x="1831" y="5000"/>
                  </a:cubicBezTo>
                  <a:cubicBezTo>
                    <a:pt x="2092" y="3929"/>
                    <a:pt x="2615" y="3572"/>
                    <a:pt x="3138" y="3572"/>
                  </a:cubicBezTo>
                  <a:cubicBezTo>
                    <a:pt x="3661" y="3572"/>
                    <a:pt x="4053" y="3929"/>
                    <a:pt x="4445" y="5357"/>
                  </a:cubicBezTo>
                  <a:cubicBezTo>
                    <a:pt x="4445" y="5357"/>
                    <a:pt x="4445" y="5357"/>
                    <a:pt x="5360" y="2857"/>
                  </a:cubicBezTo>
                  <a:cubicBezTo>
                    <a:pt x="4707" y="714"/>
                    <a:pt x="4053"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2"/>
            <p:cNvSpPr/>
            <p:nvPr/>
          </p:nvSpPr>
          <p:spPr>
            <a:xfrm>
              <a:off x="839850" y="1821425"/>
              <a:ext cx="143825" cy="482150"/>
            </a:xfrm>
            <a:custGeom>
              <a:avLst/>
              <a:gdLst/>
              <a:ahLst/>
              <a:cxnLst/>
              <a:rect l="l" t="t" r="r" b="b"/>
              <a:pathLst>
                <a:path w="5753" h="19286" extrusionOk="0">
                  <a:moveTo>
                    <a:pt x="2877" y="3214"/>
                  </a:moveTo>
                  <a:cubicBezTo>
                    <a:pt x="3530" y="3214"/>
                    <a:pt x="4053" y="4286"/>
                    <a:pt x="4184" y="5714"/>
                  </a:cubicBezTo>
                  <a:cubicBezTo>
                    <a:pt x="4314" y="6429"/>
                    <a:pt x="4445" y="7143"/>
                    <a:pt x="4445" y="8214"/>
                  </a:cubicBezTo>
                  <a:lnTo>
                    <a:pt x="1308" y="8214"/>
                  </a:lnTo>
                  <a:cubicBezTo>
                    <a:pt x="1308" y="7143"/>
                    <a:pt x="1439" y="6429"/>
                    <a:pt x="1569" y="5714"/>
                  </a:cubicBezTo>
                  <a:cubicBezTo>
                    <a:pt x="1700" y="4286"/>
                    <a:pt x="2223" y="3214"/>
                    <a:pt x="2877" y="3214"/>
                  </a:cubicBezTo>
                  <a:close/>
                  <a:moveTo>
                    <a:pt x="2877" y="0"/>
                  </a:moveTo>
                  <a:cubicBezTo>
                    <a:pt x="1177" y="0"/>
                    <a:pt x="1" y="3572"/>
                    <a:pt x="1" y="9643"/>
                  </a:cubicBezTo>
                  <a:cubicBezTo>
                    <a:pt x="1" y="16786"/>
                    <a:pt x="1308" y="19286"/>
                    <a:pt x="3007" y="19286"/>
                  </a:cubicBezTo>
                  <a:cubicBezTo>
                    <a:pt x="4314" y="19286"/>
                    <a:pt x="4968" y="18214"/>
                    <a:pt x="5622" y="16429"/>
                  </a:cubicBezTo>
                  <a:cubicBezTo>
                    <a:pt x="5622" y="16429"/>
                    <a:pt x="5622" y="16429"/>
                    <a:pt x="4707" y="14286"/>
                  </a:cubicBezTo>
                  <a:cubicBezTo>
                    <a:pt x="4314" y="15357"/>
                    <a:pt x="3922" y="16072"/>
                    <a:pt x="3138" y="16072"/>
                  </a:cubicBezTo>
                  <a:cubicBezTo>
                    <a:pt x="1962" y="16072"/>
                    <a:pt x="1308" y="13929"/>
                    <a:pt x="1308" y="10714"/>
                  </a:cubicBezTo>
                  <a:lnTo>
                    <a:pt x="5752" y="10714"/>
                  </a:lnTo>
                  <a:cubicBezTo>
                    <a:pt x="5752" y="10714"/>
                    <a:pt x="5752" y="10714"/>
                    <a:pt x="5752" y="9286"/>
                  </a:cubicBezTo>
                  <a:cubicBezTo>
                    <a:pt x="5752" y="3929"/>
                    <a:pt x="4707" y="0"/>
                    <a:pt x="28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2"/>
            <p:cNvSpPr/>
            <p:nvPr/>
          </p:nvSpPr>
          <p:spPr>
            <a:xfrm>
              <a:off x="1062075" y="1821425"/>
              <a:ext cx="140550" cy="669650"/>
            </a:xfrm>
            <a:custGeom>
              <a:avLst/>
              <a:gdLst/>
              <a:ahLst/>
              <a:cxnLst/>
              <a:rect l="l" t="t" r="r" b="b"/>
              <a:pathLst>
                <a:path w="5622" h="26786" extrusionOk="0">
                  <a:moveTo>
                    <a:pt x="2876" y="3572"/>
                  </a:moveTo>
                  <a:cubicBezTo>
                    <a:pt x="4053" y="3572"/>
                    <a:pt x="4184" y="6429"/>
                    <a:pt x="4184" y="9643"/>
                  </a:cubicBezTo>
                  <a:cubicBezTo>
                    <a:pt x="4184" y="13214"/>
                    <a:pt x="4053" y="16072"/>
                    <a:pt x="2876" y="16072"/>
                  </a:cubicBezTo>
                  <a:cubicBezTo>
                    <a:pt x="1569" y="16072"/>
                    <a:pt x="1439" y="13214"/>
                    <a:pt x="1439" y="9643"/>
                  </a:cubicBezTo>
                  <a:cubicBezTo>
                    <a:pt x="1439" y="6429"/>
                    <a:pt x="1569" y="3572"/>
                    <a:pt x="2876" y="3572"/>
                  </a:cubicBezTo>
                  <a:close/>
                  <a:moveTo>
                    <a:pt x="3138" y="0"/>
                  </a:moveTo>
                  <a:cubicBezTo>
                    <a:pt x="2484" y="0"/>
                    <a:pt x="1831" y="714"/>
                    <a:pt x="1308" y="2500"/>
                  </a:cubicBezTo>
                  <a:cubicBezTo>
                    <a:pt x="1308" y="2500"/>
                    <a:pt x="1308" y="2500"/>
                    <a:pt x="1308" y="357"/>
                  </a:cubicBezTo>
                  <a:lnTo>
                    <a:pt x="1" y="357"/>
                  </a:lnTo>
                  <a:cubicBezTo>
                    <a:pt x="1" y="357"/>
                    <a:pt x="1" y="357"/>
                    <a:pt x="1" y="26786"/>
                  </a:cubicBezTo>
                  <a:lnTo>
                    <a:pt x="1439" y="26786"/>
                  </a:lnTo>
                  <a:cubicBezTo>
                    <a:pt x="1439" y="26786"/>
                    <a:pt x="1439" y="26786"/>
                    <a:pt x="1439" y="17143"/>
                  </a:cubicBezTo>
                  <a:cubicBezTo>
                    <a:pt x="1831" y="18929"/>
                    <a:pt x="2484" y="19286"/>
                    <a:pt x="3138" y="19286"/>
                  </a:cubicBezTo>
                  <a:cubicBezTo>
                    <a:pt x="3922" y="19286"/>
                    <a:pt x="4445" y="18572"/>
                    <a:pt x="4837" y="17857"/>
                  </a:cubicBezTo>
                  <a:cubicBezTo>
                    <a:pt x="5491" y="15714"/>
                    <a:pt x="5622" y="12500"/>
                    <a:pt x="5622" y="9643"/>
                  </a:cubicBezTo>
                  <a:cubicBezTo>
                    <a:pt x="5622" y="6786"/>
                    <a:pt x="5491" y="3572"/>
                    <a:pt x="4837" y="1786"/>
                  </a:cubicBezTo>
                  <a:cubicBezTo>
                    <a:pt x="4445" y="714"/>
                    <a:pt x="3922"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2"/>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786"/>
                    <a:pt x="1308" y="24286"/>
                    <a:pt x="2615" y="24286"/>
                  </a:cubicBezTo>
                  <a:lnTo>
                    <a:pt x="3400" y="24286"/>
                  </a:lnTo>
                  <a:cubicBezTo>
                    <a:pt x="3400" y="24286"/>
                    <a:pt x="3400" y="24286"/>
                    <a:pt x="3400" y="21072"/>
                  </a:cubicBezTo>
                  <a:lnTo>
                    <a:pt x="2877" y="21072"/>
                  </a:lnTo>
                  <a:cubicBezTo>
                    <a:pt x="2354" y="21072"/>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2"/>
            <p:cNvSpPr/>
            <p:nvPr/>
          </p:nvSpPr>
          <p:spPr>
            <a:xfrm>
              <a:off x="16325" y="723200"/>
              <a:ext cx="170100" cy="660750"/>
            </a:xfrm>
            <a:custGeom>
              <a:avLst/>
              <a:gdLst/>
              <a:ahLst/>
              <a:cxnLst/>
              <a:rect l="l" t="t" r="r" b="b"/>
              <a:pathLst>
                <a:path w="6804" h="26430" extrusionOk="0">
                  <a:moveTo>
                    <a:pt x="3269"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429"/>
                  </a:cubicBezTo>
                  <a:lnTo>
                    <a:pt x="3399" y="26429"/>
                  </a:lnTo>
                  <a:cubicBezTo>
                    <a:pt x="4445" y="26429"/>
                    <a:pt x="5229" y="25358"/>
                    <a:pt x="5883" y="23929"/>
                  </a:cubicBezTo>
                  <a:cubicBezTo>
                    <a:pt x="6929" y="21072"/>
                    <a:pt x="6798" y="16786"/>
                    <a:pt x="6798" y="12858"/>
                  </a:cubicBezTo>
                  <a:cubicBezTo>
                    <a:pt x="6798" y="9286"/>
                    <a:pt x="6929" y="5358"/>
                    <a:pt x="5883" y="2501"/>
                  </a:cubicBezTo>
                  <a:cubicBezTo>
                    <a:pt x="5229" y="715"/>
                    <a:pt x="4445"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2"/>
            <p:cNvSpPr/>
            <p:nvPr/>
          </p:nvSpPr>
          <p:spPr>
            <a:xfrm>
              <a:off x="271225" y="723200"/>
              <a:ext cx="176500" cy="660750"/>
            </a:xfrm>
            <a:custGeom>
              <a:avLst/>
              <a:gdLst/>
              <a:ahLst/>
              <a:cxnLst/>
              <a:rect l="l" t="t" r="r" b="b"/>
              <a:pathLst>
                <a:path w="7060" h="26430" extrusionOk="0">
                  <a:moveTo>
                    <a:pt x="3661" y="3572"/>
                  </a:moveTo>
                  <a:cubicBezTo>
                    <a:pt x="4707" y="3572"/>
                    <a:pt x="5360" y="5001"/>
                    <a:pt x="5360" y="7858"/>
                  </a:cubicBezTo>
                  <a:cubicBezTo>
                    <a:pt x="5360" y="10358"/>
                    <a:pt x="4707" y="11786"/>
                    <a:pt x="3661" y="11786"/>
                  </a:cubicBezTo>
                  <a:lnTo>
                    <a:pt x="1569" y="11786"/>
                  </a:lnTo>
                  <a:cubicBezTo>
                    <a:pt x="1569" y="11786"/>
                    <a:pt x="1569" y="11786"/>
                    <a:pt x="1569" y="3572"/>
                  </a:cubicBezTo>
                  <a:close/>
                  <a:moveTo>
                    <a:pt x="1" y="1"/>
                  </a:moveTo>
                  <a:cubicBezTo>
                    <a:pt x="1" y="1"/>
                    <a:pt x="1" y="1"/>
                    <a:pt x="1" y="26429"/>
                  </a:cubicBezTo>
                  <a:lnTo>
                    <a:pt x="1569" y="26429"/>
                  </a:lnTo>
                  <a:cubicBezTo>
                    <a:pt x="1569" y="26429"/>
                    <a:pt x="1569" y="26429"/>
                    <a:pt x="1569" y="15358"/>
                  </a:cubicBezTo>
                  <a:lnTo>
                    <a:pt x="3399" y="15358"/>
                  </a:lnTo>
                  <a:cubicBezTo>
                    <a:pt x="3399" y="15358"/>
                    <a:pt x="3399" y="15358"/>
                    <a:pt x="5360" y="26429"/>
                  </a:cubicBezTo>
                  <a:lnTo>
                    <a:pt x="7059" y="26429"/>
                  </a:lnTo>
                  <a:cubicBezTo>
                    <a:pt x="7059" y="26429"/>
                    <a:pt x="7059" y="26429"/>
                    <a:pt x="4837" y="14643"/>
                  </a:cubicBezTo>
                  <a:cubicBezTo>
                    <a:pt x="6014" y="13929"/>
                    <a:pt x="6798" y="11429"/>
                    <a:pt x="6798" y="7501"/>
                  </a:cubicBezTo>
                  <a:cubicBezTo>
                    <a:pt x="6798" y="3215"/>
                    <a:pt x="5622" y="1"/>
                    <a:pt x="37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2"/>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2"/>
            <p:cNvSpPr/>
            <p:nvPr/>
          </p:nvSpPr>
          <p:spPr>
            <a:xfrm>
              <a:off x="751625" y="714275"/>
              <a:ext cx="169950" cy="669675"/>
            </a:xfrm>
            <a:custGeom>
              <a:avLst/>
              <a:gdLst/>
              <a:ahLst/>
              <a:cxnLst/>
              <a:rect l="l" t="t" r="r" b="b"/>
              <a:pathLst>
                <a:path w="6798" h="26787" extrusionOk="0">
                  <a:moveTo>
                    <a:pt x="3530" y="0"/>
                  </a:moveTo>
                  <a:cubicBezTo>
                    <a:pt x="1438" y="0"/>
                    <a:pt x="262" y="3215"/>
                    <a:pt x="262" y="7858"/>
                  </a:cubicBezTo>
                  <a:cubicBezTo>
                    <a:pt x="262" y="10000"/>
                    <a:pt x="523" y="11786"/>
                    <a:pt x="915" y="12858"/>
                  </a:cubicBezTo>
                  <a:cubicBezTo>
                    <a:pt x="1438" y="13929"/>
                    <a:pt x="1961" y="14643"/>
                    <a:pt x="2745" y="15000"/>
                  </a:cubicBezTo>
                  <a:cubicBezTo>
                    <a:pt x="2745" y="15000"/>
                    <a:pt x="2745" y="15000"/>
                    <a:pt x="3922" y="15358"/>
                  </a:cubicBezTo>
                  <a:cubicBezTo>
                    <a:pt x="4576" y="15715"/>
                    <a:pt x="4706" y="16072"/>
                    <a:pt x="4968" y="16429"/>
                  </a:cubicBezTo>
                  <a:cubicBezTo>
                    <a:pt x="5229" y="17143"/>
                    <a:pt x="5360" y="18215"/>
                    <a:pt x="5360" y="19286"/>
                  </a:cubicBezTo>
                  <a:cubicBezTo>
                    <a:pt x="5360" y="21786"/>
                    <a:pt x="4706" y="23215"/>
                    <a:pt x="3399" y="23215"/>
                  </a:cubicBezTo>
                  <a:cubicBezTo>
                    <a:pt x="2353" y="23215"/>
                    <a:pt x="1569" y="22858"/>
                    <a:pt x="915" y="20715"/>
                  </a:cubicBezTo>
                  <a:cubicBezTo>
                    <a:pt x="915" y="20715"/>
                    <a:pt x="915" y="20715"/>
                    <a:pt x="0" y="23572"/>
                  </a:cubicBezTo>
                  <a:cubicBezTo>
                    <a:pt x="915" y="26072"/>
                    <a:pt x="1961" y="26786"/>
                    <a:pt x="3399" y="26786"/>
                  </a:cubicBezTo>
                  <a:cubicBezTo>
                    <a:pt x="5360" y="26786"/>
                    <a:pt x="6798" y="23929"/>
                    <a:pt x="6798" y="19286"/>
                  </a:cubicBezTo>
                  <a:cubicBezTo>
                    <a:pt x="6798" y="16786"/>
                    <a:pt x="6536" y="15000"/>
                    <a:pt x="6013" y="13929"/>
                  </a:cubicBezTo>
                  <a:cubicBezTo>
                    <a:pt x="5621" y="12858"/>
                    <a:pt x="5098" y="12143"/>
                    <a:pt x="4314" y="11786"/>
                  </a:cubicBezTo>
                  <a:cubicBezTo>
                    <a:pt x="4314" y="11786"/>
                    <a:pt x="4314" y="11786"/>
                    <a:pt x="3138" y="11429"/>
                  </a:cubicBezTo>
                  <a:cubicBezTo>
                    <a:pt x="2745" y="11072"/>
                    <a:pt x="2353" y="10715"/>
                    <a:pt x="2092" y="10000"/>
                  </a:cubicBezTo>
                  <a:cubicBezTo>
                    <a:pt x="1830" y="9643"/>
                    <a:pt x="1700" y="8572"/>
                    <a:pt x="1700" y="7500"/>
                  </a:cubicBezTo>
                  <a:cubicBezTo>
                    <a:pt x="1700" y="5358"/>
                    <a:pt x="2353" y="3572"/>
                    <a:pt x="3399" y="3572"/>
                  </a:cubicBezTo>
                  <a:cubicBezTo>
                    <a:pt x="4314" y="3572"/>
                    <a:pt x="4968" y="3929"/>
                    <a:pt x="5621" y="5715"/>
                  </a:cubicBezTo>
                  <a:cubicBezTo>
                    <a:pt x="5621" y="5715"/>
                    <a:pt x="5621" y="5715"/>
                    <a:pt x="6536" y="3215"/>
                  </a:cubicBezTo>
                  <a:cubicBezTo>
                    <a:pt x="5621" y="1072"/>
                    <a:pt x="4837" y="0"/>
                    <a:pt x="3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2"/>
            <p:cNvSpPr/>
            <p:nvPr/>
          </p:nvSpPr>
          <p:spPr>
            <a:xfrm>
              <a:off x="1003250" y="723200"/>
              <a:ext cx="170100" cy="660750"/>
            </a:xfrm>
            <a:custGeom>
              <a:avLst/>
              <a:gdLst/>
              <a:ahLst/>
              <a:cxnLst/>
              <a:rect l="l" t="t" r="r" b="b"/>
              <a:pathLst>
                <a:path w="6804" h="26430" extrusionOk="0">
                  <a:moveTo>
                    <a:pt x="3138"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138" y="22858"/>
                  </a:cubicBezTo>
                  <a:lnTo>
                    <a:pt x="1439" y="22858"/>
                  </a:lnTo>
                  <a:cubicBezTo>
                    <a:pt x="1439" y="22858"/>
                    <a:pt x="1439" y="22858"/>
                    <a:pt x="1439" y="3572"/>
                  </a:cubicBezTo>
                  <a:close/>
                  <a:moveTo>
                    <a:pt x="1" y="1"/>
                  </a:moveTo>
                  <a:cubicBezTo>
                    <a:pt x="1" y="1"/>
                    <a:pt x="1" y="1"/>
                    <a:pt x="1" y="26429"/>
                  </a:cubicBezTo>
                  <a:lnTo>
                    <a:pt x="3399" y="26429"/>
                  </a:lnTo>
                  <a:cubicBezTo>
                    <a:pt x="4314" y="26429"/>
                    <a:pt x="5229" y="25358"/>
                    <a:pt x="5883" y="23929"/>
                  </a:cubicBezTo>
                  <a:cubicBezTo>
                    <a:pt x="6929" y="21072"/>
                    <a:pt x="6798" y="16786"/>
                    <a:pt x="6798" y="12858"/>
                  </a:cubicBezTo>
                  <a:cubicBezTo>
                    <a:pt x="6798" y="9286"/>
                    <a:pt x="6929" y="5358"/>
                    <a:pt x="5883" y="2501"/>
                  </a:cubicBezTo>
                  <a:cubicBezTo>
                    <a:pt x="5229" y="715"/>
                    <a:pt x="4314"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2"/>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2"/>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2"/>
            <p:cNvSpPr/>
            <p:nvPr/>
          </p:nvSpPr>
          <p:spPr>
            <a:xfrm>
              <a:off x="2326775" y="8925"/>
              <a:ext cx="552325" cy="517875"/>
            </a:xfrm>
            <a:custGeom>
              <a:avLst/>
              <a:gdLst/>
              <a:ahLst/>
              <a:cxnLst/>
              <a:rect l="l" t="t" r="r" b="b"/>
              <a:pathLst>
                <a:path w="22093" h="20715" extrusionOk="0">
                  <a:moveTo>
                    <a:pt x="7583" y="0"/>
                  </a:moveTo>
                  <a:lnTo>
                    <a:pt x="1" y="20714"/>
                  </a:lnTo>
                  <a:lnTo>
                    <a:pt x="22092" y="20714"/>
                  </a:lnTo>
                  <a:lnTo>
                    <a:pt x="75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2"/>
            <p:cNvSpPr/>
            <p:nvPr/>
          </p:nvSpPr>
          <p:spPr>
            <a:xfrm>
              <a:off x="2107825" y="-8950"/>
              <a:ext cx="392175" cy="1071450"/>
            </a:xfrm>
            <a:custGeom>
              <a:avLst/>
              <a:gdLst/>
              <a:ahLst/>
              <a:cxnLst/>
              <a:rect l="l" t="t" r="r" b="b"/>
              <a:pathLst>
                <a:path w="15687" h="42858" extrusionOk="0">
                  <a:moveTo>
                    <a:pt x="15687" y="1"/>
                  </a:moveTo>
                  <a:lnTo>
                    <a:pt x="1" y="13572"/>
                  </a:lnTo>
                  <a:lnTo>
                    <a:pt x="1" y="42858"/>
                  </a:lnTo>
                  <a:lnTo>
                    <a:pt x="156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2"/>
            <p:cNvSpPr/>
            <p:nvPr/>
          </p:nvSpPr>
          <p:spPr>
            <a:xfrm>
              <a:off x="1905225" y="348200"/>
              <a:ext cx="186300" cy="1508950"/>
            </a:xfrm>
            <a:custGeom>
              <a:avLst/>
              <a:gdLst/>
              <a:ahLst/>
              <a:cxnLst/>
              <a:rect l="l" t="t" r="r" b="b"/>
              <a:pathLst>
                <a:path w="7452" h="60358" extrusionOk="0">
                  <a:moveTo>
                    <a:pt x="7451" y="1"/>
                  </a:moveTo>
                  <a:lnTo>
                    <a:pt x="0" y="39643"/>
                  </a:lnTo>
                  <a:lnTo>
                    <a:pt x="7451" y="60358"/>
                  </a:lnTo>
                  <a:lnTo>
                    <a:pt x="74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2"/>
            <p:cNvSpPr/>
            <p:nvPr/>
          </p:nvSpPr>
          <p:spPr>
            <a:xfrm>
              <a:off x="1895400" y="1383925"/>
              <a:ext cx="392200" cy="1071450"/>
            </a:xfrm>
            <a:custGeom>
              <a:avLst/>
              <a:gdLst/>
              <a:ahLst/>
              <a:cxnLst/>
              <a:rect l="l" t="t" r="r" b="b"/>
              <a:pathLst>
                <a:path w="15688" h="42858" extrusionOk="0">
                  <a:moveTo>
                    <a:pt x="1" y="0"/>
                  </a:moveTo>
                  <a:lnTo>
                    <a:pt x="4968" y="42857"/>
                  </a:lnTo>
                  <a:lnTo>
                    <a:pt x="15687" y="42857"/>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2"/>
            <p:cNvSpPr/>
            <p:nvPr/>
          </p:nvSpPr>
          <p:spPr>
            <a:xfrm>
              <a:off x="2026125" y="2491050"/>
              <a:ext cx="552325" cy="517900"/>
            </a:xfrm>
            <a:custGeom>
              <a:avLst/>
              <a:gdLst/>
              <a:ahLst/>
              <a:cxnLst/>
              <a:rect l="l" t="t" r="r" b="b"/>
              <a:pathLst>
                <a:path w="22093" h="20716" extrusionOk="0">
                  <a:moveTo>
                    <a:pt x="1" y="1"/>
                  </a:moveTo>
                  <a:lnTo>
                    <a:pt x="14511" y="20715"/>
                  </a:lnTo>
                  <a:lnTo>
                    <a:pt x="22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2617625" y="571425"/>
              <a:ext cx="392200" cy="1071450"/>
            </a:xfrm>
            <a:custGeom>
              <a:avLst/>
              <a:gdLst/>
              <a:ahLst/>
              <a:cxnLst/>
              <a:rect l="l" t="t" r="r" b="b"/>
              <a:pathLst>
                <a:path w="15688" h="42858" extrusionOk="0">
                  <a:moveTo>
                    <a:pt x="1" y="0"/>
                  </a:moveTo>
                  <a:lnTo>
                    <a:pt x="15687" y="42857"/>
                  </a:lnTo>
                  <a:lnTo>
                    <a:pt x="107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2"/>
            <p:cNvSpPr/>
            <p:nvPr/>
          </p:nvSpPr>
          <p:spPr>
            <a:xfrm>
              <a:off x="2405225" y="1964275"/>
              <a:ext cx="392175" cy="1062525"/>
            </a:xfrm>
            <a:custGeom>
              <a:avLst/>
              <a:gdLst/>
              <a:ahLst/>
              <a:cxnLst/>
              <a:rect l="l" t="t" r="r" b="b"/>
              <a:pathLst>
                <a:path w="15687" h="42501" extrusionOk="0">
                  <a:moveTo>
                    <a:pt x="15686" y="0"/>
                  </a:moveTo>
                  <a:lnTo>
                    <a:pt x="0" y="42500"/>
                  </a:lnTo>
                  <a:lnTo>
                    <a:pt x="15686" y="29286"/>
                  </a:lnTo>
                  <a:lnTo>
                    <a:pt x="156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2"/>
            <p:cNvSpPr/>
            <p:nvPr/>
          </p:nvSpPr>
          <p:spPr>
            <a:xfrm>
              <a:off x="2813725" y="1160700"/>
              <a:ext cx="189550" cy="1517875"/>
            </a:xfrm>
            <a:custGeom>
              <a:avLst/>
              <a:gdLst/>
              <a:ahLst/>
              <a:cxnLst/>
              <a:rect l="l" t="t" r="r" b="b"/>
              <a:pathLst>
                <a:path w="7582" h="60715" extrusionOk="0">
                  <a:moveTo>
                    <a:pt x="0" y="1"/>
                  </a:moveTo>
                  <a:lnTo>
                    <a:pt x="0" y="60715"/>
                  </a:lnTo>
                  <a:lnTo>
                    <a:pt x="7582" y="2071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22"/>
          <p:cNvSpPr/>
          <p:nvPr/>
        </p:nvSpPr>
        <p:spPr>
          <a:xfrm>
            <a:off x="290304" y="338478"/>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2"/>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2" name="Google Shape;122;p2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22"/>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24" name="Google Shape;124;p22"/>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5" name="Google Shape;125;p22"/>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6" name="Google Shape;126;p22"/>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matchingName="4_Titelfolie_TUD_Foto_a" preserve="1">
  <p:cSld name="4_Titelfolie_TUD_Foto_a">
    <p:spTree>
      <p:nvGrpSpPr>
        <p:cNvPr id="1" name="Shape 127"/>
        <p:cNvGrpSpPr/>
        <p:nvPr/>
      </p:nvGrpSpPr>
      <p:grpSpPr>
        <a:xfrm>
          <a:off x="0" y="0"/>
          <a:ext cx="0" cy="0"/>
          <a:chOff x="0" y="0"/>
          <a:chExt cx="0" cy="0"/>
        </a:xfrm>
      </p:grpSpPr>
      <p:sp>
        <p:nvSpPr>
          <p:cNvPr id="128" name="Google Shape;128;p23"/>
          <p:cNvSpPr>
            <a:spLocks noGrp="1"/>
          </p:cNvSpPr>
          <p:nvPr>
            <p:ph type="pic" idx="2"/>
          </p:nvPr>
        </p:nvSpPr>
        <p:spPr>
          <a:xfrm>
            <a:off x="0" y="1204913"/>
            <a:ext cx="12192000" cy="5653086"/>
          </a:xfrm>
          <a:prstGeom prst="rect">
            <a:avLst/>
          </a:prstGeom>
          <a:solidFill>
            <a:srgbClr val="F2F2F2"/>
          </a:solidFill>
          <a:ln>
            <a:noFill/>
          </a:ln>
        </p:spPr>
      </p:sp>
      <p:sp>
        <p:nvSpPr>
          <p:cNvPr id="129" name="Google Shape;129;p23"/>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0" name="Google Shape;130;p23"/>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3"/>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32" name="Google Shape;132;p23"/>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3" name="Google Shape;133;p23"/>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4" name="Google Shape;134;p23"/>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35" name="Google Shape;135;p23"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36" name="Google Shape;136;p23"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matchingName="2_Titelfolie_TUD_weiß-blau" preserve="1">
  <p:cSld name="2_Titelfolie_TUD_weiß-blau">
    <p:spTree>
      <p:nvGrpSpPr>
        <p:cNvPr id="1" name="Shape 137"/>
        <p:cNvGrpSpPr/>
        <p:nvPr/>
      </p:nvGrpSpPr>
      <p:grpSpPr>
        <a:xfrm>
          <a:off x="0" y="0"/>
          <a:ext cx="0" cy="0"/>
          <a:chOff x="0" y="0"/>
          <a:chExt cx="0" cy="0"/>
        </a:xfrm>
      </p:grpSpPr>
      <p:sp>
        <p:nvSpPr>
          <p:cNvPr id="138" name="Google Shape;138;p24"/>
          <p:cNvSpPr/>
          <p:nvPr/>
        </p:nvSpPr>
        <p:spPr>
          <a:xfrm>
            <a:off x="0" y="1204912"/>
            <a:ext cx="12192000" cy="5653089"/>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39" name="Google Shape;139;p24"/>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0" name="Google Shape;140;p2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24"/>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42" name="Google Shape;142;p24"/>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3" name="Google Shape;143;p24"/>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4" name="Google Shape;144;p24"/>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45" name="Google Shape;145;p2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46" name="Google Shape;146;p2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matchingName="3_Titelfolie_TUD_weiß-blau" preserve="1">
  <p:cSld name="3_Titelfolie_TUD_weiß-blau">
    <p:spTree>
      <p:nvGrpSpPr>
        <p:cNvPr id="1" name="Shape 147"/>
        <p:cNvGrpSpPr/>
        <p:nvPr/>
      </p:nvGrpSpPr>
      <p:grpSpPr>
        <a:xfrm>
          <a:off x="0" y="0"/>
          <a:ext cx="0" cy="0"/>
          <a:chOff x="0" y="0"/>
          <a:chExt cx="0" cy="0"/>
        </a:xfrm>
      </p:grpSpPr>
      <p:sp>
        <p:nvSpPr>
          <p:cNvPr id="148" name="Google Shape;148;p25"/>
          <p:cNvSpPr/>
          <p:nvPr/>
        </p:nvSpPr>
        <p:spPr>
          <a:xfrm>
            <a:off x="0" y="1204912"/>
            <a:ext cx="12192000" cy="5653089"/>
          </a:xfrm>
          <a:prstGeom prst="rect">
            <a:avLst/>
          </a:prstGeom>
          <a:gradFill>
            <a:gsLst>
              <a:gs pos="0">
                <a:srgbClr val="951B81"/>
              </a:gs>
              <a:gs pos="14000">
                <a:srgbClr val="951B81"/>
              </a:gs>
              <a:gs pos="100000">
                <a:srgbClr val="59358C"/>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49" name="Google Shape;149;p25"/>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0" name="Google Shape;150;p25"/>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5"/>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52" name="Google Shape;152;p25"/>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3" name="Google Shape;153;p25"/>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4" name="Google Shape;154;p25"/>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55" name="Google Shape;155;p2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56" name="Google Shape;156;p2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matchingName="4_Titelfolie_TUD_weiß-blau" preserve="1">
  <p:cSld name="4_Titelfolie_TUD_weiß-blau">
    <p:spTree>
      <p:nvGrpSpPr>
        <p:cNvPr id="1" name="Shape 157"/>
        <p:cNvGrpSpPr/>
        <p:nvPr/>
      </p:nvGrpSpPr>
      <p:grpSpPr>
        <a:xfrm>
          <a:off x="0" y="0"/>
          <a:ext cx="0" cy="0"/>
          <a:chOff x="0" y="0"/>
          <a:chExt cx="0" cy="0"/>
        </a:xfrm>
      </p:grpSpPr>
      <p:sp>
        <p:nvSpPr>
          <p:cNvPr id="158" name="Google Shape;158;p26"/>
          <p:cNvSpPr/>
          <p:nvPr/>
        </p:nvSpPr>
        <p:spPr>
          <a:xfrm>
            <a:off x="0" y="1204912"/>
            <a:ext cx="12192000" cy="5653089"/>
          </a:xfrm>
          <a:prstGeom prst="rect">
            <a:avLst/>
          </a:prstGeom>
          <a:gradFill>
            <a:gsLst>
              <a:gs pos="0">
                <a:srgbClr val="DE2526"/>
              </a:gs>
              <a:gs pos="14000">
                <a:srgbClr val="DE2526"/>
              </a:gs>
              <a:gs pos="100000">
                <a:srgbClr val="CD1719"/>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59" name="Google Shape;159;p26"/>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0" name="Google Shape;160;p26"/>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26"/>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62" name="Google Shape;162;p26"/>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3" name="Google Shape;163;p26"/>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4" name="Google Shape;164;p26"/>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65" name="Google Shape;165;p2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66" name="Google Shape;166;p2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matchingName="5_Titelfolie_TUD_weiß-blau" preserve="1">
  <p:cSld name="5_Titelfolie_TUD_weiß-blau">
    <p:spTree>
      <p:nvGrpSpPr>
        <p:cNvPr id="1" name="Shape 167"/>
        <p:cNvGrpSpPr/>
        <p:nvPr/>
      </p:nvGrpSpPr>
      <p:grpSpPr>
        <a:xfrm>
          <a:off x="0" y="0"/>
          <a:ext cx="0" cy="0"/>
          <a:chOff x="0" y="0"/>
          <a:chExt cx="0" cy="0"/>
        </a:xfrm>
      </p:grpSpPr>
      <p:sp>
        <p:nvSpPr>
          <p:cNvPr id="168" name="Google Shape;168;p27"/>
          <p:cNvSpPr/>
          <p:nvPr/>
        </p:nvSpPr>
        <p:spPr>
          <a:xfrm>
            <a:off x="3151994" y="2563831"/>
            <a:ext cx="9050720" cy="4317954"/>
          </a:xfrm>
          <a:custGeom>
            <a:avLst/>
            <a:gdLst/>
            <a:ahLst/>
            <a:cxnLst/>
            <a:rect l="l" t="t" r="r" b="b"/>
            <a:pathLst>
              <a:path w="8344852" h="3981196" extrusionOk="0">
                <a:moveTo>
                  <a:pt x="3984796" y="381"/>
                </a:moveTo>
                <a:lnTo>
                  <a:pt x="8344852" y="0"/>
                </a:lnTo>
                <a:lnTo>
                  <a:pt x="8344852" y="3967748"/>
                </a:lnTo>
                <a:lnTo>
                  <a:pt x="0" y="3981196"/>
                </a:lnTo>
                <a:lnTo>
                  <a:pt x="3984796" y="381"/>
                </a:lnTo>
                <a:close/>
              </a:path>
            </a:pathLst>
          </a:custGeom>
          <a:solidFill>
            <a:schemeClr val="accent5">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69" name="Google Shape;169;p27"/>
          <p:cNvSpPr/>
          <p:nvPr/>
        </p:nvSpPr>
        <p:spPr>
          <a:xfrm>
            <a:off x="-1" y="3692352"/>
            <a:ext cx="9555747" cy="3185710"/>
          </a:xfrm>
          <a:custGeom>
            <a:avLst/>
            <a:gdLst/>
            <a:ahLst/>
            <a:cxnLst/>
            <a:rect l="l" t="t" r="r" b="b"/>
            <a:pathLst>
              <a:path w="8810492" h="2937256" extrusionOk="0">
                <a:moveTo>
                  <a:pt x="0" y="0"/>
                </a:moveTo>
                <a:lnTo>
                  <a:pt x="5858286" y="0"/>
                </a:lnTo>
                <a:lnTo>
                  <a:pt x="8810492" y="2937256"/>
                </a:lnTo>
                <a:lnTo>
                  <a:pt x="0" y="2937256"/>
                </a:lnTo>
                <a:lnTo>
                  <a:pt x="0" y="0"/>
                </a:lnTo>
                <a:close/>
              </a:path>
            </a:pathLst>
          </a:custGeom>
          <a:solidFill>
            <a:schemeClr val="accent4">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20">
                <a:solidFill>
                  <a:schemeClr val="lt1"/>
                </a:solidFill>
                <a:latin typeface="Open Sans" panose="020B0606030504020204"/>
                <a:ea typeface="Open Sans" panose="020B0606030504020204"/>
                <a:cs typeface="Open Sans" panose="020B0606030504020204"/>
                <a:sym typeface="Open Sans" panose="020B0606030504020204"/>
              </a:rPr>
              <a:t> </a:t>
            </a:r>
          </a:p>
        </p:txBody>
      </p:sp>
      <p:sp>
        <p:nvSpPr>
          <p:cNvPr id="170" name="Google Shape;170;p27"/>
          <p:cNvSpPr/>
          <p:nvPr/>
        </p:nvSpPr>
        <p:spPr>
          <a:xfrm>
            <a:off x="-709" y="2302249"/>
            <a:ext cx="6020777" cy="4581946"/>
          </a:xfrm>
          <a:custGeom>
            <a:avLst/>
            <a:gdLst/>
            <a:ahLst/>
            <a:cxnLst/>
            <a:rect l="l" t="t" r="r" b="b"/>
            <a:pathLst>
              <a:path w="5551215" h="4224599" extrusionOk="0">
                <a:moveTo>
                  <a:pt x="709" y="0"/>
                </a:moveTo>
                <a:lnTo>
                  <a:pt x="1485014" y="185"/>
                </a:lnTo>
                <a:lnTo>
                  <a:pt x="5551215" y="4224599"/>
                </a:lnTo>
                <a:lnTo>
                  <a:pt x="710" y="4220095"/>
                </a:lnTo>
                <a:cubicBezTo>
                  <a:pt x="-1748" y="2818313"/>
                  <a:pt x="3167" y="1401782"/>
                  <a:pt x="709" y="0"/>
                </a:cubicBezTo>
                <a:close/>
              </a:path>
            </a:pathLst>
          </a:custGeom>
          <a:solidFill>
            <a:schemeClr val="accent1">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71" name="Google Shape;171;p27"/>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2" name="Google Shape;172;p27"/>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27"/>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74" name="Google Shape;174;p27"/>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5" name="Google Shape;175;p27"/>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6" name="Google Shape;176;p27"/>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77" name="Google Shape;177;p27"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78" name="Google Shape;178;p27"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2_Titel und 2 Inhalte" preserve="1">
  <p:cSld name="2_Titel und 2 Inhalte">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8"/>
          <p:cNvSpPr>
            <a:spLocks noGrp="1"/>
          </p:cNvSpPr>
          <p:nvPr>
            <p:ph type="pic" idx="2"/>
          </p:nvPr>
        </p:nvSpPr>
        <p:spPr>
          <a:xfrm>
            <a:off x="6267449" y="1484314"/>
            <a:ext cx="5187950" cy="4344985"/>
          </a:xfrm>
          <a:prstGeom prst="rect">
            <a:avLst/>
          </a:prstGeom>
          <a:noFill/>
          <a:ln>
            <a:noFill/>
          </a:ln>
        </p:spPr>
        <p:txBody>
          <a:bodyPr/>
          <a:lstStyle/>
          <a:p>
            <a:endParaRPr lang="en-US"/>
          </a:p>
        </p:txBody>
      </p:sp>
      <p:sp>
        <p:nvSpPr>
          <p:cNvPr id="182" name="Google Shape;182;p28"/>
          <p:cNvSpPr txBox="1">
            <a:spLocks noGrp="1"/>
          </p:cNvSpPr>
          <p:nvPr>
            <p:ph type="body" idx="1"/>
          </p:nvPr>
        </p:nvSpPr>
        <p:spPr>
          <a:xfrm>
            <a:off x="874713" y="1484313"/>
            <a:ext cx="51958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2_Titel und Inhalt und Bild" preserve="1">
  <p:cSld name="2_Titel und Inhalt und Bi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p29"/>
          <p:cNvSpPr>
            <a:spLocks noGrp="1"/>
          </p:cNvSpPr>
          <p:nvPr>
            <p:ph type="pic" idx="2"/>
          </p:nvPr>
        </p:nvSpPr>
        <p:spPr>
          <a:xfrm>
            <a:off x="8070849" y="1484314"/>
            <a:ext cx="3384549" cy="4344985"/>
          </a:xfrm>
          <a:prstGeom prst="rect">
            <a:avLst/>
          </a:prstGeom>
          <a:noFill/>
          <a:ln>
            <a:noFill/>
          </a:ln>
        </p:spPr>
      </p:sp>
      <p:sp>
        <p:nvSpPr>
          <p:cNvPr id="186" name="Google Shape;186;p29"/>
          <p:cNvSpPr txBox="1">
            <a:spLocks noGrp="1"/>
          </p:cNvSpPr>
          <p:nvPr>
            <p:ph type="body" idx="1"/>
          </p:nvPr>
        </p:nvSpPr>
        <p:spPr>
          <a:xfrm>
            <a:off x="874713" y="1484313"/>
            <a:ext cx="69992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2_Titel und Inhalt und Bild_quer" preserve="1">
  <p:cSld name="2_Titel und Inhalt und Bild_quer">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30"/>
          <p:cNvSpPr>
            <a:spLocks noGrp="1"/>
          </p:cNvSpPr>
          <p:nvPr>
            <p:ph type="pic" idx="2"/>
          </p:nvPr>
        </p:nvSpPr>
        <p:spPr>
          <a:xfrm>
            <a:off x="0" y="4101152"/>
            <a:ext cx="12191999" cy="2028186"/>
          </a:xfrm>
          <a:prstGeom prst="rect">
            <a:avLst/>
          </a:prstGeom>
          <a:noFill/>
          <a:ln>
            <a:noFill/>
          </a:ln>
        </p:spPr>
      </p:sp>
      <p:sp>
        <p:nvSpPr>
          <p:cNvPr id="190" name="Google Shape;190;p30"/>
          <p:cNvSpPr txBox="1">
            <a:spLocks noGrp="1"/>
          </p:cNvSpPr>
          <p:nvPr>
            <p:ph type="body" idx="1"/>
          </p:nvPr>
        </p:nvSpPr>
        <p:spPr>
          <a:xfrm>
            <a:off x="874713" y="1484313"/>
            <a:ext cx="10580687" cy="2398475"/>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3_Titel und 3 Inhalte" preserve="1">
  <p:cSld name="3_Titel und 3 Inhalte">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32"/>
          <p:cNvSpPr txBox="1">
            <a:spLocks noGrp="1"/>
          </p:cNvSpPr>
          <p:nvPr>
            <p:ph type="body" idx="1"/>
          </p:nvPr>
        </p:nvSpPr>
        <p:spPr>
          <a:xfrm>
            <a:off x="874713" y="1481138"/>
            <a:ext cx="339883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8" name="Google Shape;198;p32"/>
          <p:cNvSpPr txBox="1">
            <a:spLocks noGrp="1"/>
          </p:cNvSpPr>
          <p:nvPr>
            <p:ph type="body" idx="2"/>
          </p:nvPr>
        </p:nvSpPr>
        <p:spPr>
          <a:xfrm>
            <a:off x="4457699" y="1481138"/>
            <a:ext cx="3416301"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9" name="Google Shape;199;p32"/>
          <p:cNvSpPr txBox="1">
            <a:spLocks noGrp="1"/>
          </p:cNvSpPr>
          <p:nvPr>
            <p:ph type="body" idx="3"/>
          </p:nvPr>
        </p:nvSpPr>
        <p:spPr>
          <a:xfrm>
            <a:off x="8070850" y="1481138"/>
            <a:ext cx="3384550"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4_Titel und 4 Inhalte" preserve="1">
  <p:cSld name="4_Titel und 4 Inhalte">
    <p:spTree>
      <p:nvGrpSpPr>
        <p:cNvPr id="1" name="Shape 200"/>
        <p:cNvGrpSpPr/>
        <p:nvPr/>
      </p:nvGrpSpPr>
      <p:grpSpPr>
        <a:xfrm>
          <a:off x="0" y="0"/>
          <a:ext cx="0" cy="0"/>
          <a:chOff x="0" y="0"/>
          <a:chExt cx="0" cy="0"/>
        </a:xfrm>
      </p:grpSpPr>
      <p:sp>
        <p:nvSpPr>
          <p:cNvPr id="201" name="Google Shape;201;p33"/>
          <p:cNvSpPr>
            <a:spLocks noGrp="1"/>
          </p:cNvSpPr>
          <p:nvPr>
            <p:ph type="pic" idx="2"/>
          </p:nvPr>
        </p:nvSpPr>
        <p:spPr>
          <a:xfrm>
            <a:off x="874711" y="1484313"/>
            <a:ext cx="4300539" cy="1332000"/>
          </a:xfrm>
          <a:prstGeom prst="rect">
            <a:avLst/>
          </a:prstGeom>
          <a:noFill/>
          <a:ln>
            <a:noFill/>
          </a:ln>
        </p:spPr>
      </p:sp>
      <p:sp>
        <p:nvSpPr>
          <p:cNvPr id="202" name="Google Shape;202;p33"/>
          <p:cNvSpPr>
            <a:spLocks noGrp="1"/>
          </p:cNvSpPr>
          <p:nvPr>
            <p:ph type="pic" idx="3"/>
          </p:nvPr>
        </p:nvSpPr>
        <p:spPr>
          <a:xfrm>
            <a:off x="874712" y="2943181"/>
            <a:ext cx="4300537" cy="1332000"/>
          </a:xfrm>
          <a:prstGeom prst="rect">
            <a:avLst/>
          </a:prstGeom>
          <a:noFill/>
          <a:ln>
            <a:noFill/>
          </a:ln>
        </p:spPr>
      </p:sp>
      <p:sp>
        <p:nvSpPr>
          <p:cNvPr id="203" name="Google Shape;203;p33"/>
          <p:cNvSpPr>
            <a:spLocks noGrp="1"/>
          </p:cNvSpPr>
          <p:nvPr>
            <p:ph type="pic" idx="4"/>
          </p:nvPr>
        </p:nvSpPr>
        <p:spPr>
          <a:xfrm>
            <a:off x="874710" y="4402050"/>
            <a:ext cx="4300537" cy="1427249"/>
          </a:xfrm>
          <a:prstGeom prst="rect">
            <a:avLst/>
          </a:prstGeom>
          <a:noFill/>
          <a:ln>
            <a:noFill/>
          </a:ln>
        </p:spPr>
      </p:sp>
      <p:sp>
        <p:nvSpPr>
          <p:cNvPr id="204" name="Google Shape;204;p33"/>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33"/>
          <p:cNvSpPr txBox="1">
            <a:spLocks noGrp="1"/>
          </p:cNvSpPr>
          <p:nvPr>
            <p:ph type="body" idx="1"/>
          </p:nvPr>
        </p:nvSpPr>
        <p:spPr>
          <a:xfrm>
            <a:off x="5365750" y="1484313"/>
            <a:ext cx="6089650"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6_Titel und 18 Bilder" preserve="1">
  <p:cSld name="6_Titel und 18 Bilder">
    <p:spTree>
      <p:nvGrpSpPr>
        <p:cNvPr id="1" name="Shape 211"/>
        <p:cNvGrpSpPr/>
        <p:nvPr/>
      </p:nvGrpSpPr>
      <p:grpSpPr>
        <a:xfrm>
          <a:off x="0" y="0"/>
          <a:ext cx="0" cy="0"/>
          <a:chOff x="0" y="0"/>
          <a:chExt cx="0" cy="0"/>
        </a:xfrm>
      </p:grpSpPr>
      <p:sp>
        <p:nvSpPr>
          <p:cNvPr id="212" name="Google Shape;212;p35"/>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35"/>
          <p:cNvSpPr>
            <a:spLocks noGrp="1"/>
          </p:cNvSpPr>
          <p:nvPr>
            <p:ph type="pic" idx="2"/>
          </p:nvPr>
        </p:nvSpPr>
        <p:spPr>
          <a:xfrm>
            <a:off x="879785" y="1039484"/>
            <a:ext cx="1566000" cy="1566000"/>
          </a:xfrm>
          <a:prstGeom prst="rect">
            <a:avLst/>
          </a:prstGeom>
          <a:solidFill>
            <a:srgbClr val="F2F2F2"/>
          </a:solidFill>
          <a:ln>
            <a:noFill/>
          </a:ln>
        </p:spPr>
      </p:sp>
      <p:sp>
        <p:nvSpPr>
          <p:cNvPr id="214" name="Google Shape;214;p35"/>
          <p:cNvSpPr>
            <a:spLocks noGrp="1"/>
          </p:cNvSpPr>
          <p:nvPr>
            <p:ph type="pic" idx="3"/>
          </p:nvPr>
        </p:nvSpPr>
        <p:spPr>
          <a:xfrm>
            <a:off x="2579023" y="1039484"/>
            <a:ext cx="1566000" cy="1566000"/>
          </a:xfrm>
          <a:prstGeom prst="rect">
            <a:avLst/>
          </a:prstGeom>
          <a:solidFill>
            <a:srgbClr val="F2F2F2"/>
          </a:solidFill>
          <a:ln>
            <a:noFill/>
          </a:ln>
        </p:spPr>
      </p:sp>
      <p:sp>
        <p:nvSpPr>
          <p:cNvPr id="215" name="Google Shape;215;p35"/>
          <p:cNvSpPr>
            <a:spLocks noGrp="1"/>
          </p:cNvSpPr>
          <p:nvPr>
            <p:ph type="pic" idx="4"/>
          </p:nvPr>
        </p:nvSpPr>
        <p:spPr>
          <a:xfrm>
            <a:off x="4278261" y="1039484"/>
            <a:ext cx="1566000" cy="1566000"/>
          </a:xfrm>
          <a:prstGeom prst="rect">
            <a:avLst/>
          </a:prstGeom>
          <a:solidFill>
            <a:srgbClr val="F2F2F2"/>
          </a:solidFill>
          <a:ln>
            <a:noFill/>
          </a:ln>
        </p:spPr>
      </p:sp>
      <p:sp>
        <p:nvSpPr>
          <p:cNvPr id="216" name="Google Shape;216;p35"/>
          <p:cNvSpPr>
            <a:spLocks noGrp="1"/>
          </p:cNvSpPr>
          <p:nvPr>
            <p:ph type="pic" idx="5"/>
          </p:nvPr>
        </p:nvSpPr>
        <p:spPr>
          <a:xfrm>
            <a:off x="5977499" y="1039484"/>
            <a:ext cx="1566000" cy="1566000"/>
          </a:xfrm>
          <a:prstGeom prst="rect">
            <a:avLst/>
          </a:prstGeom>
          <a:solidFill>
            <a:srgbClr val="F2F2F2"/>
          </a:solidFill>
          <a:ln>
            <a:noFill/>
          </a:ln>
        </p:spPr>
      </p:sp>
      <p:sp>
        <p:nvSpPr>
          <p:cNvPr id="217" name="Google Shape;217;p35"/>
          <p:cNvSpPr>
            <a:spLocks noGrp="1"/>
          </p:cNvSpPr>
          <p:nvPr>
            <p:ph type="pic" idx="6"/>
          </p:nvPr>
        </p:nvSpPr>
        <p:spPr>
          <a:xfrm>
            <a:off x="7676735" y="1037468"/>
            <a:ext cx="1566000" cy="1566000"/>
          </a:xfrm>
          <a:prstGeom prst="rect">
            <a:avLst/>
          </a:prstGeom>
          <a:solidFill>
            <a:srgbClr val="F2F2F2"/>
          </a:solidFill>
          <a:ln>
            <a:noFill/>
          </a:ln>
        </p:spPr>
      </p:sp>
      <p:sp>
        <p:nvSpPr>
          <p:cNvPr id="218" name="Google Shape;218;p35"/>
          <p:cNvSpPr>
            <a:spLocks noGrp="1"/>
          </p:cNvSpPr>
          <p:nvPr>
            <p:ph type="pic" idx="7"/>
          </p:nvPr>
        </p:nvSpPr>
        <p:spPr>
          <a:xfrm>
            <a:off x="887333" y="2749075"/>
            <a:ext cx="1566000" cy="1566000"/>
          </a:xfrm>
          <a:prstGeom prst="rect">
            <a:avLst/>
          </a:prstGeom>
          <a:solidFill>
            <a:srgbClr val="F2F2F2"/>
          </a:solidFill>
          <a:ln>
            <a:noFill/>
          </a:ln>
        </p:spPr>
      </p:sp>
      <p:sp>
        <p:nvSpPr>
          <p:cNvPr id="219" name="Google Shape;219;p35"/>
          <p:cNvSpPr>
            <a:spLocks noGrp="1"/>
          </p:cNvSpPr>
          <p:nvPr>
            <p:ph type="pic" idx="8"/>
          </p:nvPr>
        </p:nvSpPr>
        <p:spPr>
          <a:xfrm>
            <a:off x="2586571" y="2749075"/>
            <a:ext cx="1566000" cy="1566000"/>
          </a:xfrm>
          <a:prstGeom prst="rect">
            <a:avLst/>
          </a:prstGeom>
          <a:solidFill>
            <a:srgbClr val="F2F2F2"/>
          </a:solidFill>
          <a:ln>
            <a:noFill/>
          </a:ln>
        </p:spPr>
      </p:sp>
      <p:sp>
        <p:nvSpPr>
          <p:cNvPr id="220" name="Google Shape;220;p35"/>
          <p:cNvSpPr>
            <a:spLocks noGrp="1"/>
          </p:cNvSpPr>
          <p:nvPr>
            <p:ph type="pic" idx="9"/>
          </p:nvPr>
        </p:nvSpPr>
        <p:spPr>
          <a:xfrm>
            <a:off x="4285809" y="2749075"/>
            <a:ext cx="1566000" cy="1566000"/>
          </a:xfrm>
          <a:prstGeom prst="rect">
            <a:avLst/>
          </a:prstGeom>
          <a:solidFill>
            <a:srgbClr val="F2F2F2"/>
          </a:solidFill>
          <a:ln>
            <a:noFill/>
          </a:ln>
        </p:spPr>
      </p:sp>
      <p:sp>
        <p:nvSpPr>
          <p:cNvPr id="221" name="Google Shape;221;p35"/>
          <p:cNvSpPr>
            <a:spLocks noGrp="1"/>
          </p:cNvSpPr>
          <p:nvPr>
            <p:ph type="pic" idx="13"/>
          </p:nvPr>
        </p:nvSpPr>
        <p:spPr>
          <a:xfrm>
            <a:off x="5985047" y="2749075"/>
            <a:ext cx="1566000" cy="1566000"/>
          </a:xfrm>
          <a:prstGeom prst="rect">
            <a:avLst/>
          </a:prstGeom>
          <a:solidFill>
            <a:srgbClr val="F2F2F2"/>
          </a:solidFill>
          <a:ln>
            <a:noFill/>
          </a:ln>
        </p:spPr>
      </p:sp>
      <p:sp>
        <p:nvSpPr>
          <p:cNvPr id="222" name="Google Shape;222;p35"/>
          <p:cNvSpPr>
            <a:spLocks noGrp="1"/>
          </p:cNvSpPr>
          <p:nvPr>
            <p:ph type="pic" idx="14"/>
          </p:nvPr>
        </p:nvSpPr>
        <p:spPr>
          <a:xfrm>
            <a:off x="7684283" y="2747059"/>
            <a:ext cx="1566000" cy="1566000"/>
          </a:xfrm>
          <a:prstGeom prst="rect">
            <a:avLst/>
          </a:prstGeom>
          <a:solidFill>
            <a:srgbClr val="F2F2F2"/>
          </a:solidFill>
          <a:ln>
            <a:noFill/>
          </a:ln>
        </p:spPr>
      </p:sp>
      <p:sp>
        <p:nvSpPr>
          <p:cNvPr id="223" name="Google Shape;223;p35"/>
          <p:cNvSpPr>
            <a:spLocks noGrp="1"/>
          </p:cNvSpPr>
          <p:nvPr>
            <p:ph type="pic" idx="15"/>
          </p:nvPr>
        </p:nvSpPr>
        <p:spPr>
          <a:xfrm>
            <a:off x="885829" y="4449615"/>
            <a:ext cx="1566000" cy="1566000"/>
          </a:xfrm>
          <a:prstGeom prst="rect">
            <a:avLst/>
          </a:prstGeom>
          <a:solidFill>
            <a:srgbClr val="F2F2F2"/>
          </a:solidFill>
          <a:ln>
            <a:noFill/>
          </a:ln>
        </p:spPr>
      </p:sp>
      <p:sp>
        <p:nvSpPr>
          <p:cNvPr id="224" name="Google Shape;224;p35"/>
          <p:cNvSpPr>
            <a:spLocks noGrp="1"/>
          </p:cNvSpPr>
          <p:nvPr>
            <p:ph type="pic" idx="16"/>
          </p:nvPr>
        </p:nvSpPr>
        <p:spPr>
          <a:xfrm>
            <a:off x="2585067" y="4449615"/>
            <a:ext cx="1566000" cy="1566000"/>
          </a:xfrm>
          <a:prstGeom prst="rect">
            <a:avLst/>
          </a:prstGeom>
          <a:solidFill>
            <a:srgbClr val="F2F2F2"/>
          </a:solidFill>
          <a:ln>
            <a:noFill/>
          </a:ln>
        </p:spPr>
      </p:sp>
      <p:sp>
        <p:nvSpPr>
          <p:cNvPr id="225" name="Google Shape;225;p35"/>
          <p:cNvSpPr>
            <a:spLocks noGrp="1"/>
          </p:cNvSpPr>
          <p:nvPr>
            <p:ph type="pic" idx="17"/>
          </p:nvPr>
        </p:nvSpPr>
        <p:spPr>
          <a:xfrm>
            <a:off x="4284305" y="4449615"/>
            <a:ext cx="1566000" cy="1566000"/>
          </a:xfrm>
          <a:prstGeom prst="rect">
            <a:avLst/>
          </a:prstGeom>
          <a:solidFill>
            <a:srgbClr val="F2F2F2"/>
          </a:solidFill>
          <a:ln>
            <a:noFill/>
          </a:ln>
        </p:spPr>
      </p:sp>
      <p:sp>
        <p:nvSpPr>
          <p:cNvPr id="226" name="Google Shape;226;p35"/>
          <p:cNvSpPr>
            <a:spLocks noGrp="1"/>
          </p:cNvSpPr>
          <p:nvPr>
            <p:ph type="pic" idx="18"/>
          </p:nvPr>
        </p:nvSpPr>
        <p:spPr>
          <a:xfrm>
            <a:off x="5983543" y="4449615"/>
            <a:ext cx="1566000" cy="1566000"/>
          </a:xfrm>
          <a:prstGeom prst="rect">
            <a:avLst/>
          </a:prstGeom>
          <a:solidFill>
            <a:srgbClr val="F2F2F2"/>
          </a:solidFill>
          <a:ln>
            <a:noFill/>
          </a:ln>
        </p:spPr>
      </p:sp>
      <p:sp>
        <p:nvSpPr>
          <p:cNvPr id="227" name="Google Shape;227;p35"/>
          <p:cNvSpPr>
            <a:spLocks noGrp="1"/>
          </p:cNvSpPr>
          <p:nvPr>
            <p:ph type="pic" idx="19"/>
          </p:nvPr>
        </p:nvSpPr>
        <p:spPr>
          <a:xfrm>
            <a:off x="7682779" y="4447599"/>
            <a:ext cx="1566000" cy="1566000"/>
          </a:xfrm>
          <a:prstGeom prst="rect">
            <a:avLst/>
          </a:prstGeom>
          <a:solidFill>
            <a:srgbClr val="F2F2F2"/>
          </a:solidFill>
          <a:ln>
            <a:noFill/>
          </a:ln>
        </p:spPr>
      </p:sp>
      <p:sp>
        <p:nvSpPr>
          <p:cNvPr id="228" name="Google Shape;228;p35"/>
          <p:cNvSpPr>
            <a:spLocks noGrp="1"/>
          </p:cNvSpPr>
          <p:nvPr>
            <p:ph type="pic" idx="20"/>
          </p:nvPr>
        </p:nvSpPr>
        <p:spPr>
          <a:xfrm>
            <a:off x="9385079" y="1037468"/>
            <a:ext cx="1566000" cy="1566000"/>
          </a:xfrm>
          <a:prstGeom prst="rect">
            <a:avLst/>
          </a:prstGeom>
          <a:solidFill>
            <a:srgbClr val="F2F2F2"/>
          </a:solidFill>
          <a:ln>
            <a:noFill/>
          </a:ln>
        </p:spPr>
      </p:sp>
      <p:sp>
        <p:nvSpPr>
          <p:cNvPr id="229" name="Google Shape;229;p35"/>
          <p:cNvSpPr>
            <a:spLocks noGrp="1"/>
          </p:cNvSpPr>
          <p:nvPr>
            <p:ph type="pic" idx="21"/>
          </p:nvPr>
        </p:nvSpPr>
        <p:spPr>
          <a:xfrm>
            <a:off x="9385079" y="2747059"/>
            <a:ext cx="1566000" cy="1566000"/>
          </a:xfrm>
          <a:prstGeom prst="rect">
            <a:avLst/>
          </a:prstGeom>
          <a:solidFill>
            <a:srgbClr val="F2F2F2"/>
          </a:solidFill>
          <a:ln>
            <a:noFill/>
          </a:ln>
        </p:spPr>
      </p:sp>
      <p:sp>
        <p:nvSpPr>
          <p:cNvPr id="230" name="Google Shape;230;p35"/>
          <p:cNvSpPr>
            <a:spLocks noGrp="1"/>
          </p:cNvSpPr>
          <p:nvPr>
            <p:ph type="pic" idx="22"/>
          </p:nvPr>
        </p:nvSpPr>
        <p:spPr>
          <a:xfrm>
            <a:off x="9383575" y="4447599"/>
            <a:ext cx="1566000" cy="1566000"/>
          </a:xfrm>
          <a:prstGeom prst="rect">
            <a:avLst/>
          </a:prstGeom>
          <a:solidFill>
            <a:srgbClr val="F2F2F2"/>
          </a:solidFill>
          <a:ln>
            <a:noFill/>
          </a:ln>
        </p:spPr>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6_Titel und 8 Bilder" preserve="1">
  <p:cSld name="6_Titel und 8 Bilder">
    <p:spTree>
      <p:nvGrpSpPr>
        <p:cNvPr id="1" name="Shape 231"/>
        <p:cNvGrpSpPr/>
        <p:nvPr/>
      </p:nvGrpSpPr>
      <p:grpSpPr>
        <a:xfrm>
          <a:off x="0" y="0"/>
          <a:ext cx="0" cy="0"/>
          <a:chOff x="0" y="0"/>
          <a:chExt cx="0" cy="0"/>
        </a:xfrm>
      </p:grpSpPr>
      <p:sp>
        <p:nvSpPr>
          <p:cNvPr id="232" name="Google Shape;232;p36"/>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36"/>
          <p:cNvSpPr>
            <a:spLocks noGrp="1"/>
          </p:cNvSpPr>
          <p:nvPr>
            <p:ph type="pic" idx="2"/>
          </p:nvPr>
        </p:nvSpPr>
        <p:spPr>
          <a:xfrm>
            <a:off x="879785" y="1030288"/>
            <a:ext cx="2498415" cy="2341891"/>
          </a:xfrm>
          <a:prstGeom prst="rect">
            <a:avLst/>
          </a:prstGeom>
          <a:solidFill>
            <a:srgbClr val="F2F2F2"/>
          </a:solidFill>
          <a:ln>
            <a:noFill/>
          </a:ln>
        </p:spPr>
      </p:sp>
      <p:sp>
        <p:nvSpPr>
          <p:cNvPr id="234" name="Google Shape;234;p36"/>
          <p:cNvSpPr>
            <a:spLocks noGrp="1"/>
          </p:cNvSpPr>
          <p:nvPr>
            <p:ph type="pic" idx="3"/>
          </p:nvPr>
        </p:nvSpPr>
        <p:spPr>
          <a:xfrm>
            <a:off x="3575257" y="1030288"/>
            <a:ext cx="2498415" cy="2341891"/>
          </a:xfrm>
          <a:prstGeom prst="rect">
            <a:avLst/>
          </a:prstGeom>
          <a:solidFill>
            <a:srgbClr val="F2F2F2"/>
          </a:solidFill>
          <a:ln>
            <a:noFill/>
          </a:ln>
        </p:spPr>
      </p:sp>
      <p:sp>
        <p:nvSpPr>
          <p:cNvPr id="235" name="Google Shape;235;p36"/>
          <p:cNvSpPr>
            <a:spLocks noGrp="1"/>
          </p:cNvSpPr>
          <p:nvPr>
            <p:ph type="pic" idx="4"/>
          </p:nvPr>
        </p:nvSpPr>
        <p:spPr>
          <a:xfrm>
            <a:off x="6270729" y="1030288"/>
            <a:ext cx="2498415" cy="2341891"/>
          </a:xfrm>
          <a:prstGeom prst="rect">
            <a:avLst/>
          </a:prstGeom>
          <a:solidFill>
            <a:srgbClr val="F2F2F2"/>
          </a:solidFill>
          <a:ln>
            <a:noFill/>
          </a:ln>
        </p:spPr>
      </p:sp>
      <p:sp>
        <p:nvSpPr>
          <p:cNvPr id="236" name="Google Shape;236;p36"/>
          <p:cNvSpPr>
            <a:spLocks noGrp="1"/>
          </p:cNvSpPr>
          <p:nvPr>
            <p:ph type="pic" idx="5"/>
          </p:nvPr>
        </p:nvSpPr>
        <p:spPr>
          <a:xfrm>
            <a:off x="8966200" y="1030288"/>
            <a:ext cx="2498415" cy="2341891"/>
          </a:xfrm>
          <a:prstGeom prst="rect">
            <a:avLst/>
          </a:prstGeom>
          <a:solidFill>
            <a:srgbClr val="F2F2F2"/>
          </a:solidFill>
          <a:ln>
            <a:noFill/>
          </a:ln>
        </p:spPr>
      </p:sp>
      <p:sp>
        <p:nvSpPr>
          <p:cNvPr id="237" name="Google Shape;237;p36"/>
          <p:cNvSpPr>
            <a:spLocks noGrp="1"/>
          </p:cNvSpPr>
          <p:nvPr>
            <p:ph type="pic" idx="6"/>
          </p:nvPr>
        </p:nvSpPr>
        <p:spPr>
          <a:xfrm>
            <a:off x="880142" y="3572347"/>
            <a:ext cx="2498415" cy="2341891"/>
          </a:xfrm>
          <a:prstGeom prst="rect">
            <a:avLst/>
          </a:prstGeom>
          <a:solidFill>
            <a:srgbClr val="F2F2F2"/>
          </a:solidFill>
          <a:ln>
            <a:noFill/>
          </a:ln>
        </p:spPr>
      </p:sp>
      <p:sp>
        <p:nvSpPr>
          <p:cNvPr id="238" name="Google Shape;238;p36"/>
          <p:cNvSpPr>
            <a:spLocks noGrp="1"/>
          </p:cNvSpPr>
          <p:nvPr>
            <p:ph type="pic" idx="7"/>
          </p:nvPr>
        </p:nvSpPr>
        <p:spPr>
          <a:xfrm>
            <a:off x="3575614" y="3572347"/>
            <a:ext cx="2498415" cy="2341891"/>
          </a:xfrm>
          <a:prstGeom prst="rect">
            <a:avLst/>
          </a:prstGeom>
          <a:solidFill>
            <a:srgbClr val="F2F2F2"/>
          </a:solidFill>
          <a:ln>
            <a:noFill/>
          </a:ln>
        </p:spPr>
      </p:sp>
      <p:sp>
        <p:nvSpPr>
          <p:cNvPr id="239" name="Google Shape;239;p36"/>
          <p:cNvSpPr>
            <a:spLocks noGrp="1"/>
          </p:cNvSpPr>
          <p:nvPr>
            <p:ph type="pic" idx="8"/>
          </p:nvPr>
        </p:nvSpPr>
        <p:spPr>
          <a:xfrm>
            <a:off x="6271086" y="3572347"/>
            <a:ext cx="2498415" cy="2341891"/>
          </a:xfrm>
          <a:prstGeom prst="rect">
            <a:avLst/>
          </a:prstGeom>
          <a:solidFill>
            <a:srgbClr val="F2F2F2"/>
          </a:solidFill>
          <a:ln>
            <a:noFill/>
          </a:ln>
        </p:spPr>
      </p:sp>
      <p:sp>
        <p:nvSpPr>
          <p:cNvPr id="240" name="Google Shape;240;p36"/>
          <p:cNvSpPr>
            <a:spLocks noGrp="1"/>
          </p:cNvSpPr>
          <p:nvPr>
            <p:ph type="pic" idx="9"/>
          </p:nvPr>
        </p:nvSpPr>
        <p:spPr>
          <a:xfrm>
            <a:off x="8966557" y="3572347"/>
            <a:ext cx="2498415" cy="2341891"/>
          </a:xfrm>
          <a:prstGeom prst="rect">
            <a:avLst/>
          </a:prstGeom>
          <a:solidFill>
            <a:srgbClr val="F2F2F2"/>
          </a:solidFill>
          <a:ln>
            <a:noFill/>
          </a:ln>
        </p:spPr>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6_Titel und 6 Bilder_" preserve="1">
  <p:cSld name="6_Titel und 6 Bilder_">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37"/>
          <p:cNvSpPr>
            <a:spLocks noGrp="1"/>
          </p:cNvSpPr>
          <p:nvPr>
            <p:ph type="pic" idx="2"/>
          </p:nvPr>
        </p:nvSpPr>
        <p:spPr>
          <a:xfrm>
            <a:off x="9703" y="1057584"/>
            <a:ext cx="4050000" cy="2520000"/>
          </a:xfrm>
          <a:prstGeom prst="rect">
            <a:avLst/>
          </a:prstGeom>
          <a:solidFill>
            <a:srgbClr val="F2F2F2"/>
          </a:solidFill>
          <a:ln>
            <a:noFill/>
          </a:ln>
        </p:spPr>
      </p:sp>
      <p:sp>
        <p:nvSpPr>
          <p:cNvPr id="244" name="Google Shape;244;p37"/>
          <p:cNvSpPr>
            <a:spLocks noGrp="1"/>
          </p:cNvSpPr>
          <p:nvPr>
            <p:ph type="pic" idx="3"/>
          </p:nvPr>
        </p:nvSpPr>
        <p:spPr>
          <a:xfrm>
            <a:off x="4081331" y="1057584"/>
            <a:ext cx="4050000" cy="2520000"/>
          </a:xfrm>
          <a:prstGeom prst="rect">
            <a:avLst/>
          </a:prstGeom>
          <a:solidFill>
            <a:srgbClr val="F2F2F2"/>
          </a:solidFill>
          <a:ln>
            <a:noFill/>
          </a:ln>
        </p:spPr>
      </p:sp>
      <p:sp>
        <p:nvSpPr>
          <p:cNvPr id="245" name="Google Shape;245;p37"/>
          <p:cNvSpPr>
            <a:spLocks noGrp="1"/>
          </p:cNvSpPr>
          <p:nvPr>
            <p:ph type="pic" idx="4"/>
          </p:nvPr>
        </p:nvSpPr>
        <p:spPr>
          <a:xfrm>
            <a:off x="8152960" y="1057584"/>
            <a:ext cx="4050000" cy="2520000"/>
          </a:xfrm>
          <a:prstGeom prst="rect">
            <a:avLst/>
          </a:prstGeom>
          <a:solidFill>
            <a:srgbClr val="F2F2F2"/>
          </a:solidFill>
          <a:ln>
            <a:noFill/>
          </a:ln>
        </p:spPr>
      </p:sp>
      <p:sp>
        <p:nvSpPr>
          <p:cNvPr id="246" name="Google Shape;246;p37"/>
          <p:cNvSpPr>
            <a:spLocks noGrp="1"/>
          </p:cNvSpPr>
          <p:nvPr>
            <p:ph type="pic" idx="5"/>
          </p:nvPr>
        </p:nvSpPr>
        <p:spPr>
          <a:xfrm>
            <a:off x="5151" y="3602514"/>
            <a:ext cx="4050000" cy="2520000"/>
          </a:xfrm>
          <a:prstGeom prst="rect">
            <a:avLst/>
          </a:prstGeom>
          <a:solidFill>
            <a:srgbClr val="F2F2F2"/>
          </a:solidFill>
          <a:ln>
            <a:noFill/>
          </a:ln>
        </p:spPr>
      </p:sp>
      <p:sp>
        <p:nvSpPr>
          <p:cNvPr id="247" name="Google Shape;247;p37"/>
          <p:cNvSpPr>
            <a:spLocks noGrp="1"/>
          </p:cNvSpPr>
          <p:nvPr>
            <p:ph type="pic" idx="6"/>
          </p:nvPr>
        </p:nvSpPr>
        <p:spPr>
          <a:xfrm>
            <a:off x="4076779" y="3602514"/>
            <a:ext cx="4050000" cy="2520000"/>
          </a:xfrm>
          <a:prstGeom prst="rect">
            <a:avLst/>
          </a:prstGeom>
          <a:solidFill>
            <a:srgbClr val="F2F2F2"/>
          </a:solidFill>
          <a:ln>
            <a:noFill/>
          </a:ln>
        </p:spPr>
      </p:sp>
      <p:sp>
        <p:nvSpPr>
          <p:cNvPr id="248" name="Google Shape;248;p37"/>
          <p:cNvSpPr>
            <a:spLocks noGrp="1"/>
          </p:cNvSpPr>
          <p:nvPr>
            <p:ph type="pic" idx="7"/>
          </p:nvPr>
        </p:nvSpPr>
        <p:spPr>
          <a:xfrm>
            <a:off x="8148408" y="3602514"/>
            <a:ext cx="4050000" cy="2520000"/>
          </a:xfrm>
          <a:prstGeom prst="rect">
            <a:avLst/>
          </a:prstGeom>
          <a:solidFill>
            <a:srgbClr val="F2F2F2"/>
          </a:solidFill>
          <a:ln>
            <a:noFill/>
          </a:ln>
        </p:spPr>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2_Nur Titel" preserve="1">
  <p:cSld name="2_Nur Titel">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Leer" preserve="1">
  <p:cSld name="Leer">
    <p:spTree>
      <p:nvGrpSpPr>
        <p:cNvPr id="1" name="Shape 254"/>
        <p:cNvGrpSpPr/>
        <p:nvPr/>
      </p:nvGrpSpPr>
      <p:grpSpPr>
        <a:xfrm>
          <a:off x="0" y="0"/>
          <a:ext cx="0" cy="0"/>
          <a:chOff x="0" y="0"/>
          <a:chExt cx="0" cy="0"/>
        </a:xfrm>
      </p:grpSpPr>
      <p:sp>
        <p:nvSpPr>
          <p:cNvPr id="255" name="Google Shape;255;p40"/>
          <p:cNvSpPr>
            <a:spLocks noGrp="1"/>
          </p:cNvSpPr>
          <p:nvPr>
            <p:ph type="pic" idx="2"/>
          </p:nvPr>
        </p:nvSpPr>
        <p:spPr>
          <a:xfrm>
            <a:off x="0" y="6"/>
            <a:ext cx="12192000" cy="6129331"/>
          </a:xfrm>
          <a:prstGeom prst="rect">
            <a:avLst/>
          </a:prstGeom>
          <a:noFill/>
          <a:ln>
            <a:noFill/>
          </a:ln>
        </p:spPr>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Benutzerdefiniertes Layout" preserve="1">
  <p:cSld name="Benutzerdefiniertes Layout">
    <p:spTree>
      <p:nvGrpSpPr>
        <p:cNvPr id="1" name="Shape 256"/>
        <p:cNvGrpSpPr/>
        <p:nvPr/>
      </p:nvGrpSpPr>
      <p:grpSpPr>
        <a:xfrm>
          <a:off x="0" y="0"/>
          <a:ext cx="0" cy="0"/>
          <a:chOff x="0" y="0"/>
          <a:chExt cx="0" cy="0"/>
        </a:xfrm>
      </p:grpSpPr>
      <p:sp>
        <p:nvSpPr>
          <p:cNvPr id="257" name="Google Shape;257;p41"/>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58" name="Google Shape;258;p41"/>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1"/>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1_Benutzerdefiniertes Layout" preserve="1">
  <p:cSld name="1_Benutzerdefiniertes Layout">
    <p:spTree>
      <p:nvGrpSpPr>
        <p:cNvPr id="1" name="Shape 260"/>
        <p:cNvGrpSpPr/>
        <p:nvPr/>
      </p:nvGrpSpPr>
      <p:grpSpPr>
        <a:xfrm>
          <a:off x="0" y="0"/>
          <a:ext cx="0" cy="0"/>
          <a:chOff x="0" y="0"/>
          <a:chExt cx="0" cy="0"/>
        </a:xfrm>
      </p:grpSpPr>
      <p:sp>
        <p:nvSpPr>
          <p:cNvPr id="261" name="Google Shape;261;p42"/>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62" name="Google Shape;262;p4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3" name="Google Shape;263;p42"/>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2_Benutzerdefiniertes Layout" preserve="1">
  <p:cSld name="2_Benutzerdefiniertes Layout">
    <p:spTree>
      <p:nvGrpSpPr>
        <p:cNvPr id="1" name="Shape 264"/>
        <p:cNvGrpSpPr/>
        <p:nvPr/>
      </p:nvGrpSpPr>
      <p:grpSpPr>
        <a:xfrm>
          <a:off x="0" y="0"/>
          <a:ext cx="0" cy="0"/>
          <a:chOff x="0" y="0"/>
          <a:chExt cx="0" cy="0"/>
        </a:xfrm>
      </p:grpSpPr>
      <p:sp>
        <p:nvSpPr>
          <p:cNvPr id="265" name="Google Shape;265;p43"/>
          <p:cNvSpPr/>
          <p:nvPr/>
        </p:nvSpPr>
        <p:spPr>
          <a:xfrm>
            <a:off x="0" y="2"/>
            <a:ext cx="12192000" cy="6129336"/>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66" name="Google Shape;266;p43"/>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43"/>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3_Benutzerdefiniertes Layout" preserve="1">
  <p:cSld name="3_Benutzerdefiniertes Layout">
    <p:spTree>
      <p:nvGrpSpPr>
        <p:cNvPr id="1" name="Shape 268"/>
        <p:cNvGrpSpPr/>
        <p:nvPr/>
      </p:nvGrpSpPr>
      <p:grpSpPr>
        <a:xfrm>
          <a:off x="0" y="0"/>
          <a:ext cx="0" cy="0"/>
          <a:chOff x="0" y="0"/>
          <a:chExt cx="0" cy="0"/>
        </a:xfrm>
      </p:grpSpPr>
      <p:sp>
        <p:nvSpPr>
          <p:cNvPr id="269" name="Google Shape;269;p44"/>
          <p:cNvSpPr>
            <a:spLocks noGrp="1"/>
          </p:cNvSpPr>
          <p:nvPr>
            <p:ph type="pic" idx="2"/>
          </p:nvPr>
        </p:nvSpPr>
        <p:spPr>
          <a:xfrm>
            <a:off x="0" y="0"/>
            <a:ext cx="12192000" cy="6129338"/>
          </a:xfrm>
          <a:prstGeom prst="rect">
            <a:avLst/>
          </a:prstGeom>
          <a:solidFill>
            <a:srgbClr val="F2F2F2"/>
          </a:solidFill>
          <a:ln>
            <a:noFill/>
          </a:ln>
        </p:spPr>
      </p:sp>
      <p:sp>
        <p:nvSpPr>
          <p:cNvPr id="270" name="Google Shape;270;p4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1" name="Google Shape;271;p44"/>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1_Titel und Inhalt" type="blank" preserve="1">
  <p:cSld name="1_Titel und Inhalt">
    <p:spTree>
      <p:nvGrpSpPr>
        <p:cNvPr id="1" name="Shape 272"/>
        <p:cNvGrpSpPr/>
        <p:nvPr/>
      </p:nvGrpSpPr>
      <p:grpSpPr>
        <a:xfrm>
          <a:off x="0" y="0"/>
          <a:ext cx="0" cy="0"/>
          <a:chOff x="0" y="0"/>
          <a:chExt cx="0" cy="0"/>
        </a:xfrm>
      </p:grpSpPr>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matchingName="1_Titelfolie_TUD_weiß-blau" preserve="1">
  <p:cSld name="1_Titelfolie_TUD_weiß-blau">
    <p:spTree>
      <p:nvGrpSpPr>
        <p:cNvPr id="1" name="Shape 17"/>
        <p:cNvGrpSpPr/>
        <p:nvPr/>
      </p:nvGrpSpPr>
      <p:grpSpPr>
        <a:xfrm>
          <a:off x="0" y="0"/>
          <a:ext cx="0" cy="0"/>
          <a:chOff x="0" y="0"/>
          <a:chExt cx="0" cy="0"/>
        </a:xfrm>
      </p:grpSpPr>
      <p:pic>
        <p:nvPicPr>
          <p:cNvPr id="18" name="Google Shape;18;p1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27901"/>
            <a:ext cx="1468046" cy="548987"/>
          </a:xfrm>
          <a:prstGeom prst="rect">
            <a:avLst/>
          </a:prstGeom>
          <a:noFill/>
          <a:ln>
            <a:noFill/>
          </a:ln>
        </p:spPr>
      </p:pic>
      <p:pic>
        <p:nvPicPr>
          <p:cNvPr id="19" name="Google Shape;19;p1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
        <p:nvSpPr>
          <p:cNvPr id="20" name="Google Shape;20;p15"/>
          <p:cNvSpPr/>
          <p:nvPr/>
        </p:nvSpPr>
        <p:spPr>
          <a:xfrm>
            <a:off x="0" y="1204912"/>
            <a:ext cx="12192000" cy="5653089"/>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1" name="Google Shape;21;p15"/>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2" name="Google Shape;22;p15"/>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24" name="Google Shape;24;p15"/>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5" name="Google Shape;25;p15"/>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6" name="Google Shape;26;p15"/>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matchingName="1_Titelfolie_TUD_weiß" preserve="1">
  <p:cSld name="1_Titelfolie_TUD_weiß">
    <p:spTree>
      <p:nvGrpSpPr>
        <p:cNvPr id="1" name="Shape 27"/>
        <p:cNvGrpSpPr/>
        <p:nvPr/>
      </p:nvGrpSpPr>
      <p:grpSpPr>
        <a:xfrm>
          <a:off x="0" y="0"/>
          <a:ext cx="0" cy="0"/>
          <a:chOff x="0" y="0"/>
          <a:chExt cx="0" cy="0"/>
        </a:xfrm>
      </p:grpSpPr>
      <p:sp>
        <p:nvSpPr>
          <p:cNvPr id="28" name="Google Shape;28;p16"/>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9" name="Google Shape;29;p16"/>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6"/>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31" name="Google Shape;31;p16"/>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2" name="Google Shape;32;p16"/>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3" name="Google Shape;33;p16"/>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34" name="Google Shape;34;p1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21077"/>
            <a:ext cx="1468046" cy="548987"/>
          </a:xfrm>
          <a:prstGeom prst="rect">
            <a:avLst/>
          </a:prstGeom>
          <a:noFill/>
          <a:ln>
            <a:noFill/>
          </a:ln>
        </p:spPr>
      </p:pic>
      <p:pic>
        <p:nvPicPr>
          <p:cNvPr id="35" name="Google Shape;35;p1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2_Titel und ein Inhalt" preserve="1">
  <p:cSld name="phoebe">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2400"/>
              <a:buFont typeface="Open Sans" panose="020B060603050402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874711" y="1484313"/>
            <a:ext cx="10580688" cy="4344987"/>
          </a:xfrm>
          <a:prstGeom prst="rect">
            <a:avLst/>
          </a:prstGeom>
          <a:noFill/>
          <a:ln>
            <a:noFill/>
          </a:ln>
        </p:spPr>
        <p:txBody>
          <a:bodyPr spcFirstLastPara="1" wrap="square" lIns="0" tIns="0" rIns="0" bIns="0" anchor="t" anchorCtr="0">
            <a:noAutofit/>
          </a:bodyPr>
          <a:lstStyle>
            <a:lvl1pPr marL="457200" lvl="0" indent="-228600" algn="l">
              <a:spcBef>
                <a:spcPts val="1200"/>
              </a:spcBef>
              <a:spcAft>
                <a:spcPts val="0"/>
              </a:spcAft>
              <a:buClr>
                <a:schemeClr val="accent1"/>
              </a:buClr>
              <a:buSzPts val="1600"/>
              <a:buNone/>
              <a:defRPr/>
            </a:lvl1pPr>
            <a:lvl2pPr marL="914400" lvl="1" indent="-228600" algn="l">
              <a:spcBef>
                <a:spcPts val="600"/>
              </a:spcBef>
              <a:spcAft>
                <a:spcPts val="0"/>
              </a:spcAft>
              <a:buClr>
                <a:schemeClr val="accent1"/>
              </a:buClr>
              <a:buSzPts val="1800"/>
              <a:buNone/>
              <a:defRPr/>
            </a:lvl2pPr>
            <a:lvl3pPr marL="1371600" lvl="2" indent="-330200" algn="l">
              <a:spcBef>
                <a:spcPts val="1200"/>
              </a:spcBef>
              <a:spcAft>
                <a:spcPts val="0"/>
              </a:spcAft>
              <a:buClr>
                <a:schemeClr val="accent1"/>
              </a:buClr>
              <a:buSzPts val="16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2_Titel und 2 Inhalte_" preserve="1">
  <p:cSld name="2_Titel und 2 Inhalte_">
    <p:spTree>
      <p:nvGrpSpPr>
        <p:cNvPr id="1" name="Shape 39"/>
        <p:cNvGrpSpPr/>
        <p:nvPr/>
      </p:nvGrpSpPr>
      <p:grpSpPr>
        <a:xfrm>
          <a:off x="0" y="0"/>
          <a:ext cx="0" cy="0"/>
          <a:chOff x="0" y="0"/>
          <a:chExt cx="0" cy="0"/>
        </a:xfrm>
      </p:grpSpPr>
      <p:sp>
        <p:nvSpPr>
          <p:cNvPr id="40" name="Google Shape;40;p1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8"/>
          <p:cNvSpPr txBox="1">
            <a:spLocks noGrp="1"/>
          </p:cNvSpPr>
          <p:nvPr>
            <p:ph type="body" idx="1"/>
          </p:nvPr>
        </p:nvSpPr>
        <p:spPr>
          <a:xfrm>
            <a:off x="874713"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2" name="Google Shape;42;p18"/>
          <p:cNvSpPr txBox="1">
            <a:spLocks noGrp="1"/>
          </p:cNvSpPr>
          <p:nvPr>
            <p:ph type="body" idx="2"/>
          </p:nvPr>
        </p:nvSpPr>
        <p:spPr>
          <a:xfrm>
            <a:off x="6267450"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matchingName="1_Titelfolie_TUD_blau" preserve="1">
  <p:cSld name="1_Titelfolie_TUD_blau">
    <p:spTree>
      <p:nvGrpSpPr>
        <p:cNvPr id="1" name="Shape 43"/>
        <p:cNvGrpSpPr/>
        <p:nvPr/>
      </p:nvGrpSpPr>
      <p:grpSpPr>
        <a:xfrm>
          <a:off x="0" y="0"/>
          <a:ext cx="0" cy="0"/>
          <a:chOff x="0" y="0"/>
          <a:chExt cx="0" cy="0"/>
        </a:xfrm>
      </p:grpSpPr>
      <p:sp>
        <p:nvSpPr>
          <p:cNvPr id="44" name="Google Shape;44;p19"/>
          <p:cNvSpPr/>
          <p:nvPr/>
        </p:nvSpPr>
        <p:spPr>
          <a:xfrm>
            <a:off x="0" y="0"/>
            <a:ext cx="12192000" cy="685800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pic>
        <p:nvPicPr>
          <p:cNvPr id="45" name="Google Shape;45;p19"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7694" y="329323"/>
            <a:ext cx="1463906" cy="543600"/>
          </a:xfrm>
          <a:prstGeom prst="rect">
            <a:avLst/>
          </a:prstGeom>
          <a:noFill/>
          <a:ln>
            <a:noFill/>
          </a:ln>
        </p:spPr>
      </p:pic>
      <p:pic>
        <p:nvPicPr>
          <p:cNvPr id="46" name="Google Shape;46;p19"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9731"/>
            <a:ext cx="1765029" cy="514800"/>
          </a:xfrm>
          <a:prstGeom prst="rect">
            <a:avLst/>
          </a:prstGeom>
          <a:noFill/>
          <a:ln>
            <a:noFill/>
          </a:ln>
        </p:spPr>
      </p:pic>
      <p:sp>
        <p:nvSpPr>
          <p:cNvPr id="47" name="Google Shape;47;p19"/>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8" name="Google Shape;48;p19"/>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9"/>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0" name="Google Shape;50;p19"/>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1" name="Google Shape;51;p19"/>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2" name="Google Shape;52;p19"/>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matchingName="1_Titelfolie_TUD_blauverlauf" preserve="1">
  <p:cSld name="1_Titelfolie_TUD_blauverlauf">
    <p:spTree>
      <p:nvGrpSpPr>
        <p:cNvPr id="1" name="Shape 53"/>
        <p:cNvGrpSpPr/>
        <p:nvPr/>
      </p:nvGrpSpPr>
      <p:grpSpPr>
        <a:xfrm>
          <a:off x="0" y="0"/>
          <a:ext cx="0" cy="0"/>
          <a:chOff x="0" y="0"/>
          <a:chExt cx="0" cy="0"/>
        </a:xfrm>
      </p:grpSpPr>
      <p:sp>
        <p:nvSpPr>
          <p:cNvPr id="54" name="Google Shape;54;p20"/>
          <p:cNvSpPr/>
          <p:nvPr/>
        </p:nvSpPr>
        <p:spPr>
          <a:xfrm>
            <a:off x="0" y="0"/>
            <a:ext cx="12192000" cy="6858001"/>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55" name="Google Shape;55;p20"/>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6" name="Google Shape;56;p20"/>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0"/>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8" name="Google Shape;58;p20"/>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9" name="Google Shape;59;p20"/>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60" name="Google Shape;60;p20"/>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61" name="Google Shape;61;p20"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7694" y="329323"/>
            <a:ext cx="1463906" cy="543600"/>
          </a:xfrm>
          <a:prstGeom prst="rect">
            <a:avLst/>
          </a:prstGeom>
          <a:noFill/>
          <a:ln>
            <a:noFill/>
          </a:ln>
        </p:spPr>
      </p:pic>
      <p:pic>
        <p:nvPicPr>
          <p:cNvPr id="62" name="Google Shape;62;p20"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9731"/>
            <a:ext cx="1765029" cy="514800"/>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matchingName="2_Titelfolie_TUD_Foto_a" preserve="1">
  <p:cSld name="2_Titelfolie_TUD_Foto_a">
    <p:spTree>
      <p:nvGrpSpPr>
        <p:cNvPr id="1" name="Shape 63"/>
        <p:cNvGrpSpPr/>
        <p:nvPr/>
      </p:nvGrpSpPr>
      <p:grpSpPr>
        <a:xfrm>
          <a:off x="0" y="0"/>
          <a:ext cx="0" cy="0"/>
          <a:chOff x="0" y="0"/>
          <a:chExt cx="0" cy="0"/>
        </a:xfrm>
      </p:grpSpPr>
      <p:sp>
        <p:nvSpPr>
          <p:cNvPr id="64" name="Google Shape;64;p21"/>
          <p:cNvSpPr>
            <a:spLocks noGrp="1"/>
          </p:cNvSpPr>
          <p:nvPr>
            <p:ph type="pic" idx="2"/>
          </p:nvPr>
        </p:nvSpPr>
        <p:spPr>
          <a:xfrm>
            <a:off x="0" y="0"/>
            <a:ext cx="12192000" cy="6858000"/>
          </a:xfrm>
          <a:prstGeom prst="rect">
            <a:avLst/>
          </a:prstGeom>
          <a:solidFill>
            <a:srgbClr val="F2F2F2"/>
          </a:solidFill>
          <a:ln>
            <a:noFill/>
          </a:ln>
        </p:spPr>
      </p:sp>
      <p:grpSp>
        <p:nvGrpSpPr>
          <p:cNvPr id="65" name="Google Shape;65;p21"/>
          <p:cNvGrpSpPr/>
          <p:nvPr/>
        </p:nvGrpSpPr>
        <p:grpSpPr>
          <a:xfrm>
            <a:off x="10411983" y="326258"/>
            <a:ext cx="1467221" cy="557364"/>
            <a:chOff x="13050" y="-8950"/>
            <a:chExt cx="2996775" cy="3035750"/>
          </a:xfrm>
        </p:grpSpPr>
        <p:sp>
          <p:nvSpPr>
            <p:cNvPr id="66" name="Google Shape;66;p21"/>
            <p:cNvSpPr/>
            <p:nvPr/>
          </p:nvSpPr>
          <p:spPr>
            <a:xfrm>
              <a:off x="13050" y="1830350"/>
              <a:ext cx="130750" cy="473225"/>
            </a:xfrm>
            <a:custGeom>
              <a:avLst/>
              <a:gdLst/>
              <a:ahLst/>
              <a:cxnLst/>
              <a:rect l="l" t="t" r="r" b="b"/>
              <a:pathLst>
                <a:path w="5230" h="18929" extrusionOk="0">
                  <a:moveTo>
                    <a:pt x="3007" y="0"/>
                  </a:moveTo>
                  <a:cubicBezTo>
                    <a:pt x="1439" y="0"/>
                    <a:pt x="1" y="2500"/>
                    <a:pt x="1" y="9643"/>
                  </a:cubicBezTo>
                  <a:cubicBezTo>
                    <a:pt x="1" y="16429"/>
                    <a:pt x="1439" y="18929"/>
                    <a:pt x="3007" y="18929"/>
                  </a:cubicBezTo>
                  <a:cubicBezTo>
                    <a:pt x="3922" y="18929"/>
                    <a:pt x="4707" y="18215"/>
                    <a:pt x="5230" y="16786"/>
                  </a:cubicBezTo>
                  <a:cubicBezTo>
                    <a:pt x="5230" y="16786"/>
                    <a:pt x="5230" y="16786"/>
                    <a:pt x="4315" y="14286"/>
                  </a:cubicBezTo>
                  <a:cubicBezTo>
                    <a:pt x="3922" y="15357"/>
                    <a:pt x="3530" y="16072"/>
                    <a:pt x="3007" y="16072"/>
                  </a:cubicBezTo>
                  <a:cubicBezTo>
                    <a:pt x="2485" y="16072"/>
                    <a:pt x="2092" y="15357"/>
                    <a:pt x="1831" y="14286"/>
                  </a:cubicBezTo>
                  <a:cubicBezTo>
                    <a:pt x="1439" y="13215"/>
                    <a:pt x="1308" y="11786"/>
                    <a:pt x="1308" y="9643"/>
                  </a:cubicBezTo>
                  <a:cubicBezTo>
                    <a:pt x="1308" y="7500"/>
                    <a:pt x="1439" y="6072"/>
                    <a:pt x="1831" y="5000"/>
                  </a:cubicBezTo>
                  <a:cubicBezTo>
                    <a:pt x="2092" y="3929"/>
                    <a:pt x="2485" y="3215"/>
                    <a:pt x="3007" y="3215"/>
                  </a:cubicBezTo>
                  <a:cubicBezTo>
                    <a:pt x="3530" y="3215"/>
                    <a:pt x="3922" y="3929"/>
                    <a:pt x="4315" y="5000"/>
                  </a:cubicBezTo>
                  <a:cubicBezTo>
                    <a:pt x="4315" y="5000"/>
                    <a:pt x="4315" y="5000"/>
                    <a:pt x="5230" y="2500"/>
                  </a:cubicBezTo>
                  <a:cubicBezTo>
                    <a:pt x="4707" y="715"/>
                    <a:pt x="3922" y="0"/>
                    <a:pt x="300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1"/>
            <p:cNvSpPr/>
            <p:nvPr/>
          </p:nvSpPr>
          <p:spPr>
            <a:xfrm>
              <a:off x="209150" y="1821425"/>
              <a:ext cx="143800" cy="482150"/>
            </a:xfrm>
            <a:custGeom>
              <a:avLst/>
              <a:gdLst/>
              <a:ahLst/>
              <a:cxnLst/>
              <a:rect l="l" t="t" r="r" b="b"/>
              <a:pathLst>
                <a:path w="5752" h="19286" extrusionOk="0">
                  <a:moveTo>
                    <a:pt x="2876" y="3572"/>
                  </a:moveTo>
                  <a:cubicBezTo>
                    <a:pt x="3137" y="3572"/>
                    <a:pt x="3529" y="3929"/>
                    <a:pt x="3791" y="4643"/>
                  </a:cubicBezTo>
                  <a:cubicBezTo>
                    <a:pt x="4183" y="5714"/>
                    <a:pt x="4314" y="7857"/>
                    <a:pt x="4314" y="9643"/>
                  </a:cubicBezTo>
                  <a:cubicBezTo>
                    <a:pt x="4314" y="11786"/>
                    <a:pt x="4183" y="13572"/>
                    <a:pt x="3791" y="15000"/>
                  </a:cubicBezTo>
                  <a:cubicBezTo>
                    <a:pt x="3660" y="15714"/>
                    <a:pt x="3268" y="16072"/>
                    <a:pt x="2876" y="16072"/>
                  </a:cubicBezTo>
                  <a:cubicBezTo>
                    <a:pt x="2353" y="16072"/>
                    <a:pt x="2092" y="15714"/>
                    <a:pt x="1830" y="15000"/>
                  </a:cubicBezTo>
                  <a:cubicBezTo>
                    <a:pt x="1438" y="13572"/>
                    <a:pt x="1307" y="11786"/>
                    <a:pt x="1307" y="9643"/>
                  </a:cubicBezTo>
                  <a:cubicBezTo>
                    <a:pt x="1307" y="7857"/>
                    <a:pt x="1438" y="5714"/>
                    <a:pt x="1830" y="4643"/>
                  </a:cubicBezTo>
                  <a:cubicBezTo>
                    <a:pt x="2092" y="3929"/>
                    <a:pt x="2353" y="3572"/>
                    <a:pt x="2876" y="3572"/>
                  </a:cubicBezTo>
                  <a:close/>
                  <a:moveTo>
                    <a:pt x="2876" y="0"/>
                  </a:moveTo>
                  <a:cubicBezTo>
                    <a:pt x="1830" y="0"/>
                    <a:pt x="1307" y="1072"/>
                    <a:pt x="784" y="2143"/>
                  </a:cubicBezTo>
                  <a:cubicBezTo>
                    <a:pt x="131" y="4286"/>
                    <a:pt x="0" y="6429"/>
                    <a:pt x="0" y="9643"/>
                  </a:cubicBezTo>
                  <a:cubicBezTo>
                    <a:pt x="0" y="12857"/>
                    <a:pt x="131" y="15357"/>
                    <a:pt x="784" y="17143"/>
                  </a:cubicBezTo>
                  <a:cubicBezTo>
                    <a:pt x="1176" y="18572"/>
                    <a:pt x="1830" y="19286"/>
                    <a:pt x="2876" y="19286"/>
                  </a:cubicBezTo>
                  <a:cubicBezTo>
                    <a:pt x="3660" y="19286"/>
                    <a:pt x="4444" y="18572"/>
                    <a:pt x="4837" y="17143"/>
                  </a:cubicBezTo>
                  <a:cubicBezTo>
                    <a:pt x="5490" y="15357"/>
                    <a:pt x="5621" y="12857"/>
                    <a:pt x="5752" y="9643"/>
                  </a:cubicBezTo>
                  <a:cubicBezTo>
                    <a:pt x="5752" y="6429"/>
                    <a:pt x="5490" y="4286"/>
                    <a:pt x="4837" y="2143"/>
                  </a:cubicBezTo>
                  <a:cubicBezTo>
                    <a:pt x="4444" y="1072"/>
                    <a:pt x="3791" y="0"/>
                    <a:pt x="2876"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1"/>
            <p:cNvSpPr/>
            <p:nvPr/>
          </p:nvSpPr>
          <p:spPr>
            <a:xfrm>
              <a:off x="431350" y="1821425"/>
              <a:ext cx="137300" cy="482150"/>
            </a:xfrm>
            <a:custGeom>
              <a:avLst/>
              <a:gdLst/>
              <a:ahLst/>
              <a:cxnLst/>
              <a:rect l="l" t="t" r="r" b="b"/>
              <a:pathLst>
                <a:path w="5492" h="19286" extrusionOk="0">
                  <a:moveTo>
                    <a:pt x="3138" y="0"/>
                  </a:moveTo>
                  <a:cubicBezTo>
                    <a:pt x="2485" y="0"/>
                    <a:pt x="1831" y="714"/>
                    <a:pt x="1308" y="2143"/>
                  </a:cubicBezTo>
                  <a:cubicBezTo>
                    <a:pt x="1308" y="2143"/>
                    <a:pt x="1308" y="2143"/>
                    <a:pt x="1308" y="357"/>
                  </a:cubicBezTo>
                  <a:lnTo>
                    <a:pt x="1" y="357"/>
                  </a:lnTo>
                  <a:cubicBezTo>
                    <a:pt x="1" y="357"/>
                    <a:pt x="1" y="357"/>
                    <a:pt x="1" y="19286"/>
                  </a:cubicBezTo>
                  <a:lnTo>
                    <a:pt x="1308" y="19286"/>
                  </a:lnTo>
                  <a:cubicBezTo>
                    <a:pt x="1308" y="19286"/>
                    <a:pt x="1308" y="19286"/>
                    <a:pt x="1308" y="7857"/>
                  </a:cubicBezTo>
                  <a:cubicBezTo>
                    <a:pt x="1308" y="5000"/>
                    <a:pt x="1962" y="3572"/>
                    <a:pt x="2746" y="3572"/>
                  </a:cubicBezTo>
                  <a:cubicBezTo>
                    <a:pt x="3530" y="3572"/>
                    <a:pt x="4184" y="4643"/>
                    <a:pt x="4184" y="7857"/>
                  </a:cubicBezTo>
                  <a:cubicBezTo>
                    <a:pt x="4184" y="7857"/>
                    <a:pt x="4184" y="7857"/>
                    <a:pt x="4184" y="19286"/>
                  </a:cubicBezTo>
                  <a:lnTo>
                    <a:pt x="5491" y="19286"/>
                  </a:lnTo>
                  <a:cubicBezTo>
                    <a:pt x="5491" y="19286"/>
                    <a:pt x="5491" y="19286"/>
                    <a:pt x="5491" y="7143"/>
                  </a:cubicBezTo>
                  <a:cubicBezTo>
                    <a:pt x="5491" y="5000"/>
                    <a:pt x="5360" y="3214"/>
                    <a:pt x="4838" y="1786"/>
                  </a:cubicBezTo>
                  <a:cubicBezTo>
                    <a:pt x="4445" y="714"/>
                    <a:pt x="392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1"/>
            <p:cNvSpPr/>
            <p:nvPr/>
          </p:nvSpPr>
          <p:spPr>
            <a:xfrm>
              <a:off x="643775" y="1830350"/>
              <a:ext cx="134025" cy="473225"/>
            </a:xfrm>
            <a:custGeom>
              <a:avLst/>
              <a:gdLst/>
              <a:ahLst/>
              <a:cxnLst/>
              <a:rect l="l" t="t" r="r" b="b"/>
              <a:pathLst>
                <a:path w="5361" h="18929" extrusionOk="0">
                  <a:moveTo>
                    <a:pt x="3138" y="0"/>
                  </a:moveTo>
                  <a:cubicBezTo>
                    <a:pt x="1569" y="0"/>
                    <a:pt x="1" y="2500"/>
                    <a:pt x="1" y="9643"/>
                  </a:cubicBezTo>
                  <a:cubicBezTo>
                    <a:pt x="1" y="16429"/>
                    <a:pt x="1569" y="18929"/>
                    <a:pt x="3138" y="18929"/>
                  </a:cubicBezTo>
                  <a:cubicBezTo>
                    <a:pt x="4053" y="18929"/>
                    <a:pt x="4707" y="18215"/>
                    <a:pt x="5360" y="16786"/>
                  </a:cubicBezTo>
                  <a:cubicBezTo>
                    <a:pt x="5360" y="16786"/>
                    <a:pt x="5360" y="16786"/>
                    <a:pt x="4445" y="14286"/>
                  </a:cubicBezTo>
                  <a:cubicBezTo>
                    <a:pt x="4053" y="15357"/>
                    <a:pt x="3661" y="16072"/>
                    <a:pt x="3138" y="16072"/>
                  </a:cubicBezTo>
                  <a:cubicBezTo>
                    <a:pt x="2615" y="16072"/>
                    <a:pt x="2223" y="15357"/>
                    <a:pt x="1831" y="14286"/>
                  </a:cubicBezTo>
                  <a:cubicBezTo>
                    <a:pt x="1569" y="13215"/>
                    <a:pt x="1439" y="11786"/>
                    <a:pt x="1439" y="9643"/>
                  </a:cubicBezTo>
                  <a:cubicBezTo>
                    <a:pt x="1439" y="7500"/>
                    <a:pt x="1569" y="6072"/>
                    <a:pt x="1831" y="5000"/>
                  </a:cubicBezTo>
                  <a:cubicBezTo>
                    <a:pt x="2092" y="3929"/>
                    <a:pt x="2615" y="3215"/>
                    <a:pt x="3138" y="3215"/>
                  </a:cubicBezTo>
                  <a:cubicBezTo>
                    <a:pt x="3661" y="3215"/>
                    <a:pt x="4053" y="3929"/>
                    <a:pt x="4445" y="5000"/>
                  </a:cubicBezTo>
                  <a:cubicBezTo>
                    <a:pt x="4445" y="5000"/>
                    <a:pt x="4445" y="5000"/>
                    <a:pt x="5360" y="2500"/>
                  </a:cubicBezTo>
                  <a:cubicBezTo>
                    <a:pt x="4707" y="715"/>
                    <a:pt x="4053"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1"/>
            <p:cNvSpPr/>
            <p:nvPr/>
          </p:nvSpPr>
          <p:spPr>
            <a:xfrm>
              <a:off x="839850" y="1830350"/>
              <a:ext cx="147100" cy="482150"/>
            </a:xfrm>
            <a:custGeom>
              <a:avLst/>
              <a:gdLst/>
              <a:ahLst/>
              <a:cxnLst/>
              <a:rect l="l" t="t" r="r" b="b"/>
              <a:pathLst>
                <a:path w="5884" h="19286" extrusionOk="0">
                  <a:moveTo>
                    <a:pt x="2877" y="2857"/>
                  </a:moveTo>
                  <a:cubicBezTo>
                    <a:pt x="3530" y="2857"/>
                    <a:pt x="4053" y="3929"/>
                    <a:pt x="4314" y="5357"/>
                  </a:cubicBezTo>
                  <a:cubicBezTo>
                    <a:pt x="4314" y="6072"/>
                    <a:pt x="4445" y="6786"/>
                    <a:pt x="4445" y="7857"/>
                  </a:cubicBezTo>
                  <a:lnTo>
                    <a:pt x="1439" y="7857"/>
                  </a:lnTo>
                  <a:cubicBezTo>
                    <a:pt x="1439" y="6786"/>
                    <a:pt x="1439" y="6072"/>
                    <a:pt x="1569" y="5357"/>
                  </a:cubicBezTo>
                  <a:cubicBezTo>
                    <a:pt x="1700" y="3929"/>
                    <a:pt x="2223" y="2857"/>
                    <a:pt x="2877" y="2857"/>
                  </a:cubicBezTo>
                  <a:close/>
                  <a:moveTo>
                    <a:pt x="2877" y="0"/>
                  </a:moveTo>
                  <a:cubicBezTo>
                    <a:pt x="1177" y="0"/>
                    <a:pt x="1" y="3572"/>
                    <a:pt x="1" y="9643"/>
                  </a:cubicBezTo>
                  <a:cubicBezTo>
                    <a:pt x="1" y="16786"/>
                    <a:pt x="1308" y="19286"/>
                    <a:pt x="3007" y="19286"/>
                  </a:cubicBezTo>
                  <a:cubicBezTo>
                    <a:pt x="4314" y="19286"/>
                    <a:pt x="4968" y="18215"/>
                    <a:pt x="5622" y="16072"/>
                  </a:cubicBezTo>
                  <a:cubicBezTo>
                    <a:pt x="5622" y="16072"/>
                    <a:pt x="5622" y="16072"/>
                    <a:pt x="4707" y="13929"/>
                  </a:cubicBezTo>
                  <a:cubicBezTo>
                    <a:pt x="4314" y="15357"/>
                    <a:pt x="3792" y="15715"/>
                    <a:pt x="3007" y="15715"/>
                  </a:cubicBezTo>
                  <a:cubicBezTo>
                    <a:pt x="1962" y="15715"/>
                    <a:pt x="1308" y="13929"/>
                    <a:pt x="1308" y="10357"/>
                  </a:cubicBezTo>
                  <a:lnTo>
                    <a:pt x="5883" y="10357"/>
                  </a:lnTo>
                  <a:cubicBezTo>
                    <a:pt x="5883" y="10357"/>
                    <a:pt x="5883" y="10357"/>
                    <a:pt x="5883" y="8929"/>
                  </a:cubicBezTo>
                  <a:cubicBezTo>
                    <a:pt x="5883" y="3929"/>
                    <a:pt x="4707" y="0"/>
                    <a:pt x="287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1"/>
            <p:cNvSpPr/>
            <p:nvPr/>
          </p:nvSpPr>
          <p:spPr>
            <a:xfrm>
              <a:off x="1062075" y="1821425"/>
              <a:ext cx="140550" cy="669650"/>
            </a:xfrm>
            <a:custGeom>
              <a:avLst/>
              <a:gdLst/>
              <a:ahLst/>
              <a:cxnLst/>
              <a:rect l="l" t="t" r="r" b="b"/>
              <a:pathLst>
                <a:path w="5622" h="26786" extrusionOk="0">
                  <a:moveTo>
                    <a:pt x="2746" y="3572"/>
                  </a:moveTo>
                  <a:cubicBezTo>
                    <a:pt x="4053" y="3572"/>
                    <a:pt x="4314" y="6429"/>
                    <a:pt x="4184" y="9643"/>
                  </a:cubicBezTo>
                  <a:cubicBezTo>
                    <a:pt x="4184" y="12857"/>
                    <a:pt x="4053" y="16072"/>
                    <a:pt x="2746" y="16072"/>
                  </a:cubicBezTo>
                  <a:cubicBezTo>
                    <a:pt x="1569" y="16072"/>
                    <a:pt x="1308" y="12857"/>
                    <a:pt x="1308" y="9643"/>
                  </a:cubicBezTo>
                  <a:cubicBezTo>
                    <a:pt x="1308" y="6429"/>
                    <a:pt x="1569" y="3572"/>
                    <a:pt x="2746" y="3572"/>
                  </a:cubicBezTo>
                  <a:close/>
                  <a:moveTo>
                    <a:pt x="3138" y="0"/>
                  </a:moveTo>
                  <a:cubicBezTo>
                    <a:pt x="2484" y="0"/>
                    <a:pt x="1831" y="714"/>
                    <a:pt x="1308" y="2143"/>
                  </a:cubicBezTo>
                  <a:cubicBezTo>
                    <a:pt x="1308" y="2143"/>
                    <a:pt x="1308" y="2143"/>
                    <a:pt x="1308" y="357"/>
                  </a:cubicBezTo>
                  <a:lnTo>
                    <a:pt x="1" y="357"/>
                  </a:lnTo>
                  <a:cubicBezTo>
                    <a:pt x="1" y="357"/>
                    <a:pt x="1" y="357"/>
                    <a:pt x="1" y="26786"/>
                  </a:cubicBezTo>
                  <a:lnTo>
                    <a:pt x="1308" y="26786"/>
                  </a:lnTo>
                  <a:cubicBezTo>
                    <a:pt x="1308" y="26786"/>
                    <a:pt x="1308" y="26786"/>
                    <a:pt x="1308" y="17143"/>
                  </a:cubicBezTo>
                  <a:cubicBezTo>
                    <a:pt x="1831" y="18929"/>
                    <a:pt x="2484" y="19286"/>
                    <a:pt x="3138" y="19286"/>
                  </a:cubicBezTo>
                  <a:cubicBezTo>
                    <a:pt x="3792" y="19286"/>
                    <a:pt x="4445" y="18572"/>
                    <a:pt x="4837" y="17857"/>
                  </a:cubicBezTo>
                  <a:cubicBezTo>
                    <a:pt x="5622" y="15714"/>
                    <a:pt x="5622" y="12500"/>
                    <a:pt x="5622" y="9643"/>
                  </a:cubicBezTo>
                  <a:cubicBezTo>
                    <a:pt x="5622" y="6786"/>
                    <a:pt x="5491" y="3572"/>
                    <a:pt x="4837" y="1786"/>
                  </a:cubicBezTo>
                  <a:cubicBezTo>
                    <a:pt x="4445" y="714"/>
                    <a:pt x="379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1"/>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429"/>
                    <a:pt x="1308" y="24286"/>
                    <a:pt x="2615" y="24286"/>
                  </a:cubicBezTo>
                  <a:lnTo>
                    <a:pt x="3400" y="24286"/>
                  </a:lnTo>
                  <a:cubicBezTo>
                    <a:pt x="3400" y="24286"/>
                    <a:pt x="3400" y="24286"/>
                    <a:pt x="3400" y="20714"/>
                  </a:cubicBezTo>
                  <a:lnTo>
                    <a:pt x="2877" y="20714"/>
                  </a:lnTo>
                  <a:cubicBezTo>
                    <a:pt x="2354" y="20714"/>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1"/>
            <p:cNvSpPr/>
            <p:nvPr/>
          </p:nvSpPr>
          <p:spPr>
            <a:xfrm>
              <a:off x="16325" y="723200"/>
              <a:ext cx="173225" cy="651800"/>
            </a:xfrm>
            <a:custGeom>
              <a:avLst/>
              <a:gdLst/>
              <a:ahLst/>
              <a:cxnLst/>
              <a:rect l="l" t="t" r="r" b="b"/>
              <a:pathLst>
                <a:path w="6929" h="26072" extrusionOk="0">
                  <a:moveTo>
                    <a:pt x="3269" y="3572"/>
                  </a:moveTo>
                  <a:cubicBezTo>
                    <a:pt x="3922" y="3572"/>
                    <a:pt x="4445" y="3929"/>
                    <a:pt x="4837" y="5358"/>
                  </a:cubicBezTo>
                  <a:cubicBezTo>
                    <a:pt x="5360" y="6786"/>
                    <a:pt x="5360" y="9286"/>
                    <a:pt x="5360" y="13215"/>
                  </a:cubicBezTo>
                  <a:cubicBezTo>
                    <a:pt x="5360" y="16786"/>
                    <a:pt x="5360" y="19643"/>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072"/>
                  </a:cubicBezTo>
                  <a:lnTo>
                    <a:pt x="3399" y="26072"/>
                  </a:lnTo>
                  <a:cubicBezTo>
                    <a:pt x="4314" y="26072"/>
                    <a:pt x="5229" y="25358"/>
                    <a:pt x="5883" y="23929"/>
                  </a:cubicBezTo>
                  <a:cubicBezTo>
                    <a:pt x="6929" y="21072"/>
                    <a:pt x="6929" y="16786"/>
                    <a:pt x="6929" y="12858"/>
                  </a:cubicBezTo>
                  <a:cubicBezTo>
                    <a:pt x="6929" y="8929"/>
                    <a:pt x="6929" y="5358"/>
                    <a:pt x="5883" y="2501"/>
                  </a:cubicBezTo>
                  <a:cubicBezTo>
                    <a:pt x="5229" y="715"/>
                    <a:pt x="431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1"/>
            <p:cNvSpPr/>
            <p:nvPr/>
          </p:nvSpPr>
          <p:spPr>
            <a:xfrm>
              <a:off x="274500" y="723200"/>
              <a:ext cx="173225" cy="660750"/>
            </a:xfrm>
            <a:custGeom>
              <a:avLst/>
              <a:gdLst/>
              <a:ahLst/>
              <a:cxnLst/>
              <a:rect l="l" t="t" r="r" b="b"/>
              <a:pathLst>
                <a:path w="6929" h="26430" extrusionOk="0">
                  <a:moveTo>
                    <a:pt x="3530" y="3572"/>
                  </a:moveTo>
                  <a:cubicBezTo>
                    <a:pt x="4576" y="3572"/>
                    <a:pt x="5229" y="5001"/>
                    <a:pt x="5229" y="7501"/>
                  </a:cubicBezTo>
                  <a:cubicBezTo>
                    <a:pt x="5229" y="10358"/>
                    <a:pt x="4576" y="11786"/>
                    <a:pt x="3530" y="11786"/>
                  </a:cubicBezTo>
                  <a:lnTo>
                    <a:pt x="1308" y="11786"/>
                  </a:lnTo>
                  <a:cubicBezTo>
                    <a:pt x="1308" y="11786"/>
                    <a:pt x="1308" y="11786"/>
                    <a:pt x="1308" y="3572"/>
                  </a:cubicBezTo>
                  <a:close/>
                  <a:moveTo>
                    <a:pt x="0" y="1"/>
                  </a:moveTo>
                  <a:cubicBezTo>
                    <a:pt x="0" y="1"/>
                    <a:pt x="0" y="1"/>
                    <a:pt x="0" y="26429"/>
                  </a:cubicBezTo>
                  <a:lnTo>
                    <a:pt x="1438" y="26429"/>
                  </a:lnTo>
                  <a:cubicBezTo>
                    <a:pt x="1438" y="26429"/>
                    <a:pt x="1438" y="26429"/>
                    <a:pt x="1438" y="15358"/>
                  </a:cubicBezTo>
                  <a:lnTo>
                    <a:pt x="3268" y="15358"/>
                  </a:lnTo>
                  <a:cubicBezTo>
                    <a:pt x="3268" y="15358"/>
                    <a:pt x="3268" y="15358"/>
                    <a:pt x="5229" y="26429"/>
                  </a:cubicBezTo>
                  <a:lnTo>
                    <a:pt x="6928" y="26429"/>
                  </a:lnTo>
                  <a:cubicBezTo>
                    <a:pt x="6928" y="26429"/>
                    <a:pt x="6928" y="26429"/>
                    <a:pt x="4706" y="14643"/>
                  </a:cubicBezTo>
                  <a:cubicBezTo>
                    <a:pt x="5752" y="13929"/>
                    <a:pt x="6667" y="11429"/>
                    <a:pt x="6667" y="7501"/>
                  </a:cubicBezTo>
                  <a:cubicBezTo>
                    <a:pt x="6667" y="3215"/>
                    <a:pt x="5491" y="1"/>
                    <a:pt x="3661"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1"/>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p:nvPr/>
          </p:nvSpPr>
          <p:spPr>
            <a:xfrm>
              <a:off x="751625" y="723200"/>
              <a:ext cx="173225" cy="660750"/>
            </a:xfrm>
            <a:custGeom>
              <a:avLst/>
              <a:gdLst/>
              <a:ahLst/>
              <a:cxnLst/>
              <a:rect l="l" t="t" r="r" b="b"/>
              <a:pathLst>
                <a:path w="6929" h="26430" extrusionOk="0">
                  <a:moveTo>
                    <a:pt x="3530" y="1"/>
                  </a:moveTo>
                  <a:cubicBezTo>
                    <a:pt x="1569" y="1"/>
                    <a:pt x="262" y="3215"/>
                    <a:pt x="262" y="7501"/>
                  </a:cubicBezTo>
                  <a:cubicBezTo>
                    <a:pt x="262" y="9643"/>
                    <a:pt x="523" y="11429"/>
                    <a:pt x="1046" y="12501"/>
                  </a:cubicBezTo>
                  <a:cubicBezTo>
                    <a:pt x="1438" y="13929"/>
                    <a:pt x="2092" y="14643"/>
                    <a:pt x="2876" y="14643"/>
                  </a:cubicBezTo>
                  <a:cubicBezTo>
                    <a:pt x="2876" y="14643"/>
                    <a:pt x="2876" y="14643"/>
                    <a:pt x="3922" y="15358"/>
                  </a:cubicBezTo>
                  <a:cubicBezTo>
                    <a:pt x="4576" y="15358"/>
                    <a:pt x="4706" y="15715"/>
                    <a:pt x="4968" y="16429"/>
                  </a:cubicBezTo>
                  <a:cubicBezTo>
                    <a:pt x="5229" y="16786"/>
                    <a:pt x="5360" y="17858"/>
                    <a:pt x="5360" y="18929"/>
                  </a:cubicBezTo>
                  <a:cubicBezTo>
                    <a:pt x="5360" y="21786"/>
                    <a:pt x="4706" y="23215"/>
                    <a:pt x="3399" y="23215"/>
                  </a:cubicBezTo>
                  <a:cubicBezTo>
                    <a:pt x="2353" y="23215"/>
                    <a:pt x="1700" y="22501"/>
                    <a:pt x="915" y="20358"/>
                  </a:cubicBezTo>
                  <a:cubicBezTo>
                    <a:pt x="915" y="20358"/>
                    <a:pt x="915" y="20358"/>
                    <a:pt x="0" y="23215"/>
                  </a:cubicBezTo>
                  <a:cubicBezTo>
                    <a:pt x="785" y="25715"/>
                    <a:pt x="1830" y="26429"/>
                    <a:pt x="3399" y="26429"/>
                  </a:cubicBezTo>
                  <a:cubicBezTo>
                    <a:pt x="5360" y="26429"/>
                    <a:pt x="6798" y="23572"/>
                    <a:pt x="6928" y="19286"/>
                  </a:cubicBezTo>
                  <a:cubicBezTo>
                    <a:pt x="6928" y="16786"/>
                    <a:pt x="6667" y="15001"/>
                    <a:pt x="6144" y="13929"/>
                  </a:cubicBezTo>
                  <a:cubicBezTo>
                    <a:pt x="5752" y="12858"/>
                    <a:pt x="5229" y="12143"/>
                    <a:pt x="4314" y="11786"/>
                  </a:cubicBezTo>
                  <a:cubicBezTo>
                    <a:pt x="4314" y="11786"/>
                    <a:pt x="4314" y="11786"/>
                    <a:pt x="3138" y="11429"/>
                  </a:cubicBezTo>
                  <a:cubicBezTo>
                    <a:pt x="2745" y="11072"/>
                    <a:pt x="2353" y="10715"/>
                    <a:pt x="2092" y="10001"/>
                  </a:cubicBezTo>
                  <a:cubicBezTo>
                    <a:pt x="1830" y="9643"/>
                    <a:pt x="1700" y="8572"/>
                    <a:pt x="1700" y="7501"/>
                  </a:cubicBezTo>
                  <a:cubicBezTo>
                    <a:pt x="1700" y="5358"/>
                    <a:pt x="2353" y="3572"/>
                    <a:pt x="3530" y="3572"/>
                  </a:cubicBezTo>
                  <a:cubicBezTo>
                    <a:pt x="4314" y="3572"/>
                    <a:pt x="4968" y="3929"/>
                    <a:pt x="5621" y="5358"/>
                  </a:cubicBezTo>
                  <a:cubicBezTo>
                    <a:pt x="5621" y="5358"/>
                    <a:pt x="5621" y="5358"/>
                    <a:pt x="6536" y="2858"/>
                  </a:cubicBezTo>
                  <a:cubicBezTo>
                    <a:pt x="5752" y="715"/>
                    <a:pt x="4837" y="1"/>
                    <a:pt x="3530"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1"/>
            <p:cNvSpPr/>
            <p:nvPr/>
          </p:nvSpPr>
          <p:spPr>
            <a:xfrm>
              <a:off x="1000000" y="723200"/>
              <a:ext cx="173350" cy="651800"/>
            </a:xfrm>
            <a:custGeom>
              <a:avLst/>
              <a:gdLst/>
              <a:ahLst/>
              <a:cxnLst/>
              <a:rect l="l" t="t" r="r" b="b"/>
              <a:pathLst>
                <a:path w="6934" h="26072" extrusionOk="0">
                  <a:moveTo>
                    <a:pt x="3399" y="3572"/>
                  </a:moveTo>
                  <a:cubicBezTo>
                    <a:pt x="4052" y="3572"/>
                    <a:pt x="4575" y="3929"/>
                    <a:pt x="4967" y="5358"/>
                  </a:cubicBezTo>
                  <a:cubicBezTo>
                    <a:pt x="5490" y="6786"/>
                    <a:pt x="5490" y="9286"/>
                    <a:pt x="5490" y="13215"/>
                  </a:cubicBezTo>
                  <a:cubicBezTo>
                    <a:pt x="5490" y="16786"/>
                    <a:pt x="5490" y="19643"/>
                    <a:pt x="4967" y="21072"/>
                  </a:cubicBezTo>
                  <a:cubicBezTo>
                    <a:pt x="4575" y="22143"/>
                    <a:pt x="4052" y="22858"/>
                    <a:pt x="3399" y="22858"/>
                  </a:cubicBezTo>
                  <a:lnTo>
                    <a:pt x="1569" y="22858"/>
                  </a:lnTo>
                  <a:cubicBezTo>
                    <a:pt x="1569" y="22858"/>
                    <a:pt x="1569" y="22858"/>
                    <a:pt x="1569" y="3572"/>
                  </a:cubicBezTo>
                  <a:close/>
                  <a:moveTo>
                    <a:pt x="0" y="1"/>
                  </a:moveTo>
                  <a:cubicBezTo>
                    <a:pt x="0" y="1"/>
                    <a:pt x="0" y="1"/>
                    <a:pt x="0" y="26072"/>
                  </a:cubicBezTo>
                  <a:lnTo>
                    <a:pt x="3399" y="26072"/>
                  </a:lnTo>
                  <a:cubicBezTo>
                    <a:pt x="4444" y="26072"/>
                    <a:pt x="5359" y="25358"/>
                    <a:pt x="6013" y="23929"/>
                  </a:cubicBezTo>
                  <a:cubicBezTo>
                    <a:pt x="7059" y="21072"/>
                    <a:pt x="6928" y="16786"/>
                    <a:pt x="6928" y="12858"/>
                  </a:cubicBezTo>
                  <a:cubicBezTo>
                    <a:pt x="6928" y="8929"/>
                    <a:pt x="7059" y="5358"/>
                    <a:pt x="6013" y="2501"/>
                  </a:cubicBezTo>
                  <a:cubicBezTo>
                    <a:pt x="5359" y="715"/>
                    <a:pt x="444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1"/>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1"/>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1"/>
            <p:cNvSpPr/>
            <p:nvPr/>
          </p:nvSpPr>
          <p:spPr>
            <a:xfrm>
              <a:off x="2405225" y="1919625"/>
              <a:ext cx="405250" cy="1107175"/>
            </a:xfrm>
            <a:custGeom>
              <a:avLst/>
              <a:gdLst/>
              <a:ahLst/>
              <a:cxnLst/>
              <a:rect l="l" t="t" r="r" b="b"/>
              <a:pathLst>
                <a:path w="16210" h="44287" extrusionOk="0">
                  <a:moveTo>
                    <a:pt x="16209" y="1"/>
                  </a:moveTo>
                  <a:lnTo>
                    <a:pt x="0" y="44286"/>
                  </a:lnTo>
                  <a:lnTo>
                    <a:pt x="0" y="44286"/>
                  </a:lnTo>
                  <a:lnTo>
                    <a:pt x="16209" y="30358"/>
                  </a:lnTo>
                  <a:lnTo>
                    <a:pt x="16209" y="1"/>
                  </a:lnTo>
                  <a:close/>
                </a:path>
              </a:pathLst>
            </a:custGeom>
            <a:solidFill>
              <a:srgbClr val="0A9B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1"/>
            <p:cNvSpPr/>
            <p:nvPr/>
          </p:nvSpPr>
          <p:spPr>
            <a:xfrm>
              <a:off x="2810450" y="1107125"/>
              <a:ext cx="199375" cy="1571450"/>
            </a:xfrm>
            <a:custGeom>
              <a:avLst/>
              <a:gdLst/>
              <a:ahLst/>
              <a:cxnLst/>
              <a:rect l="l" t="t" r="r" b="b"/>
              <a:pathLst>
                <a:path w="7975" h="62858" extrusionOk="0">
                  <a:moveTo>
                    <a:pt x="0" y="1"/>
                  </a:moveTo>
                  <a:lnTo>
                    <a:pt x="0" y="62858"/>
                  </a:lnTo>
                  <a:lnTo>
                    <a:pt x="7974" y="21429"/>
                  </a:lnTo>
                  <a:lnTo>
                    <a:pt x="0" y="1"/>
                  </a:lnTo>
                  <a:close/>
                </a:path>
              </a:pathLst>
            </a:custGeom>
            <a:solidFill>
              <a:srgbClr val="A0D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p:nvPr/>
          </p:nvSpPr>
          <p:spPr>
            <a:xfrm>
              <a:off x="2601300" y="535700"/>
              <a:ext cx="408525" cy="1107175"/>
            </a:xfrm>
            <a:custGeom>
              <a:avLst/>
              <a:gdLst/>
              <a:ahLst/>
              <a:cxnLst/>
              <a:rect l="l" t="t" r="r" b="b"/>
              <a:pathLst>
                <a:path w="16341" h="44287" extrusionOk="0">
                  <a:moveTo>
                    <a:pt x="0" y="1"/>
                  </a:moveTo>
                  <a:lnTo>
                    <a:pt x="16340" y="44286"/>
                  </a:lnTo>
                  <a:lnTo>
                    <a:pt x="11111" y="1"/>
                  </a:lnTo>
                  <a:close/>
                </a:path>
              </a:pathLst>
            </a:custGeom>
            <a:solidFill>
              <a:srgbClr val="649B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1"/>
            <p:cNvSpPr/>
            <p:nvPr/>
          </p:nvSpPr>
          <p:spPr>
            <a:xfrm>
              <a:off x="2303900" y="-8950"/>
              <a:ext cx="575200" cy="544675"/>
            </a:xfrm>
            <a:custGeom>
              <a:avLst/>
              <a:gdLst/>
              <a:ahLst/>
              <a:cxnLst/>
              <a:rect l="l" t="t" r="r" b="b"/>
              <a:pathLst>
                <a:path w="23008" h="21787" extrusionOk="0">
                  <a:moveTo>
                    <a:pt x="7975" y="1"/>
                  </a:moveTo>
                  <a:lnTo>
                    <a:pt x="1" y="21787"/>
                  </a:lnTo>
                  <a:lnTo>
                    <a:pt x="23007" y="21787"/>
                  </a:lnTo>
                  <a:lnTo>
                    <a:pt x="7975" y="1"/>
                  </a:lnTo>
                  <a:close/>
                </a:path>
              </a:pathLst>
            </a:custGeom>
            <a:solidFill>
              <a:srgbClr val="3264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1"/>
            <p:cNvSpPr/>
            <p:nvPr/>
          </p:nvSpPr>
          <p:spPr>
            <a:xfrm>
              <a:off x="2094750" y="-8950"/>
              <a:ext cx="408525" cy="1116100"/>
            </a:xfrm>
            <a:custGeom>
              <a:avLst/>
              <a:gdLst/>
              <a:ahLst/>
              <a:cxnLst/>
              <a:rect l="l" t="t" r="r" b="b"/>
              <a:pathLst>
                <a:path w="16341" h="44644" extrusionOk="0">
                  <a:moveTo>
                    <a:pt x="16341" y="1"/>
                  </a:moveTo>
                  <a:lnTo>
                    <a:pt x="1" y="13929"/>
                  </a:lnTo>
                  <a:lnTo>
                    <a:pt x="1" y="44644"/>
                  </a:lnTo>
                  <a:lnTo>
                    <a:pt x="16341"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1"/>
            <p:cNvSpPr/>
            <p:nvPr/>
          </p:nvSpPr>
          <p:spPr>
            <a:xfrm>
              <a:off x="2026125" y="2491050"/>
              <a:ext cx="575200" cy="535750"/>
            </a:xfrm>
            <a:custGeom>
              <a:avLst/>
              <a:gdLst/>
              <a:ahLst/>
              <a:cxnLst/>
              <a:rect l="l" t="t" r="r" b="b"/>
              <a:pathLst>
                <a:path w="23008" h="21430" extrusionOk="0">
                  <a:moveTo>
                    <a:pt x="1" y="1"/>
                  </a:moveTo>
                  <a:lnTo>
                    <a:pt x="15164" y="21429"/>
                  </a:lnTo>
                  <a:lnTo>
                    <a:pt x="23007" y="1"/>
                  </a:lnTo>
                  <a:close/>
                </a:path>
              </a:pathLst>
            </a:custGeom>
            <a:solidFill>
              <a:srgbClr val="37B4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1"/>
            <p:cNvSpPr/>
            <p:nvPr/>
          </p:nvSpPr>
          <p:spPr>
            <a:xfrm>
              <a:off x="1895400" y="339275"/>
              <a:ext cx="199375" cy="1580375"/>
            </a:xfrm>
            <a:custGeom>
              <a:avLst/>
              <a:gdLst/>
              <a:ahLst/>
              <a:cxnLst/>
              <a:rect l="l" t="t" r="r" b="b"/>
              <a:pathLst>
                <a:path w="7975" h="63215" extrusionOk="0">
                  <a:moveTo>
                    <a:pt x="7975" y="0"/>
                  </a:moveTo>
                  <a:lnTo>
                    <a:pt x="1" y="41429"/>
                  </a:lnTo>
                  <a:lnTo>
                    <a:pt x="7975" y="63215"/>
                  </a:lnTo>
                  <a:lnTo>
                    <a:pt x="7975" y="0"/>
                  </a:lnTo>
                  <a:close/>
                </a:path>
              </a:pathLst>
            </a:custGeom>
            <a:solidFill>
              <a:srgbClr val="CDDC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1"/>
            <p:cNvSpPr/>
            <p:nvPr/>
          </p:nvSpPr>
          <p:spPr>
            <a:xfrm>
              <a:off x="1895400" y="1375000"/>
              <a:ext cx="408525" cy="1116075"/>
            </a:xfrm>
            <a:custGeom>
              <a:avLst/>
              <a:gdLst/>
              <a:ahLst/>
              <a:cxnLst/>
              <a:rect l="l" t="t" r="r" b="b"/>
              <a:pathLst>
                <a:path w="16341" h="44643" extrusionOk="0">
                  <a:moveTo>
                    <a:pt x="1" y="0"/>
                  </a:moveTo>
                  <a:lnTo>
                    <a:pt x="5230" y="44643"/>
                  </a:lnTo>
                  <a:lnTo>
                    <a:pt x="16341" y="44643"/>
                  </a:lnTo>
                  <a:lnTo>
                    <a:pt x="1" y="0"/>
                  </a:lnTo>
                  <a:close/>
                </a:path>
              </a:pathLst>
            </a:custGeom>
            <a:solidFill>
              <a:srgbClr val="A0C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21"/>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89" name="Google Shape;89;p21"/>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21"/>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91" name="Google Shape;91;p21"/>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2" name="Google Shape;92;p21"/>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3" name="Google Shape;93;p21"/>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4" name="Google Shape;94;p21"/>
          <p:cNvSpPr/>
          <p:nvPr/>
        </p:nvSpPr>
        <p:spPr>
          <a:xfrm>
            <a:off x="286458" y="334822"/>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0030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matchingName="3_Titelfolie_TUD_weiß+Foto" preserve="1">
  <p:cSld name="3_Titelfolie_TUD_weiß+Foto">
    <p:spTree>
      <p:nvGrpSpPr>
        <p:cNvPr id="1" name="Shape 95"/>
        <p:cNvGrpSpPr/>
        <p:nvPr/>
      </p:nvGrpSpPr>
      <p:grpSpPr>
        <a:xfrm>
          <a:off x="0" y="0"/>
          <a:ext cx="0" cy="0"/>
          <a:chOff x="0" y="0"/>
          <a:chExt cx="0" cy="0"/>
        </a:xfrm>
      </p:grpSpPr>
      <p:sp>
        <p:nvSpPr>
          <p:cNvPr id="96" name="Google Shape;96;p22"/>
          <p:cNvSpPr>
            <a:spLocks noGrp="1"/>
          </p:cNvSpPr>
          <p:nvPr>
            <p:ph type="pic" idx="2"/>
          </p:nvPr>
        </p:nvSpPr>
        <p:spPr>
          <a:xfrm>
            <a:off x="0" y="0"/>
            <a:ext cx="12192000" cy="6858000"/>
          </a:xfrm>
          <a:prstGeom prst="rect">
            <a:avLst/>
          </a:prstGeom>
          <a:solidFill>
            <a:srgbClr val="F2F2F2"/>
          </a:solidFill>
          <a:ln>
            <a:noFill/>
          </a:ln>
        </p:spPr>
      </p:sp>
      <p:grpSp>
        <p:nvGrpSpPr>
          <p:cNvPr id="97" name="Google Shape;97;p22"/>
          <p:cNvGrpSpPr/>
          <p:nvPr/>
        </p:nvGrpSpPr>
        <p:grpSpPr>
          <a:xfrm>
            <a:off x="10448854" y="326606"/>
            <a:ext cx="1467221" cy="557364"/>
            <a:chOff x="13050" y="-8950"/>
            <a:chExt cx="2996775" cy="3035750"/>
          </a:xfrm>
        </p:grpSpPr>
        <p:sp>
          <p:nvSpPr>
            <p:cNvPr id="98" name="Google Shape;98;p22"/>
            <p:cNvSpPr/>
            <p:nvPr/>
          </p:nvSpPr>
          <p:spPr>
            <a:xfrm>
              <a:off x="13050" y="1821425"/>
              <a:ext cx="134025" cy="482150"/>
            </a:xfrm>
            <a:custGeom>
              <a:avLst/>
              <a:gdLst/>
              <a:ahLst/>
              <a:cxnLst/>
              <a:rect l="l" t="t" r="r" b="b"/>
              <a:pathLst>
                <a:path w="5361" h="19286" extrusionOk="0">
                  <a:moveTo>
                    <a:pt x="3007" y="0"/>
                  </a:moveTo>
                  <a:cubicBezTo>
                    <a:pt x="1439" y="0"/>
                    <a:pt x="1" y="2857"/>
                    <a:pt x="1" y="9643"/>
                  </a:cubicBezTo>
                  <a:cubicBezTo>
                    <a:pt x="1" y="16786"/>
                    <a:pt x="1439" y="19286"/>
                    <a:pt x="3007" y="19286"/>
                  </a:cubicBezTo>
                  <a:cubicBezTo>
                    <a:pt x="4053" y="19286"/>
                    <a:pt x="4707" y="18572"/>
                    <a:pt x="5360" y="16786"/>
                  </a:cubicBezTo>
                  <a:cubicBezTo>
                    <a:pt x="5360" y="16786"/>
                    <a:pt x="5360" y="16786"/>
                    <a:pt x="4315" y="14286"/>
                  </a:cubicBezTo>
                  <a:cubicBezTo>
                    <a:pt x="3922" y="15357"/>
                    <a:pt x="3530" y="16072"/>
                    <a:pt x="3007" y="16072"/>
                  </a:cubicBezTo>
                  <a:cubicBezTo>
                    <a:pt x="2485" y="16072"/>
                    <a:pt x="2092" y="15357"/>
                    <a:pt x="1831" y="14286"/>
                  </a:cubicBezTo>
                  <a:cubicBezTo>
                    <a:pt x="1439" y="13214"/>
                    <a:pt x="1308" y="11786"/>
                    <a:pt x="1308" y="9643"/>
                  </a:cubicBezTo>
                  <a:cubicBezTo>
                    <a:pt x="1308" y="7500"/>
                    <a:pt x="1439" y="6072"/>
                    <a:pt x="1831" y="5000"/>
                  </a:cubicBezTo>
                  <a:cubicBezTo>
                    <a:pt x="2092" y="3929"/>
                    <a:pt x="2485" y="3572"/>
                    <a:pt x="3007" y="3572"/>
                  </a:cubicBezTo>
                  <a:cubicBezTo>
                    <a:pt x="3530" y="3572"/>
                    <a:pt x="3922" y="3929"/>
                    <a:pt x="4315" y="5357"/>
                  </a:cubicBezTo>
                  <a:cubicBezTo>
                    <a:pt x="4315" y="5357"/>
                    <a:pt x="4315" y="5357"/>
                    <a:pt x="5360" y="2857"/>
                  </a:cubicBezTo>
                  <a:cubicBezTo>
                    <a:pt x="4707" y="714"/>
                    <a:pt x="4053" y="0"/>
                    <a:pt x="30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a:off x="205875" y="1821425"/>
              <a:ext cx="143800" cy="482150"/>
            </a:xfrm>
            <a:custGeom>
              <a:avLst/>
              <a:gdLst/>
              <a:ahLst/>
              <a:cxnLst/>
              <a:rect l="l" t="t" r="r" b="b"/>
              <a:pathLst>
                <a:path w="5752" h="19286" extrusionOk="0">
                  <a:moveTo>
                    <a:pt x="2876" y="3572"/>
                  </a:moveTo>
                  <a:cubicBezTo>
                    <a:pt x="3399" y="3572"/>
                    <a:pt x="3660" y="3929"/>
                    <a:pt x="3922" y="4643"/>
                  </a:cubicBezTo>
                  <a:cubicBezTo>
                    <a:pt x="4314" y="5714"/>
                    <a:pt x="4445" y="7857"/>
                    <a:pt x="4445" y="9643"/>
                  </a:cubicBezTo>
                  <a:cubicBezTo>
                    <a:pt x="4445" y="11786"/>
                    <a:pt x="4314" y="13572"/>
                    <a:pt x="3922" y="15000"/>
                  </a:cubicBezTo>
                  <a:cubicBezTo>
                    <a:pt x="3660" y="15714"/>
                    <a:pt x="3268" y="16072"/>
                    <a:pt x="2876" y="16072"/>
                  </a:cubicBezTo>
                  <a:cubicBezTo>
                    <a:pt x="2484" y="16072"/>
                    <a:pt x="2223" y="15714"/>
                    <a:pt x="1961" y="15000"/>
                  </a:cubicBezTo>
                  <a:cubicBezTo>
                    <a:pt x="1438" y="13572"/>
                    <a:pt x="1438" y="11786"/>
                    <a:pt x="1438" y="9643"/>
                  </a:cubicBezTo>
                  <a:cubicBezTo>
                    <a:pt x="1438" y="7857"/>
                    <a:pt x="1438" y="5714"/>
                    <a:pt x="1961" y="4643"/>
                  </a:cubicBezTo>
                  <a:cubicBezTo>
                    <a:pt x="2223" y="3929"/>
                    <a:pt x="2484" y="3572"/>
                    <a:pt x="2876" y="3572"/>
                  </a:cubicBezTo>
                  <a:close/>
                  <a:moveTo>
                    <a:pt x="2876" y="0"/>
                  </a:moveTo>
                  <a:cubicBezTo>
                    <a:pt x="1961" y="0"/>
                    <a:pt x="1307" y="1072"/>
                    <a:pt x="915" y="2500"/>
                  </a:cubicBezTo>
                  <a:cubicBezTo>
                    <a:pt x="262" y="4286"/>
                    <a:pt x="0" y="6429"/>
                    <a:pt x="0" y="9643"/>
                  </a:cubicBezTo>
                  <a:cubicBezTo>
                    <a:pt x="0" y="12857"/>
                    <a:pt x="262" y="15357"/>
                    <a:pt x="915" y="17143"/>
                  </a:cubicBezTo>
                  <a:cubicBezTo>
                    <a:pt x="1307" y="18572"/>
                    <a:pt x="1961" y="19286"/>
                    <a:pt x="2876" y="19286"/>
                  </a:cubicBezTo>
                  <a:cubicBezTo>
                    <a:pt x="3922" y="19286"/>
                    <a:pt x="4575" y="18572"/>
                    <a:pt x="4968" y="17143"/>
                  </a:cubicBezTo>
                  <a:cubicBezTo>
                    <a:pt x="5621" y="15357"/>
                    <a:pt x="5752" y="12857"/>
                    <a:pt x="5752" y="9643"/>
                  </a:cubicBezTo>
                  <a:cubicBezTo>
                    <a:pt x="5752" y="6429"/>
                    <a:pt x="5621" y="4286"/>
                    <a:pt x="4968" y="2500"/>
                  </a:cubicBezTo>
                  <a:cubicBezTo>
                    <a:pt x="4575" y="1072"/>
                    <a:pt x="3922" y="0"/>
                    <a:pt x="28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p:nvPr/>
          </p:nvSpPr>
          <p:spPr>
            <a:xfrm>
              <a:off x="428100" y="1821425"/>
              <a:ext cx="140550" cy="482150"/>
            </a:xfrm>
            <a:custGeom>
              <a:avLst/>
              <a:gdLst/>
              <a:ahLst/>
              <a:cxnLst/>
              <a:rect l="l" t="t" r="r" b="b"/>
              <a:pathLst>
                <a:path w="5622" h="19286" extrusionOk="0">
                  <a:moveTo>
                    <a:pt x="3268" y="0"/>
                  </a:moveTo>
                  <a:cubicBezTo>
                    <a:pt x="2615" y="0"/>
                    <a:pt x="1830" y="714"/>
                    <a:pt x="1438" y="2143"/>
                  </a:cubicBezTo>
                  <a:cubicBezTo>
                    <a:pt x="1438" y="2143"/>
                    <a:pt x="1438" y="2143"/>
                    <a:pt x="1438" y="357"/>
                  </a:cubicBezTo>
                  <a:lnTo>
                    <a:pt x="0" y="357"/>
                  </a:lnTo>
                  <a:cubicBezTo>
                    <a:pt x="0" y="357"/>
                    <a:pt x="0" y="357"/>
                    <a:pt x="0" y="19286"/>
                  </a:cubicBezTo>
                  <a:lnTo>
                    <a:pt x="1438" y="19286"/>
                  </a:lnTo>
                  <a:cubicBezTo>
                    <a:pt x="1438" y="19286"/>
                    <a:pt x="1438" y="19286"/>
                    <a:pt x="1438" y="7857"/>
                  </a:cubicBezTo>
                  <a:cubicBezTo>
                    <a:pt x="1438" y="4643"/>
                    <a:pt x="2092" y="3572"/>
                    <a:pt x="2876" y="3572"/>
                  </a:cubicBezTo>
                  <a:cubicBezTo>
                    <a:pt x="3660" y="3572"/>
                    <a:pt x="4314" y="4643"/>
                    <a:pt x="4314" y="7857"/>
                  </a:cubicBezTo>
                  <a:cubicBezTo>
                    <a:pt x="4314" y="7857"/>
                    <a:pt x="4314" y="7857"/>
                    <a:pt x="4314" y="19286"/>
                  </a:cubicBezTo>
                  <a:lnTo>
                    <a:pt x="5621" y="19286"/>
                  </a:lnTo>
                  <a:cubicBezTo>
                    <a:pt x="5621" y="19286"/>
                    <a:pt x="5621" y="19286"/>
                    <a:pt x="5621" y="7143"/>
                  </a:cubicBezTo>
                  <a:cubicBezTo>
                    <a:pt x="5621" y="5000"/>
                    <a:pt x="5490" y="3214"/>
                    <a:pt x="4968" y="1786"/>
                  </a:cubicBezTo>
                  <a:cubicBezTo>
                    <a:pt x="4575" y="714"/>
                    <a:pt x="3922" y="0"/>
                    <a:pt x="32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2"/>
            <p:cNvSpPr/>
            <p:nvPr/>
          </p:nvSpPr>
          <p:spPr>
            <a:xfrm>
              <a:off x="643775" y="1821425"/>
              <a:ext cx="134025" cy="482150"/>
            </a:xfrm>
            <a:custGeom>
              <a:avLst/>
              <a:gdLst/>
              <a:ahLst/>
              <a:cxnLst/>
              <a:rect l="l" t="t" r="r" b="b"/>
              <a:pathLst>
                <a:path w="5361" h="19286" extrusionOk="0">
                  <a:moveTo>
                    <a:pt x="3138" y="0"/>
                  </a:moveTo>
                  <a:cubicBezTo>
                    <a:pt x="1569" y="0"/>
                    <a:pt x="1" y="2857"/>
                    <a:pt x="1" y="9643"/>
                  </a:cubicBezTo>
                  <a:cubicBezTo>
                    <a:pt x="1" y="16786"/>
                    <a:pt x="1569" y="19286"/>
                    <a:pt x="3138" y="19286"/>
                  </a:cubicBezTo>
                  <a:cubicBezTo>
                    <a:pt x="4053" y="19286"/>
                    <a:pt x="4707" y="18572"/>
                    <a:pt x="5360" y="16786"/>
                  </a:cubicBezTo>
                  <a:cubicBezTo>
                    <a:pt x="5360" y="16786"/>
                    <a:pt x="5360" y="16786"/>
                    <a:pt x="4445" y="14286"/>
                  </a:cubicBezTo>
                  <a:cubicBezTo>
                    <a:pt x="4053" y="15357"/>
                    <a:pt x="3661" y="16072"/>
                    <a:pt x="3138" y="16072"/>
                  </a:cubicBezTo>
                  <a:cubicBezTo>
                    <a:pt x="2615" y="16072"/>
                    <a:pt x="2092" y="15357"/>
                    <a:pt x="1831" y="14286"/>
                  </a:cubicBezTo>
                  <a:cubicBezTo>
                    <a:pt x="1569" y="13214"/>
                    <a:pt x="1439" y="11786"/>
                    <a:pt x="1439" y="9643"/>
                  </a:cubicBezTo>
                  <a:cubicBezTo>
                    <a:pt x="1439" y="7500"/>
                    <a:pt x="1569" y="6072"/>
                    <a:pt x="1831" y="5000"/>
                  </a:cubicBezTo>
                  <a:cubicBezTo>
                    <a:pt x="2092" y="3929"/>
                    <a:pt x="2615" y="3572"/>
                    <a:pt x="3138" y="3572"/>
                  </a:cubicBezTo>
                  <a:cubicBezTo>
                    <a:pt x="3661" y="3572"/>
                    <a:pt x="4053" y="3929"/>
                    <a:pt x="4445" y="5357"/>
                  </a:cubicBezTo>
                  <a:cubicBezTo>
                    <a:pt x="4445" y="5357"/>
                    <a:pt x="4445" y="5357"/>
                    <a:pt x="5360" y="2857"/>
                  </a:cubicBezTo>
                  <a:cubicBezTo>
                    <a:pt x="4707" y="714"/>
                    <a:pt x="4053"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2"/>
            <p:cNvSpPr/>
            <p:nvPr/>
          </p:nvSpPr>
          <p:spPr>
            <a:xfrm>
              <a:off x="839850" y="1821425"/>
              <a:ext cx="143825" cy="482150"/>
            </a:xfrm>
            <a:custGeom>
              <a:avLst/>
              <a:gdLst/>
              <a:ahLst/>
              <a:cxnLst/>
              <a:rect l="l" t="t" r="r" b="b"/>
              <a:pathLst>
                <a:path w="5753" h="19286" extrusionOk="0">
                  <a:moveTo>
                    <a:pt x="2877" y="3214"/>
                  </a:moveTo>
                  <a:cubicBezTo>
                    <a:pt x="3530" y="3214"/>
                    <a:pt x="4053" y="4286"/>
                    <a:pt x="4184" y="5714"/>
                  </a:cubicBezTo>
                  <a:cubicBezTo>
                    <a:pt x="4314" y="6429"/>
                    <a:pt x="4445" y="7143"/>
                    <a:pt x="4445" y="8214"/>
                  </a:cubicBezTo>
                  <a:lnTo>
                    <a:pt x="1308" y="8214"/>
                  </a:lnTo>
                  <a:cubicBezTo>
                    <a:pt x="1308" y="7143"/>
                    <a:pt x="1439" y="6429"/>
                    <a:pt x="1569" y="5714"/>
                  </a:cubicBezTo>
                  <a:cubicBezTo>
                    <a:pt x="1700" y="4286"/>
                    <a:pt x="2223" y="3214"/>
                    <a:pt x="2877" y="3214"/>
                  </a:cubicBezTo>
                  <a:close/>
                  <a:moveTo>
                    <a:pt x="2877" y="0"/>
                  </a:moveTo>
                  <a:cubicBezTo>
                    <a:pt x="1177" y="0"/>
                    <a:pt x="1" y="3572"/>
                    <a:pt x="1" y="9643"/>
                  </a:cubicBezTo>
                  <a:cubicBezTo>
                    <a:pt x="1" y="16786"/>
                    <a:pt x="1308" y="19286"/>
                    <a:pt x="3007" y="19286"/>
                  </a:cubicBezTo>
                  <a:cubicBezTo>
                    <a:pt x="4314" y="19286"/>
                    <a:pt x="4968" y="18214"/>
                    <a:pt x="5622" y="16429"/>
                  </a:cubicBezTo>
                  <a:cubicBezTo>
                    <a:pt x="5622" y="16429"/>
                    <a:pt x="5622" y="16429"/>
                    <a:pt x="4707" y="14286"/>
                  </a:cubicBezTo>
                  <a:cubicBezTo>
                    <a:pt x="4314" y="15357"/>
                    <a:pt x="3922" y="16072"/>
                    <a:pt x="3138" y="16072"/>
                  </a:cubicBezTo>
                  <a:cubicBezTo>
                    <a:pt x="1962" y="16072"/>
                    <a:pt x="1308" y="13929"/>
                    <a:pt x="1308" y="10714"/>
                  </a:cubicBezTo>
                  <a:lnTo>
                    <a:pt x="5752" y="10714"/>
                  </a:lnTo>
                  <a:cubicBezTo>
                    <a:pt x="5752" y="10714"/>
                    <a:pt x="5752" y="10714"/>
                    <a:pt x="5752" y="9286"/>
                  </a:cubicBezTo>
                  <a:cubicBezTo>
                    <a:pt x="5752" y="3929"/>
                    <a:pt x="4707" y="0"/>
                    <a:pt x="28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2"/>
            <p:cNvSpPr/>
            <p:nvPr/>
          </p:nvSpPr>
          <p:spPr>
            <a:xfrm>
              <a:off x="1062075" y="1821425"/>
              <a:ext cx="140550" cy="669650"/>
            </a:xfrm>
            <a:custGeom>
              <a:avLst/>
              <a:gdLst/>
              <a:ahLst/>
              <a:cxnLst/>
              <a:rect l="l" t="t" r="r" b="b"/>
              <a:pathLst>
                <a:path w="5622" h="26786" extrusionOk="0">
                  <a:moveTo>
                    <a:pt x="2876" y="3572"/>
                  </a:moveTo>
                  <a:cubicBezTo>
                    <a:pt x="4053" y="3572"/>
                    <a:pt x="4184" y="6429"/>
                    <a:pt x="4184" y="9643"/>
                  </a:cubicBezTo>
                  <a:cubicBezTo>
                    <a:pt x="4184" y="13214"/>
                    <a:pt x="4053" y="16072"/>
                    <a:pt x="2876" y="16072"/>
                  </a:cubicBezTo>
                  <a:cubicBezTo>
                    <a:pt x="1569" y="16072"/>
                    <a:pt x="1439" y="13214"/>
                    <a:pt x="1439" y="9643"/>
                  </a:cubicBezTo>
                  <a:cubicBezTo>
                    <a:pt x="1439" y="6429"/>
                    <a:pt x="1569" y="3572"/>
                    <a:pt x="2876" y="3572"/>
                  </a:cubicBezTo>
                  <a:close/>
                  <a:moveTo>
                    <a:pt x="3138" y="0"/>
                  </a:moveTo>
                  <a:cubicBezTo>
                    <a:pt x="2484" y="0"/>
                    <a:pt x="1831" y="714"/>
                    <a:pt x="1308" y="2500"/>
                  </a:cubicBezTo>
                  <a:cubicBezTo>
                    <a:pt x="1308" y="2500"/>
                    <a:pt x="1308" y="2500"/>
                    <a:pt x="1308" y="357"/>
                  </a:cubicBezTo>
                  <a:lnTo>
                    <a:pt x="1" y="357"/>
                  </a:lnTo>
                  <a:cubicBezTo>
                    <a:pt x="1" y="357"/>
                    <a:pt x="1" y="357"/>
                    <a:pt x="1" y="26786"/>
                  </a:cubicBezTo>
                  <a:lnTo>
                    <a:pt x="1439" y="26786"/>
                  </a:lnTo>
                  <a:cubicBezTo>
                    <a:pt x="1439" y="26786"/>
                    <a:pt x="1439" y="26786"/>
                    <a:pt x="1439" y="17143"/>
                  </a:cubicBezTo>
                  <a:cubicBezTo>
                    <a:pt x="1831" y="18929"/>
                    <a:pt x="2484" y="19286"/>
                    <a:pt x="3138" y="19286"/>
                  </a:cubicBezTo>
                  <a:cubicBezTo>
                    <a:pt x="3922" y="19286"/>
                    <a:pt x="4445" y="18572"/>
                    <a:pt x="4837" y="17857"/>
                  </a:cubicBezTo>
                  <a:cubicBezTo>
                    <a:pt x="5491" y="15714"/>
                    <a:pt x="5622" y="12500"/>
                    <a:pt x="5622" y="9643"/>
                  </a:cubicBezTo>
                  <a:cubicBezTo>
                    <a:pt x="5622" y="6786"/>
                    <a:pt x="5491" y="3572"/>
                    <a:pt x="4837" y="1786"/>
                  </a:cubicBezTo>
                  <a:cubicBezTo>
                    <a:pt x="4445" y="714"/>
                    <a:pt x="3922"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2"/>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786"/>
                    <a:pt x="1308" y="24286"/>
                    <a:pt x="2615" y="24286"/>
                  </a:cubicBezTo>
                  <a:lnTo>
                    <a:pt x="3400" y="24286"/>
                  </a:lnTo>
                  <a:cubicBezTo>
                    <a:pt x="3400" y="24286"/>
                    <a:pt x="3400" y="24286"/>
                    <a:pt x="3400" y="21072"/>
                  </a:cubicBezTo>
                  <a:lnTo>
                    <a:pt x="2877" y="21072"/>
                  </a:lnTo>
                  <a:cubicBezTo>
                    <a:pt x="2354" y="21072"/>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2"/>
            <p:cNvSpPr/>
            <p:nvPr/>
          </p:nvSpPr>
          <p:spPr>
            <a:xfrm>
              <a:off x="16325" y="723200"/>
              <a:ext cx="170100" cy="660750"/>
            </a:xfrm>
            <a:custGeom>
              <a:avLst/>
              <a:gdLst/>
              <a:ahLst/>
              <a:cxnLst/>
              <a:rect l="l" t="t" r="r" b="b"/>
              <a:pathLst>
                <a:path w="6804" h="26430" extrusionOk="0">
                  <a:moveTo>
                    <a:pt x="3269"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429"/>
                  </a:cubicBezTo>
                  <a:lnTo>
                    <a:pt x="3399" y="26429"/>
                  </a:lnTo>
                  <a:cubicBezTo>
                    <a:pt x="4445" y="26429"/>
                    <a:pt x="5229" y="25358"/>
                    <a:pt x="5883" y="23929"/>
                  </a:cubicBezTo>
                  <a:cubicBezTo>
                    <a:pt x="6929" y="21072"/>
                    <a:pt x="6798" y="16786"/>
                    <a:pt x="6798" y="12858"/>
                  </a:cubicBezTo>
                  <a:cubicBezTo>
                    <a:pt x="6798" y="9286"/>
                    <a:pt x="6929" y="5358"/>
                    <a:pt x="5883" y="2501"/>
                  </a:cubicBezTo>
                  <a:cubicBezTo>
                    <a:pt x="5229" y="715"/>
                    <a:pt x="4445"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2"/>
            <p:cNvSpPr/>
            <p:nvPr/>
          </p:nvSpPr>
          <p:spPr>
            <a:xfrm>
              <a:off x="271225" y="723200"/>
              <a:ext cx="176500" cy="660750"/>
            </a:xfrm>
            <a:custGeom>
              <a:avLst/>
              <a:gdLst/>
              <a:ahLst/>
              <a:cxnLst/>
              <a:rect l="l" t="t" r="r" b="b"/>
              <a:pathLst>
                <a:path w="7060" h="26430" extrusionOk="0">
                  <a:moveTo>
                    <a:pt x="3661" y="3572"/>
                  </a:moveTo>
                  <a:cubicBezTo>
                    <a:pt x="4707" y="3572"/>
                    <a:pt x="5360" y="5001"/>
                    <a:pt x="5360" y="7858"/>
                  </a:cubicBezTo>
                  <a:cubicBezTo>
                    <a:pt x="5360" y="10358"/>
                    <a:pt x="4707" y="11786"/>
                    <a:pt x="3661" y="11786"/>
                  </a:cubicBezTo>
                  <a:lnTo>
                    <a:pt x="1569" y="11786"/>
                  </a:lnTo>
                  <a:cubicBezTo>
                    <a:pt x="1569" y="11786"/>
                    <a:pt x="1569" y="11786"/>
                    <a:pt x="1569" y="3572"/>
                  </a:cubicBezTo>
                  <a:close/>
                  <a:moveTo>
                    <a:pt x="1" y="1"/>
                  </a:moveTo>
                  <a:cubicBezTo>
                    <a:pt x="1" y="1"/>
                    <a:pt x="1" y="1"/>
                    <a:pt x="1" y="26429"/>
                  </a:cubicBezTo>
                  <a:lnTo>
                    <a:pt x="1569" y="26429"/>
                  </a:lnTo>
                  <a:cubicBezTo>
                    <a:pt x="1569" y="26429"/>
                    <a:pt x="1569" y="26429"/>
                    <a:pt x="1569" y="15358"/>
                  </a:cubicBezTo>
                  <a:lnTo>
                    <a:pt x="3399" y="15358"/>
                  </a:lnTo>
                  <a:cubicBezTo>
                    <a:pt x="3399" y="15358"/>
                    <a:pt x="3399" y="15358"/>
                    <a:pt x="5360" y="26429"/>
                  </a:cubicBezTo>
                  <a:lnTo>
                    <a:pt x="7059" y="26429"/>
                  </a:lnTo>
                  <a:cubicBezTo>
                    <a:pt x="7059" y="26429"/>
                    <a:pt x="7059" y="26429"/>
                    <a:pt x="4837" y="14643"/>
                  </a:cubicBezTo>
                  <a:cubicBezTo>
                    <a:pt x="6014" y="13929"/>
                    <a:pt x="6798" y="11429"/>
                    <a:pt x="6798" y="7501"/>
                  </a:cubicBezTo>
                  <a:cubicBezTo>
                    <a:pt x="6798" y="3215"/>
                    <a:pt x="5622" y="1"/>
                    <a:pt x="37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2"/>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2"/>
            <p:cNvSpPr/>
            <p:nvPr/>
          </p:nvSpPr>
          <p:spPr>
            <a:xfrm>
              <a:off x="751625" y="714275"/>
              <a:ext cx="169950" cy="669675"/>
            </a:xfrm>
            <a:custGeom>
              <a:avLst/>
              <a:gdLst/>
              <a:ahLst/>
              <a:cxnLst/>
              <a:rect l="l" t="t" r="r" b="b"/>
              <a:pathLst>
                <a:path w="6798" h="26787" extrusionOk="0">
                  <a:moveTo>
                    <a:pt x="3530" y="0"/>
                  </a:moveTo>
                  <a:cubicBezTo>
                    <a:pt x="1438" y="0"/>
                    <a:pt x="262" y="3215"/>
                    <a:pt x="262" y="7858"/>
                  </a:cubicBezTo>
                  <a:cubicBezTo>
                    <a:pt x="262" y="10000"/>
                    <a:pt x="523" y="11786"/>
                    <a:pt x="915" y="12858"/>
                  </a:cubicBezTo>
                  <a:cubicBezTo>
                    <a:pt x="1438" y="13929"/>
                    <a:pt x="1961" y="14643"/>
                    <a:pt x="2745" y="15000"/>
                  </a:cubicBezTo>
                  <a:cubicBezTo>
                    <a:pt x="2745" y="15000"/>
                    <a:pt x="2745" y="15000"/>
                    <a:pt x="3922" y="15358"/>
                  </a:cubicBezTo>
                  <a:cubicBezTo>
                    <a:pt x="4576" y="15715"/>
                    <a:pt x="4706" y="16072"/>
                    <a:pt x="4968" y="16429"/>
                  </a:cubicBezTo>
                  <a:cubicBezTo>
                    <a:pt x="5229" y="17143"/>
                    <a:pt x="5360" y="18215"/>
                    <a:pt x="5360" y="19286"/>
                  </a:cubicBezTo>
                  <a:cubicBezTo>
                    <a:pt x="5360" y="21786"/>
                    <a:pt x="4706" y="23215"/>
                    <a:pt x="3399" y="23215"/>
                  </a:cubicBezTo>
                  <a:cubicBezTo>
                    <a:pt x="2353" y="23215"/>
                    <a:pt x="1569" y="22858"/>
                    <a:pt x="915" y="20715"/>
                  </a:cubicBezTo>
                  <a:cubicBezTo>
                    <a:pt x="915" y="20715"/>
                    <a:pt x="915" y="20715"/>
                    <a:pt x="0" y="23572"/>
                  </a:cubicBezTo>
                  <a:cubicBezTo>
                    <a:pt x="915" y="26072"/>
                    <a:pt x="1961" y="26786"/>
                    <a:pt x="3399" y="26786"/>
                  </a:cubicBezTo>
                  <a:cubicBezTo>
                    <a:pt x="5360" y="26786"/>
                    <a:pt x="6798" y="23929"/>
                    <a:pt x="6798" y="19286"/>
                  </a:cubicBezTo>
                  <a:cubicBezTo>
                    <a:pt x="6798" y="16786"/>
                    <a:pt x="6536" y="15000"/>
                    <a:pt x="6013" y="13929"/>
                  </a:cubicBezTo>
                  <a:cubicBezTo>
                    <a:pt x="5621" y="12858"/>
                    <a:pt x="5098" y="12143"/>
                    <a:pt x="4314" y="11786"/>
                  </a:cubicBezTo>
                  <a:cubicBezTo>
                    <a:pt x="4314" y="11786"/>
                    <a:pt x="4314" y="11786"/>
                    <a:pt x="3138" y="11429"/>
                  </a:cubicBezTo>
                  <a:cubicBezTo>
                    <a:pt x="2745" y="11072"/>
                    <a:pt x="2353" y="10715"/>
                    <a:pt x="2092" y="10000"/>
                  </a:cubicBezTo>
                  <a:cubicBezTo>
                    <a:pt x="1830" y="9643"/>
                    <a:pt x="1700" y="8572"/>
                    <a:pt x="1700" y="7500"/>
                  </a:cubicBezTo>
                  <a:cubicBezTo>
                    <a:pt x="1700" y="5358"/>
                    <a:pt x="2353" y="3572"/>
                    <a:pt x="3399" y="3572"/>
                  </a:cubicBezTo>
                  <a:cubicBezTo>
                    <a:pt x="4314" y="3572"/>
                    <a:pt x="4968" y="3929"/>
                    <a:pt x="5621" y="5715"/>
                  </a:cubicBezTo>
                  <a:cubicBezTo>
                    <a:pt x="5621" y="5715"/>
                    <a:pt x="5621" y="5715"/>
                    <a:pt x="6536" y="3215"/>
                  </a:cubicBezTo>
                  <a:cubicBezTo>
                    <a:pt x="5621" y="1072"/>
                    <a:pt x="4837" y="0"/>
                    <a:pt x="3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2"/>
            <p:cNvSpPr/>
            <p:nvPr/>
          </p:nvSpPr>
          <p:spPr>
            <a:xfrm>
              <a:off x="1003250" y="723200"/>
              <a:ext cx="170100" cy="660750"/>
            </a:xfrm>
            <a:custGeom>
              <a:avLst/>
              <a:gdLst/>
              <a:ahLst/>
              <a:cxnLst/>
              <a:rect l="l" t="t" r="r" b="b"/>
              <a:pathLst>
                <a:path w="6804" h="26430" extrusionOk="0">
                  <a:moveTo>
                    <a:pt x="3138"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138" y="22858"/>
                  </a:cubicBezTo>
                  <a:lnTo>
                    <a:pt x="1439" y="22858"/>
                  </a:lnTo>
                  <a:cubicBezTo>
                    <a:pt x="1439" y="22858"/>
                    <a:pt x="1439" y="22858"/>
                    <a:pt x="1439" y="3572"/>
                  </a:cubicBezTo>
                  <a:close/>
                  <a:moveTo>
                    <a:pt x="1" y="1"/>
                  </a:moveTo>
                  <a:cubicBezTo>
                    <a:pt x="1" y="1"/>
                    <a:pt x="1" y="1"/>
                    <a:pt x="1" y="26429"/>
                  </a:cubicBezTo>
                  <a:lnTo>
                    <a:pt x="3399" y="26429"/>
                  </a:lnTo>
                  <a:cubicBezTo>
                    <a:pt x="4314" y="26429"/>
                    <a:pt x="5229" y="25358"/>
                    <a:pt x="5883" y="23929"/>
                  </a:cubicBezTo>
                  <a:cubicBezTo>
                    <a:pt x="6929" y="21072"/>
                    <a:pt x="6798" y="16786"/>
                    <a:pt x="6798" y="12858"/>
                  </a:cubicBezTo>
                  <a:cubicBezTo>
                    <a:pt x="6798" y="9286"/>
                    <a:pt x="6929" y="5358"/>
                    <a:pt x="5883" y="2501"/>
                  </a:cubicBezTo>
                  <a:cubicBezTo>
                    <a:pt x="5229" y="715"/>
                    <a:pt x="4314"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2"/>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2"/>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2"/>
            <p:cNvSpPr/>
            <p:nvPr/>
          </p:nvSpPr>
          <p:spPr>
            <a:xfrm>
              <a:off x="2326775" y="8925"/>
              <a:ext cx="552325" cy="517875"/>
            </a:xfrm>
            <a:custGeom>
              <a:avLst/>
              <a:gdLst/>
              <a:ahLst/>
              <a:cxnLst/>
              <a:rect l="l" t="t" r="r" b="b"/>
              <a:pathLst>
                <a:path w="22093" h="20715" extrusionOk="0">
                  <a:moveTo>
                    <a:pt x="7583" y="0"/>
                  </a:moveTo>
                  <a:lnTo>
                    <a:pt x="1" y="20714"/>
                  </a:lnTo>
                  <a:lnTo>
                    <a:pt x="22092" y="20714"/>
                  </a:lnTo>
                  <a:lnTo>
                    <a:pt x="75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2"/>
            <p:cNvSpPr/>
            <p:nvPr/>
          </p:nvSpPr>
          <p:spPr>
            <a:xfrm>
              <a:off x="2107825" y="-8950"/>
              <a:ext cx="392175" cy="1071450"/>
            </a:xfrm>
            <a:custGeom>
              <a:avLst/>
              <a:gdLst/>
              <a:ahLst/>
              <a:cxnLst/>
              <a:rect l="l" t="t" r="r" b="b"/>
              <a:pathLst>
                <a:path w="15687" h="42858" extrusionOk="0">
                  <a:moveTo>
                    <a:pt x="15687" y="1"/>
                  </a:moveTo>
                  <a:lnTo>
                    <a:pt x="1" y="13572"/>
                  </a:lnTo>
                  <a:lnTo>
                    <a:pt x="1" y="42858"/>
                  </a:lnTo>
                  <a:lnTo>
                    <a:pt x="156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2"/>
            <p:cNvSpPr/>
            <p:nvPr/>
          </p:nvSpPr>
          <p:spPr>
            <a:xfrm>
              <a:off x="1905225" y="348200"/>
              <a:ext cx="186300" cy="1508950"/>
            </a:xfrm>
            <a:custGeom>
              <a:avLst/>
              <a:gdLst/>
              <a:ahLst/>
              <a:cxnLst/>
              <a:rect l="l" t="t" r="r" b="b"/>
              <a:pathLst>
                <a:path w="7452" h="60358" extrusionOk="0">
                  <a:moveTo>
                    <a:pt x="7451" y="1"/>
                  </a:moveTo>
                  <a:lnTo>
                    <a:pt x="0" y="39643"/>
                  </a:lnTo>
                  <a:lnTo>
                    <a:pt x="7451" y="60358"/>
                  </a:lnTo>
                  <a:lnTo>
                    <a:pt x="74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2"/>
            <p:cNvSpPr/>
            <p:nvPr/>
          </p:nvSpPr>
          <p:spPr>
            <a:xfrm>
              <a:off x="1895400" y="1383925"/>
              <a:ext cx="392200" cy="1071450"/>
            </a:xfrm>
            <a:custGeom>
              <a:avLst/>
              <a:gdLst/>
              <a:ahLst/>
              <a:cxnLst/>
              <a:rect l="l" t="t" r="r" b="b"/>
              <a:pathLst>
                <a:path w="15688" h="42858" extrusionOk="0">
                  <a:moveTo>
                    <a:pt x="1" y="0"/>
                  </a:moveTo>
                  <a:lnTo>
                    <a:pt x="4968" y="42857"/>
                  </a:lnTo>
                  <a:lnTo>
                    <a:pt x="15687" y="42857"/>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2"/>
            <p:cNvSpPr/>
            <p:nvPr/>
          </p:nvSpPr>
          <p:spPr>
            <a:xfrm>
              <a:off x="2026125" y="2491050"/>
              <a:ext cx="552325" cy="517900"/>
            </a:xfrm>
            <a:custGeom>
              <a:avLst/>
              <a:gdLst/>
              <a:ahLst/>
              <a:cxnLst/>
              <a:rect l="l" t="t" r="r" b="b"/>
              <a:pathLst>
                <a:path w="22093" h="20716" extrusionOk="0">
                  <a:moveTo>
                    <a:pt x="1" y="1"/>
                  </a:moveTo>
                  <a:lnTo>
                    <a:pt x="14511" y="20715"/>
                  </a:lnTo>
                  <a:lnTo>
                    <a:pt x="22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2617625" y="571425"/>
              <a:ext cx="392200" cy="1071450"/>
            </a:xfrm>
            <a:custGeom>
              <a:avLst/>
              <a:gdLst/>
              <a:ahLst/>
              <a:cxnLst/>
              <a:rect l="l" t="t" r="r" b="b"/>
              <a:pathLst>
                <a:path w="15688" h="42858" extrusionOk="0">
                  <a:moveTo>
                    <a:pt x="1" y="0"/>
                  </a:moveTo>
                  <a:lnTo>
                    <a:pt x="15687" y="42857"/>
                  </a:lnTo>
                  <a:lnTo>
                    <a:pt x="107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2"/>
            <p:cNvSpPr/>
            <p:nvPr/>
          </p:nvSpPr>
          <p:spPr>
            <a:xfrm>
              <a:off x="2405225" y="1964275"/>
              <a:ext cx="392175" cy="1062525"/>
            </a:xfrm>
            <a:custGeom>
              <a:avLst/>
              <a:gdLst/>
              <a:ahLst/>
              <a:cxnLst/>
              <a:rect l="l" t="t" r="r" b="b"/>
              <a:pathLst>
                <a:path w="15687" h="42501" extrusionOk="0">
                  <a:moveTo>
                    <a:pt x="15686" y="0"/>
                  </a:moveTo>
                  <a:lnTo>
                    <a:pt x="0" y="42500"/>
                  </a:lnTo>
                  <a:lnTo>
                    <a:pt x="15686" y="29286"/>
                  </a:lnTo>
                  <a:lnTo>
                    <a:pt x="156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2"/>
            <p:cNvSpPr/>
            <p:nvPr/>
          </p:nvSpPr>
          <p:spPr>
            <a:xfrm>
              <a:off x="2813725" y="1160700"/>
              <a:ext cx="189550" cy="1517875"/>
            </a:xfrm>
            <a:custGeom>
              <a:avLst/>
              <a:gdLst/>
              <a:ahLst/>
              <a:cxnLst/>
              <a:rect l="l" t="t" r="r" b="b"/>
              <a:pathLst>
                <a:path w="7582" h="60715" extrusionOk="0">
                  <a:moveTo>
                    <a:pt x="0" y="1"/>
                  </a:moveTo>
                  <a:lnTo>
                    <a:pt x="0" y="60715"/>
                  </a:lnTo>
                  <a:lnTo>
                    <a:pt x="7582" y="2071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22"/>
          <p:cNvSpPr/>
          <p:nvPr/>
        </p:nvSpPr>
        <p:spPr>
          <a:xfrm>
            <a:off x="290304" y="338478"/>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2"/>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2" name="Google Shape;122;p2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22"/>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24" name="Google Shape;124;p22"/>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5" name="Google Shape;125;p22"/>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6" name="Google Shape;126;p22"/>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matchingName="4_Titelfolie_TUD_Foto_a" preserve="1">
  <p:cSld name="4_Titelfolie_TUD_Foto_a">
    <p:spTree>
      <p:nvGrpSpPr>
        <p:cNvPr id="1" name="Shape 127"/>
        <p:cNvGrpSpPr/>
        <p:nvPr/>
      </p:nvGrpSpPr>
      <p:grpSpPr>
        <a:xfrm>
          <a:off x="0" y="0"/>
          <a:ext cx="0" cy="0"/>
          <a:chOff x="0" y="0"/>
          <a:chExt cx="0" cy="0"/>
        </a:xfrm>
      </p:grpSpPr>
      <p:sp>
        <p:nvSpPr>
          <p:cNvPr id="128" name="Google Shape;128;p23"/>
          <p:cNvSpPr>
            <a:spLocks noGrp="1"/>
          </p:cNvSpPr>
          <p:nvPr>
            <p:ph type="pic" idx="2"/>
          </p:nvPr>
        </p:nvSpPr>
        <p:spPr>
          <a:xfrm>
            <a:off x="0" y="1204913"/>
            <a:ext cx="12192000" cy="5653086"/>
          </a:xfrm>
          <a:prstGeom prst="rect">
            <a:avLst/>
          </a:prstGeom>
          <a:solidFill>
            <a:srgbClr val="F2F2F2"/>
          </a:solidFill>
          <a:ln>
            <a:noFill/>
          </a:ln>
        </p:spPr>
      </p:sp>
      <p:sp>
        <p:nvSpPr>
          <p:cNvPr id="129" name="Google Shape;129;p23"/>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0" name="Google Shape;130;p23"/>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3"/>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32" name="Google Shape;132;p23"/>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3" name="Google Shape;133;p23"/>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4" name="Google Shape;134;p23"/>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35" name="Google Shape;135;p23"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36" name="Google Shape;136;p23"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matchingName="2_Titelfolie_TUD_weiß-blau" preserve="1">
  <p:cSld name="2_Titelfolie_TUD_weiß-blau">
    <p:spTree>
      <p:nvGrpSpPr>
        <p:cNvPr id="1" name="Shape 137"/>
        <p:cNvGrpSpPr/>
        <p:nvPr/>
      </p:nvGrpSpPr>
      <p:grpSpPr>
        <a:xfrm>
          <a:off x="0" y="0"/>
          <a:ext cx="0" cy="0"/>
          <a:chOff x="0" y="0"/>
          <a:chExt cx="0" cy="0"/>
        </a:xfrm>
      </p:grpSpPr>
      <p:sp>
        <p:nvSpPr>
          <p:cNvPr id="138" name="Google Shape;138;p24"/>
          <p:cNvSpPr/>
          <p:nvPr/>
        </p:nvSpPr>
        <p:spPr>
          <a:xfrm>
            <a:off x="0" y="1204912"/>
            <a:ext cx="12192000" cy="5653089"/>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39" name="Google Shape;139;p24"/>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0" name="Google Shape;140;p2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24"/>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42" name="Google Shape;142;p24"/>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3" name="Google Shape;143;p24"/>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4" name="Google Shape;144;p24"/>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45" name="Google Shape;145;p2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46" name="Google Shape;146;p2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matchingName="3_Titelfolie_TUD_weiß-blau" preserve="1">
  <p:cSld name="3_Titelfolie_TUD_weiß-blau">
    <p:spTree>
      <p:nvGrpSpPr>
        <p:cNvPr id="1" name="Shape 147"/>
        <p:cNvGrpSpPr/>
        <p:nvPr/>
      </p:nvGrpSpPr>
      <p:grpSpPr>
        <a:xfrm>
          <a:off x="0" y="0"/>
          <a:ext cx="0" cy="0"/>
          <a:chOff x="0" y="0"/>
          <a:chExt cx="0" cy="0"/>
        </a:xfrm>
      </p:grpSpPr>
      <p:sp>
        <p:nvSpPr>
          <p:cNvPr id="148" name="Google Shape;148;p25"/>
          <p:cNvSpPr/>
          <p:nvPr/>
        </p:nvSpPr>
        <p:spPr>
          <a:xfrm>
            <a:off x="0" y="1204912"/>
            <a:ext cx="12192000" cy="5653089"/>
          </a:xfrm>
          <a:prstGeom prst="rect">
            <a:avLst/>
          </a:prstGeom>
          <a:gradFill>
            <a:gsLst>
              <a:gs pos="0">
                <a:srgbClr val="951B81"/>
              </a:gs>
              <a:gs pos="14000">
                <a:srgbClr val="951B81"/>
              </a:gs>
              <a:gs pos="100000">
                <a:srgbClr val="59358C"/>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49" name="Google Shape;149;p25"/>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0" name="Google Shape;150;p25"/>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5"/>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52" name="Google Shape;152;p25"/>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3" name="Google Shape;153;p25"/>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4" name="Google Shape;154;p25"/>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55" name="Google Shape;155;p2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56" name="Google Shape;156;p2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matchingName="4_Titelfolie_TUD_weiß-blau" preserve="1">
  <p:cSld name="4_Titelfolie_TUD_weiß-blau">
    <p:spTree>
      <p:nvGrpSpPr>
        <p:cNvPr id="1" name="Shape 157"/>
        <p:cNvGrpSpPr/>
        <p:nvPr/>
      </p:nvGrpSpPr>
      <p:grpSpPr>
        <a:xfrm>
          <a:off x="0" y="0"/>
          <a:ext cx="0" cy="0"/>
          <a:chOff x="0" y="0"/>
          <a:chExt cx="0" cy="0"/>
        </a:xfrm>
      </p:grpSpPr>
      <p:sp>
        <p:nvSpPr>
          <p:cNvPr id="158" name="Google Shape;158;p26"/>
          <p:cNvSpPr/>
          <p:nvPr/>
        </p:nvSpPr>
        <p:spPr>
          <a:xfrm>
            <a:off x="0" y="1204912"/>
            <a:ext cx="12192000" cy="5653089"/>
          </a:xfrm>
          <a:prstGeom prst="rect">
            <a:avLst/>
          </a:prstGeom>
          <a:gradFill>
            <a:gsLst>
              <a:gs pos="0">
                <a:srgbClr val="DE2526"/>
              </a:gs>
              <a:gs pos="14000">
                <a:srgbClr val="DE2526"/>
              </a:gs>
              <a:gs pos="100000">
                <a:srgbClr val="CD1719"/>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59" name="Google Shape;159;p26"/>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0" name="Google Shape;160;p26"/>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26"/>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62" name="Google Shape;162;p26"/>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3" name="Google Shape;163;p26"/>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4" name="Google Shape;164;p26"/>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65" name="Google Shape;165;p2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66" name="Google Shape;166;p2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matchingName="5_Titelfolie_TUD_weiß-blau" preserve="1">
  <p:cSld name="5_Titelfolie_TUD_weiß-blau">
    <p:spTree>
      <p:nvGrpSpPr>
        <p:cNvPr id="1" name="Shape 167"/>
        <p:cNvGrpSpPr/>
        <p:nvPr/>
      </p:nvGrpSpPr>
      <p:grpSpPr>
        <a:xfrm>
          <a:off x="0" y="0"/>
          <a:ext cx="0" cy="0"/>
          <a:chOff x="0" y="0"/>
          <a:chExt cx="0" cy="0"/>
        </a:xfrm>
      </p:grpSpPr>
      <p:sp>
        <p:nvSpPr>
          <p:cNvPr id="168" name="Google Shape;168;p27"/>
          <p:cNvSpPr/>
          <p:nvPr/>
        </p:nvSpPr>
        <p:spPr>
          <a:xfrm>
            <a:off x="3151994" y="2563831"/>
            <a:ext cx="9050720" cy="4317954"/>
          </a:xfrm>
          <a:custGeom>
            <a:avLst/>
            <a:gdLst/>
            <a:ahLst/>
            <a:cxnLst/>
            <a:rect l="l" t="t" r="r" b="b"/>
            <a:pathLst>
              <a:path w="8344852" h="3981196" extrusionOk="0">
                <a:moveTo>
                  <a:pt x="3984796" y="381"/>
                </a:moveTo>
                <a:lnTo>
                  <a:pt x="8344852" y="0"/>
                </a:lnTo>
                <a:lnTo>
                  <a:pt x="8344852" y="3967748"/>
                </a:lnTo>
                <a:lnTo>
                  <a:pt x="0" y="3981196"/>
                </a:lnTo>
                <a:lnTo>
                  <a:pt x="3984796" y="381"/>
                </a:lnTo>
                <a:close/>
              </a:path>
            </a:pathLst>
          </a:custGeom>
          <a:solidFill>
            <a:schemeClr val="accent5">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69" name="Google Shape;169;p27"/>
          <p:cNvSpPr/>
          <p:nvPr/>
        </p:nvSpPr>
        <p:spPr>
          <a:xfrm>
            <a:off x="-1" y="3692352"/>
            <a:ext cx="9555747" cy="3185710"/>
          </a:xfrm>
          <a:custGeom>
            <a:avLst/>
            <a:gdLst/>
            <a:ahLst/>
            <a:cxnLst/>
            <a:rect l="l" t="t" r="r" b="b"/>
            <a:pathLst>
              <a:path w="8810492" h="2937256" extrusionOk="0">
                <a:moveTo>
                  <a:pt x="0" y="0"/>
                </a:moveTo>
                <a:lnTo>
                  <a:pt x="5858286" y="0"/>
                </a:lnTo>
                <a:lnTo>
                  <a:pt x="8810492" y="2937256"/>
                </a:lnTo>
                <a:lnTo>
                  <a:pt x="0" y="2937256"/>
                </a:lnTo>
                <a:lnTo>
                  <a:pt x="0" y="0"/>
                </a:lnTo>
                <a:close/>
              </a:path>
            </a:pathLst>
          </a:custGeom>
          <a:solidFill>
            <a:schemeClr val="accent4">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20">
                <a:solidFill>
                  <a:schemeClr val="lt1"/>
                </a:solidFill>
                <a:latin typeface="Open Sans" panose="020B0606030504020204"/>
                <a:ea typeface="Open Sans" panose="020B0606030504020204"/>
                <a:cs typeface="Open Sans" panose="020B0606030504020204"/>
                <a:sym typeface="Open Sans" panose="020B0606030504020204"/>
              </a:rPr>
              <a:t> </a:t>
            </a:r>
          </a:p>
        </p:txBody>
      </p:sp>
      <p:sp>
        <p:nvSpPr>
          <p:cNvPr id="170" name="Google Shape;170;p27"/>
          <p:cNvSpPr/>
          <p:nvPr/>
        </p:nvSpPr>
        <p:spPr>
          <a:xfrm>
            <a:off x="-709" y="2302249"/>
            <a:ext cx="6020777" cy="4581946"/>
          </a:xfrm>
          <a:custGeom>
            <a:avLst/>
            <a:gdLst/>
            <a:ahLst/>
            <a:cxnLst/>
            <a:rect l="l" t="t" r="r" b="b"/>
            <a:pathLst>
              <a:path w="5551215" h="4224599" extrusionOk="0">
                <a:moveTo>
                  <a:pt x="709" y="0"/>
                </a:moveTo>
                <a:lnTo>
                  <a:pt x="1485014" y="185"/>
                </a:lnTo>
                <a:lnTo>
                  <a:pt x="5551215" y="4224599"/>
                </a:lnTo>
                <a:lnTo>
                  <a:pt x="710" y="4220095"/>
                </a:lnTo>
                <a:cubicBezTo>
                  <a:pt x="-1748" y="2818313"/>
                  <a:pt x="3167" y="1401782"/>
                  <a:pt x="709" y="0"/>
                </a:cubicBezTo>
                <a:close/>
              </a:path>
            </a:pathLst>
          </a:custGeom>
          <a:solidFill>
            <a:schemeClr val="accent1">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171" name="Google Shape;171;p27"/>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2" name="Google Shape;172;p27"/>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27"/>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74" name="Google Shape;174;p27"/>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5" name="Google Shape;175;p27"/>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6" name="Google Shape;176;p27"/>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77" name="Google Shape;177;p27"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srcRect/>
          <a:stretch>
            <a:fillRect/>
          </a:stretch>
        </p:blipFill>
        <p:spPr>
          <a:xfrm>
            <a:off x="10406348" y="348373"/>
            <a:ext cx="1468046" cy="543600"/>
          </a:xfrm>
          <a:prstGeom prst="rect">
            <a:avLst/>
          </a:prstGeom>
          <a:noFill/>
          <a:ln>
            <a:noFill/>
          </a:ln>
        </p:spPr>
      </p:pic>
      <p:pic>
        <p:nvPicPr>
          <p:cNvPr id="178" name="Google Shape;178;p27"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srcRect/>
          <a:stretch>
            <a:fillRect/>
          </a:stretch>
        </p:blipFill>
        <p:spPr>
          <a:xfrm>
            <a:off x="290304" y="348373"/>
            <a:ext cx="1764000" cy="514800"/>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2_Titel und 2 Inhalte" preserve="1">
  <p:cSld name="2_Titel und 2 Inhalte">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8"/>
          <p:cNvSpPr>
            <a:spLocks noGrp="1"/>
          </p:cNvSpPr>
          <p:nvPr>
            <p:ph type="pic" idx="2"/>
          </p:nvPr>
        </p:nvSpPr>
        <p:spPr>
          <a:xfrm>
            <a:off x="6267449" y="1484314"/>
            <a:ext cx="5187950" cy="4344985"/>
          </a:xfrm>
          <a:prstGeom prst="rect">
            <a:avLst/>
          </a:prstGeom>
          <a:noFill/>
          <a:ln>
            <a:noFill/>
          </a:ln>
        </p:spPr>
        <p:txBody>
          <a:bodyPr/>
          <a:lstStyle/>
          <a:p>
            <a:endParaRPr lang="en-US"/>
          </a:p>
        </p:txBody>
      </p:sp>
      <p:sp>
        <p:nvSpPr>
          <p:cNvPr id="182" name="Google Shape;182;p28"/>
          <p:cNvSpPr txBox="1">
            <a:spLocks noGrp="1"/>
          </p:cNvSpPr>
          <p:nvPr>
            <p:ph type="body" idx="1"/>
          </p:nvPr>
        </p:nvSpPr>
        <p:spPr>
          <a:xfrm>
            <a:off x="874713" y="1484313"/>
            <a:ext cx="51958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2_Titel und Inhalt und Bild" preserve="1">
  <p:cSld name="2_Titel und Inhalt und Bi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p29"/>
          <p:cNvSpPr>
            <a:spLocks noGrp="1"/>
          </p:cNvSpPr>
          <p:nvPr>
            <p:ph type="pic" idx="2"/>
          </p:nvPr>
        </p:nvSpPr>
        <p:spPr>
          <a:xfrm>
            <a:off x="8070849" y="1484314"/>
            <a:ext cx="3384549" cy="4344985"/>
          </a:xfrm>
          <a:prstGeom prst="rect">
            <a:avLst/>
          </a:prstGeom>
          <a:noFill/>
          <a:ln>
            <a:noFill/>
          </a:ln>
        </p:spPr>
      </p:sp>
      <p:sp>
        <p:nvSpPr>
          <p:cNvPr id="186" name="Google Shape;186;p29"/>
          <p:cNvSpPr txBox="1">
            <a:spLocks noGrp="1"/>
          </p:cNvSpPr>
          <p:nvPr>
            <p:ph type="body" idx="1"/>
          </p:nvPr>
        </p:nvSpPr>
        <p:spPr>
          <a:xfrm>
            <a:off x="874713" y="1484313"/>
            <a:ext cx="69992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2_Titel und Inhalt und Bild_quer" preserve="1">
  <p:cSld name="2_Titel und Inhalt und Bild_quer">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30"/>
          <p:cNvSpPr>
            <a:spLocks noGrp="1"/>
          </p:cNvSpPr>
          <p:nvPr>
            <p:ph type="pic" idx="2"/>
          </p:nvPr>
        </p:nvSpPr>
        <p:spPr>
          <a:xfrm>
            <a:off x="0" y="4101152"/>
            <a:ext cx="12191999" cy="2028186"/>
          </a:xfrm>
          <a:prstGeom prst="rect">
            <a:avLst/>
          </a:prstGeom>
          <a:noFill/>
          <a:ln>
            <a:noFill/>
          </a:ln>
        </p:spPr>
      </p:sp>
      <p:sp>
        <p:nvSpPr>
          <p:cNvPr id="190" name="Google Shape;190;p30"/>
          <p:cNvSpPr txBox="1">
            <a:spLocks noGrp="1"/>
          </p:cNvSpPr>
          <p:nvPr>
            <p:ph type="body" idx="1"/>
          </p:nvPr>
        </p:nvSpPr>
        <p:spPr>
          <a:xfrm>
            <a:off x="874713" y="1484313"/>
            <a:ext cx="10580687" cy="2398475"/>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3_Titel und 3 Inhalte" preserve="1">
  <p:cSld name="3_Titel und 3 Inhalte">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32"/>
          <p:cNvSpPr txBox="1">
            <a:spLocks noGrp="1"/>
          </p:cNvSpPr>
          <p:nvPr>
            <p:ph type="body" idx="1"/>
          </p:nvPr>
        </p:nvSpPr>
        <p:spPr>
          <a:xfrm>
            <a:off x="874713" y="1481138"/>
            <a:ext cx="339883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8" name="Google Shape;198;p32"/>
          <p:cNvSpPr txBox="1">
            <a:spLocks noGrp="1"/>
          </p:cNvSpPr>
          <p:nvPr>
            <p:ph type="body" idx="2"/>
          </p:nvPr>
        </p:nvSpPr>
        <p:spPr>
          <a:xfrm>
            <a:off x="4457699" y="1481138"/>
            <a:ext cx="3416301"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9" name="Google Shape;199;p32"/>
          <p:cNvSpPr txBox="1">
            <a:spLocks noGrp="1"/>
          </p:cNvSpPr>
          <p:nvPr>
            <p:ph type="body" idx="3"/>
          </p:nvPr>
        </p:nvSpPr>
        <p:spPr>
          <a:xfrm>
            <a:off x="8070850" y="1481138"/>
            <a:ext cx="3384550"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4_Titel und 4 Inhalte" preserve="1">
  <p:cSld name="4_Titel und 4 Inhalte">
    <p:spTree>
      <p:nvGrpSpPr>
        <p:cNvPr id="1" name="Shape 200"/>
        <p:cNvGrpSpPr/>
        <p:nvPr/>
      </p:nvGrpSpPr>
      <p:grpSpPr>
        <a:xfrm>
          <a:off x="0" y="0"/>
          <a:ext cx="0" cy="0"/>
          <a:chOff x="0" y="0"/>
          <a:chExt cx="0" cy="0"/>
        </a:xfrm>
      </p:grpSpPr>
      <p:sp>
        <p:nvSpPr>
          <p:cNvPr id="201" name="Google Shape;201;p33"/>
          <p:cNvSpPr>
            <a:spLocks noGrp="1"/>
          </p:cNvSpPr>
          <p:nvPr>
            <p:ph type="pic" idx="2"/>
          </p:nvPr>
        </p:nvSpPr>
        <p:spPr>
          <a:xfrm>
            <a:off x="874711" y="1484313"/>
            <a:ext cx="4300539" cy="1332000"/>
          </a:xfrm>
          <a:prstGeom prst="rect">
            <a:avLst/>
          </a:prstGeom>
          <a:noFill/>
          <a:ln>
            <a:noFill/>
          </a:ln>
        </p:spPr>
      </p:sp>
      <p:sp>
        <p:nvSpPr>
          <p:cNvPr id="202" name="Google Shape;202;p33"/>
          <p:cNvSpPr>
            <a:spLocks noGrp="1"/>
          </p:cNvSpPr>
          <p:nvPr>
            <p:ph type="pic" idx="3"/>
          </p:nvPr>
        </p:nvSpPr>
        <p:spPr>
          <a:xfrm>
            <a:off x="874712" y="2943181"/>
            <a:ext cx="4300537" cy="1332000"/>
          </a:xfrm>
          <a:prstGeom prst="rect">
            <a:avLst/>
          </a:prstGeom>
          <a:noFill/>
          <a:ln>
            <a:noFill/>
          </a:ln>
        </p:spPr>
      </p:sp>
      <p:sp>
        <p:nvSpPr>
          <p:cNvPr id="203" name="Google Shape;203;p33"/>
          <p:cNvSpPr>
            <a:spLocks noGrp="1"/>
          </p:cNvSpPr>
          <p:nvPr>
            <p:ph type="pic" idx="4"/>
          </p:nvPr>
        </p:nvSpPr>
        <p:spPr>
          <a:xfrm>
            <a:off x="874710" y="4402050"/>
            <a:ext cx="4300537" cy="1427249"/>
          </a:xfrm>
          <a:prstGeom prst="rect">
            <a:avLst/>
          </a:prstGeom>
          <a:noFill/>
          <a:ln>
            <a:noFill/>
          </a:ln>
        </p:spPr>
      </p:sp>
      <p:sp>
        <p:nvSpPr>
          <p:cNvPr id="204" name="Google Shape;204;p33"/>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33"/>
          <p:cNvSpPr txBox="1">
            <a:spLocks noGrp="1"/>
          </p:cNvSpPr>
          <p:nvPr>
            <p:ph type="body" idx="1"/>
          </p:nvPr>
        </p:nvSpPr>
        <p:spPr>
          <a:xfrm>
            <a:off x="5365750" y="1484313"/>
            <a:ext cx="6089650"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6_Titel und 18 Bilder" preserve="1">
  <p:cSld name="6_Titel und 18 Bilder">
    <p:spTree>
      <p:nvGrpSpPr>
        <p:cNvPr id="1" name="Shape 211"/>
        <p:cNvGrpSpPr/>
        <p:nvPr/>
      </p:nvGrpSpPr>
      <p:grpSpPr>
        <a:xfrm>
          <a:off x="0" y="0"/>
          <a:ext cx="0" cy="0"/>
          <a:chOff x="0" y="0"/>
          <a:chExt cx="0" cy="0"/>
        </a:xfrm>
      </p:grpSpPr>
      <p:sp>
        <p:nvSpPr>
          <p:cNvPr id="212" name="Google Shape;212;p35"/>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35"/>
          <p:cNvSpPr>
            <a:spLocks noGrp="1"/>
          </p:cNvSpPr>
          <p:nvPr>
            <p:ph type="pic" idx="2"/>
          </p:nvPr>
        </p:nvSpPr>
        <p:spPr>
          <a:xfrm>
            <a:off x="879785" y="1039484"/>
            <a:ext cx="1566000" cy="1566000"/>
          </a:xfrm>
          <a:prstGeom prst="rect">
            <a:avLst/>
          </a:prstGeom>
          <a:solidFill>
            <a:srgbClr val="F2F2F2"/>
          </a:solidFill>
          <a:ln>
            <a:noFill/>
          </a:ln>
        </p:spPr>
      </p:sp>
      <p:sp>
        <p:nvSpPr>
          <p:cNvPr id="214" name="Google Shape;214;p35"/>
          <p:cNvSpPr>
            <a:spLocks noGrp="1"/>
          </p:cNvSpPr>
          <p:nvPr>
            <p:ph type="pic" idx="3"/>
          </p:nvPr>
        </p:nvSpPr>
        <p:spPr>
          <a:xfrm>
            <a:off x="2579023" y="1039484"/>
            <a:ext cx="1566000" cy="1566000"/>
          </a:xfrm>
          <a:prstGeom prst="rect">
            <a:avLst/>
          </a:prstGeom>
          <a:solidFill>
            <a:srgbClr val="F2F2F2"/>
          </a:solidFill>
          <a:ln>
            <a:noFill/>
          </a:ln>
        </p:spPr>
      </p:sp>
      <p:sp>
        <p:nvSpPr>
          <p:cNvPr id="215" name="Google Shape;215;p35"/>
          <p:cNvSpPr>
            <a:spLocks noGrp="1"/>
          </p:cNvSpPr>
          <p:nvPr>
            <p:ph type="pic" idx="4"/>
          </p:nvPr>
        </p:nvSpPr>
        <p:spPr>
          <a:xfrm>
            <a:off x="4278261" y="1039484"/>
            <a:ext cx="1566000" cy="1566000"/>
          </a:xfrm>
          <a:prstGeom prst="rect">
            <a:avLst/>
          </a:prstGeom>
          <a:solidFill>
            <a:srgbClr val="F2F2F2"/>
          </a:solidFill>
          <a:ln>
            <a:noFill/>
          </a:ln>
        </p:spPr>
      </p:sp>
      <p:sp>
        <p:nvSpPr>
          <p:cNvPr id="216" name="Google Shape;216;p35"/>
          <p:cNvSpPr>
            <a:spLocks noGrp="1"/>
          </p:cNvSpPr>
          <p:nvPr>
            <p:ph type="pic" idx="5"/>
          </p:nvPr>
        </p:nvSpPr>
        <p:spPr>
          <a:xfrm>
            <a:off x="5977499" y="1039484"/>
            <a:ext cx="1566000" cy="1566000"/>
          </a:xfrm>
          <a:prstGeom prst="rect">
            <a:avLst/>
          </a:prstGeom>
          <a:solidFill>
            <a:srgbClr val="F2F2F2"/>
          </a:solidFill>
          <a:ln>
            <a:noFill/>
          </a:ln>
        </p:spPr>
      </p:sp>
      <p:sp>
        <p:nvSpPr>
          <p:cNvPr id="217" name="Google Shape;217;p35"/>
          <p:cNvSpPr>
            <a:spLocks noGrp="1"/>
          </p:cNvSpPr>
          <p:nvPr>
            <p:ph type="pic" idx="6"/>
          </p:nvPr>
        </p:nvSpPr>
        <p:spPr>
          <a:xfrm>
            <a:off x="7676735" y="1037468"/>
            <a:ext cx="1566000" cy="1566000"/>
          </a:xfrm>
          <a:prstGeom prst="rect">
            <a:avLst/>
          </a:prstGeom>
          <a:solidFill>
            <a:srgbClr val="F2F2F2"/>
          </a:solidFill>
          <a:ln>
            <a:noFill/>
          </a:ln>
        </p:spPr>
      </p:sp>
      <p:sp>
        <p:nvSpPr>
          <p:cNvPr id="218" name="Google Shape;218;p35"/>
          <p:cNvSpPr>
            <a:spLocks noGrp="1"/>
          </p:cNvSpPr>
          <p:nvPr>
            <p:ph type="pic" idx="7"/>
          </p:nvPr>
        </p:nvSpPr>
        <p:spPr>
          <a:xfrm>
            <a:off x="887333" y="2749075"/>
            <a:ext cx="1566000" cy="1566000"/>
          </a:xfrm>
          <a:prstGeom prst="rect">
            <a:avLst/>
          </a:prstGeom>
          <a:solidFill>
            <a:srgbClr val="F2F2F2"/>
          </a:solidFill>
          <a:ln>
            <a:noFill/>
          </a:ln>
        </p:spPr>
      </p:sp>
      <p:sp>
        <p:nvSpPr>
          <p:cNvPr id="219" name="Google Shape;219;p35"/>
          <p:cNvSpPr>
            <a:spLocks noGrp="1"/>
          </p:cNvSpPr>
          <p:nvPr>
            <p:ph type="pic" idx="8"/>
          </p:nvPr>
        </p:nvSpPr>
        <p:spPr>
          <a:xfrm>
            <a:off x="2586571" y="2749075"/>
            <a:ext cx="1566000" cy="1566000"/>
          </a:xfrm>
          <a:prstGeom prst="rect">
            <a:avLst/>
          </a:prstGeom>
          <a:solidFill>
            <a:srgbClr val="F2F2F2"/>
          </a:solidFill>
          <a:ln>
            <a:noFill/>
          </a:ln>
        </p:spPr>
      </p:sp>
      <p:sp>
        <p:nvSpPr>
          <p:cNvPr id="220" name="Google Shape;220;p35"/>
          <p:cNvSpPr>
            <a:spLocks noGrp="1"/>
          </p:cNvSpPr>
          <p:nvPr>
            <p:ph type="pic" idx="9"/>
          </p:nvPr>
        </p:nvSpPr>
        <p:spPr>
          <a:xfrm>
            <a:off x="4285809" y="2749075"/>
            <a:ext cx="1566000" cy="1566000"/>
          </a:xfrm>
          <a:prstGeom prst="rect">
            <a:avLst/>
          </a:prstGeom>
          <a:solidFill>
            <a:srgbClr val="F2F2F2"/>
          </a:solidFill>
          <a:ln>
            <a:noFill/>
          </a:ln>
        </p:spPr>
      </p:sp>
      <p:sp>
        <p:nvSpPr>
          <p:cNvPr id="221" name="Google Shape;221;p35"/>
          <p:cNvSpPr>
            <a:spLocks noGrp="1"/>
          </p:cNvSpPr>
          <p:nvPr>
            <p:ph type="pic" idx="13"/>
          </p:nvPr>
        </p:nvSpPr>
        <p:spPr>
          <a:xfrm>
            <a:off x="5985047" y="2749075"/>
            <a:ext cx="1566000" cy="1566000"/>
          </a:xfrm>
          <a:prstGeom prst="rect">
            <a:avLst/>
          </a:prstGeom>
          <a:solidFill>
            <a:srgbClr val="F2F2F2"/>
          </a:solidFill>
          <a:ln>
            <a:noFill/>
          </a:ln>
        </p:spPr>
      </p:sp>
      <p:sp>
        <p:nvSpPr>
          <p:cNvPr id="222" name="Google Shape;222;p35"/>
          <p:cNvSpPr>
            <a:spLocks noGrp="1"/>
          </p:cNvSpPr>
          <p:nvPr>
            <p:ph type="pic" idx="14"/>
          </p:nvPr>
        </p:nvSpPr>
        <p:spPr>
          <a:xfrm>
            <a:off x="7684283" y="2747059"/>
            <a:ext cx="1566000" cy="1566000"/>
          </a:xfrm>
          <a:prstGeom prst="rect">
            <a:avLst/>
          </a:prstGeom>
          <a:solidFill>
            <a:srgbClr val="F2F2F2"/>
          </a:solidFill>
          <a:ln>
            <a:noFill/>
          </a:ln>
        </p:spPr>
      </p:sp>
      <p:sp>
        <p:nvSpPr>
          <p:cNvPr id="223" name="Google Shape;223;p35"/>
          <p:cNvSpPr>
            <a:spLocks noGrp="1"/>
          </p:cNvSpPr>
          <p:nvPr>
            <p:ph type="pic" idx="15"/>
          </p:nvPr>
        </p:nvSpPr>
        <p:spPr>
          <a:xfrm>
            <a:off x="885829" y="4449615"/>
            <a:ext cx="1566000" cy="1566000"/>
          </a:xfrm>
          <a:prstGeom prst="rect">
            <a:avLst/>
          </a:prstGeom>
          <a:solidFill>
            <a:srgbClr val="F2F2F2"/>
          </a:solidFill>
          <a:ln>
            <a:noFill/>
          </a:ln>
        </p:spPr>
      </p:sp>
      <p:sp>
        <p:nvSpPr>
          <p:cNvPr id="224" name="Google Shape;224;p35"/>
          <p:cNvSpPr>
            <a:spLocks noGrp="1"/>
          </p:cNvSpPr>
          <p:nvPr>
            <p:ph type="pic" idx="16"/>
          </p:nvPr>
        </p:nvSpPr>
        <p:spPr>
          <a:xfrm>
            <a:off x="2585067" y="4449615"/>
            <a:ext cx="1566000" cy="1566000"/>
          </a:xfrm>
          <a:prstGeom prst="rect">
            <a:avLst/>
          </a:prstGeom>
          <a:solidFill>
            <a:srgbClr val="F2F2F2"/>
          </a:solidFill>
          <a:ln>
            <a:noFill/>
          </a:ln>
        </p:spPr>
      </p:sp>
      <p:sp>
        <p:nvSpPr>
          <p:cNvPr id="225" name="Google Shape;225;p35"/>
          <p:cNvSpPr>
            <a:spLocks noGrp="1"/>
          </p:cNvSpPr>
          <p:nvPr>
            <p:ph type="pic" idx="17"/>
          </p:nvPr>
        </p:nvSpPr>
        <p:spPr>
          <a:xfrm>
            <a:off x="4284305" y="4449615"/>
            <a:ext cx="1566000" cy="1566000"/>
          </a:xfrm>
          <a:prstGeom prst="rect">
            <a:avLst/>
          </a:prstGeom>
          <a:solidFill>
            <a:srgbClr val="F2F2F2"/>
          </a:solidFill>
          <a:ln>
            <a:noFill/>
          </a:ln>
        </p:spPr>
      </p:sp>
      <p:sp>
        <p:nvSpPr>
          <p:cNvPr id="226" name="Google Shape;226;p35"/>
          <p:cNvSpPr>
            <a:spLocks noGrp="1"/>
          </p:cNvSpPr>
          <p:nvPr>
            <p:ph type="pic" idx="18"/>
          </p:nvPr>
        </p:nvSpPr>
        <p:spPr>
          <a:xfrm>
            <a:off x="5983543" y="4449615"/>
            <a:ext cx="1566000" cy="1566000"/>
          </a:xfrm>
          <a:prstGeom prst="rect">
            <a:avLst/>
          </a:prstGeom>
          <a:solidFill>
            <a:srgbClr val="F2F2F2"/>
          </a:solidFill>
          <a:ln>
            <a:noFill/>
          </a:ln>
        </p:spPr>
      </p:sp>
      <p:sp>
        <p:nvSpPr>
          <p:cNvPr id="227" name="Google Shape;227;p35"/>
          <p:cNvSpPr>
            <a:spLocks noGrp="1"/>
          </p:cNvSpPr>
          <p:nvPr>
            <p:ph type="pic" idx="19"/>
          </p:nvPr>
        </p:nvSpPr>
        <p:spPr>
          <a:xfrm>
            <a:off x="7682779" y="4447599"/>
            <a:ext cx="1566000" cy="1566000"/>
          </a:xfrm>
          <a:prstGeom prst="rect">
            <a:avLst/>
          </a:prstGeom>
          <a:solidFill>
            <a:srgbClr val="F2F2F2"/>
          </a:solidFill>
          <a:ln>
            <a:noFill/>
          </a:ln>
        </p:spPr>
      </p:sp>
      <p:sp>
        <p:nvSpPr>
          <p:cNvPr id="228" name="Google Shape;228;p35"/>
          <p:cNvSpPr>
            <a:spLocks noGrp="1"/>
          </p:cNvSpPr>
          <p:nvPr>
            <p:ph type="pic" idx="20"/>
          </p:nvPr>
        </p:nvSpPr>
        <p:spPr>
          <a:xfrm>
            <a:off x="9385079" y="1037468"/>
            <a:ext cx="1566000" cy="1566000"/>
          </a:xfrm>
          <a:prstGeom prst="rect">
            <a:avLst/>
          </a:prstGeom>
          <a:solidFill>
            <a:srgbClr val="F2F2F2"/>
          </a:solidFill>
          <a:ln>
            <a:noFill/>
          </a:ln>
        </p:spPr>
      </p:sp>
      <p:sp>
        <p:nvSpPr>
          <p:cNvPr id="229" name="Google Shape;229;p35"/>
          <p:cNvSpPr>
            <a:spLocks noGrp="1"/>
          </p:cNvSpPr>
          <p:nvPr>
            <p:ph type="pic" idx="21"/>
          </p:nvPr>
        </p:nvSpPr>
        <p:spPr>
          <a:xfrm>
            <a:off x="9385079" y="2747059"/>
            <a:ext cx="1566000" cy="1566000"/>
          </a:xfrm>
          <a:prstGeom prst="rect">
            <a:avLst/>
          </a:prstGeom>
          <a:solidFill>
            <a:srgbClr val="F2F2F2"/>
          </a:solidFill>
          <a:ln>
            <a:noFill/>
          </a:ln>
        </p:spPr>
      </p:sp>
      <p:sp>
        <p:nvSpPr>
          <p:cNvPr id="230" name="Google Shape;230;p35"/>
          <p:cNvSpPr>
            <a:spLocks noGrp="1"/>
          </p:cNvSpPr>
          <p:nvPr>
            <p:ph type="pic" idx="22"/>
          </p:nvPr>
        </p:nvSpPr>
        <p:spPr>
          <a:xfrm>
            <a:off x="9383575" y="4447599"/>
            <a:ext cx="1566000" cy="1566000"/>
          </a:xfrm>
          <a:prstGeom prst="rect">
            <a:avLst/>
          </a:prstGeom>
          <a:solidFill>
            <a:srgbClr val="F2F2F2"/>
          </a:solidFill>
          <a:ln>
            <a:noFill/>
          </a:ln>
        </p:spPr>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6_Titel und 8 Bilder" preserve="1">
  <p:cSld name="6_Titel und 8 Bilder">
    <p:spTree>
      <p:nvGrpSpPr>
        <p:cNvPr id="1" name="Shape 231"/>
        <p:cNvGrpSpPr/>
        <p:nvPr/>
      </p:nvGrpSpPr>
      <p:grpSpPr>
        <a:xfrm>
          <a:off x="0" y="0"/>
          <a:ext cx="0" cy="0"/>
          <a:chOff x="0" y="0"/>
          <a:chExt cx="0" cy="0"/>
        </a:xfrm>
      </p:grpSpPr>
      <p:sp>
        <p:nvSpPr>
          <p:cNvPr id="232" name="Google Shape;232;p36"/>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36"/>
          <p:cNvSpPr>
            <a:spLocks noGrp="1"/>
          </p:cNvSpPr>
          <p:nvPr>
            <p:ph type="pic" idx="2"/>
          </p:nvPr>
        </p:nvSpPr>
        <p:spPr>
          <a:xfrm>
            <a:off x="879785" y="1030288"/>
            <a:ext cx="2498415" cy="2341891"/>
          </a:xfrm>
          <a:prstGeom prst="rect">
            <a:avLst/>
          </a:prstGeom>
          <a:solidFill>
            <a:srgbClr val="F2F2F2"/>
          </a:solidFill>
          <a:ln>
            <a:noFill/>
          </a:ln>
        </p:spPr>
      </p:sp>
      <p:sp>
        <p:nvSpPr>
          <p:cNvPr id="234" name="Google Shape;234;p36"/>
          <p:cNvSpPr>
            <a:spLocks noGrp="1"/>
          </p:cNvSpPr>
          <p:nvPr>
            <p:ph type="pic" idx="3"/>
          </p:nvPr>
        </p:nvSpPr>
        <p:spPr>
          <a:xfrm>
            <a:off x="3575257" y="1030288"/>
            <a:ext cx="2498415" cy="2341891"/>
          </a:xfrm>
          <a:prstGeom prst="rect">
            <a:avLst/>
          </a:prstGeom>
          <a:solidFill>
            <a:srgbClr val="F2F2F2"/>
          </a:solidFill>
          <a:ln>
            <a:noFill/>
          </a:ln>
        </p:spPr>
      </p:sp>
      <p:sp>
        <p:nvSpPr>
          <p:cNvPr id="235" name="Google Shape;235;p36"/>
          <p:cNvSpPr>
            <a:spLocks noGrp="1"/>
          </p:cNvSpPr>
          <p:nvPr>
            <p:ph type="pic" idx="4"/>
          </p:nvPr>
        </p:nvSpPr>
        <p:spPr>
          <a:xfrm>
            <a:off x="6270729" y="1030288"/>
            <a:ext cx="2498415" cy="2341891"/>
          </a:xfrm>
          <a:prstGeom prst="rect">
            <a:avLst/>
          </a:prstGeom>
          <a:solidFill>
            <a:srgbClr val="F2F2F2"/>
          </a:solidFill>
          <a:ln>
            <a:noFill/>
          </a:ln>
        </p:spPr>
      </p:sp>
      <p:sp>
        <p:nvSpPr>
          <p:cNvPr id="236" name="Google Shape;236;p36"/>
          <p:cNvSpPr>
            <a:spLocks noGrp="1"/>
          </p:cNvSpPr>
          <p:nvPr>
            <p:ph type="pic" idx="5"/>
          </p:nvPr>
        </p:nvSpPr>
        <p:spPr>
          <a:xfrm>
            <a:off x="8966200" y="1030288"/>
            <a:ext cx="2498415" cy="2341891"/>
          </a:xfrm>
          <a:prstGeom prst="rect">
            <a:avLst/>
          </a:prstGeom>
          <a:solidFill>
            <a:srgbClr val="F2F2F2"/>
          </a:solidFill>
          <a:ln>
            <a:noFill/>
          </a:ln>
        </p:spPr>
      </p:sp>
      <p:sp>
        <p:nvSpPr>
          <p:cNvPr id="237" name="Google Shape;237;p36"/>
          <p:cNvSpPr>
            <a:spLocks noGrp="1"/>
          </p:cNvSpPr>
          <p:nvPr>
            <p:ph type="pic" idx="6"/>
          </p:nvPr>
        </p:nvSpPr>
        <p:spPr>
          <a:xfrm>
            <a:off x="880142" y="3572347"/>
            <a:ext cx="2498415" cy="2341891"/>
          </a:xfrm>
          <a:prstGeom prst="rect">
            <a:avLst/>
          </a:prstGeom>
          <a:solidFill>
            <a:srgbClr val="F2F2F2"/>
          </a:solidFill>
          <a:ln>
            <a:noFill/>
          </a:ln>
        </p:spPr>
      </p:sp>
      <p:sp>
        <p:nvSpPr>
          <p:cNvPr id="238" name="Google Shape;238;p36"/>
          <p:cNvSpPr>
            <a:spLocks noGrp="1"/>
          </p:cNvSpPr>
          <p:nvPr>
            <p:ph type="pic" idx="7"/>
          </p:nvPr>
        </p:nvSpPr>
        <p:spPr>
          <a:xfrm>
            <a:off x="3575614" y="3572347"/>
            <a:ext cx="2498415" cy="2341891"/>
          </a:xfrm>
          <a:prstGeom prst="rect">
            <a:avLst/>
          </a:prstGeom>
          <a:solidFill>
            <a:srgbClr val="F2F2F2"/>
          </a:solidFill>
          <a:ln>
            <a:noFill/>
          </a:ln>
        </p:spPr>
      </p:sp>
      <p:sp>
        <p:nvSpPr>
          <p:cNvPr id="239" name="Google Shape;239;p36"/>
          <p:cNvSpPr>
            <a:spLocks noGrp="1"/>
          </p:cNvSpPr>
          <p:nvPr>
            <p:ph type="pic" idx="8"/>
          </p:nvPr>
        </p:nvSpPr>
        <p:spPr>
          <a:xfrm>
            <a:off x="6271086" y="3572347"/>
            <a:ext cx="2498415" cy="2341891"/>
          </a:xfrm>
          <a:prstGeom prst="rect">
            <a:avLst/>
          </a:prstGeom>
          <a:solidFill>
            <a:srgbClr val="F2F2F2"/>
          </a:solidFill>
          <a:ln>
            <a:noFill/>
          </a:ln>
        </p:spPr>
      </p:sp>
      <p:sp>
        <p:nvSpPr>
          <p:cNvPr id="240" name="Google Shape;240;p36"/>
          <p:cNvSpPr>
            <a:spLocks noGrp="1"/>
          </p:cNvSpPr>
          <p:nvPr>
            <p:ph type="pic" idx="9"/>
          </p:nvPr>
        </p:nvSpPr>
        <p:spPr>
          <a:xfrm>
            <a:off x="8966557" y="3572347"/>
            <a:ext cx="2498415" cy="2341891"/>
          </a:xfrm>
          <a:prstGeom prst="rect">
            <a:avLst/>
          </a:prstGeom>
          <a:solidFill>
            <a:srgbClr val="F2F2F2"/>
          </a:solidFill>
          <a:ln>
            <a:noFill/>
          </a:ln>
        </p:spPr>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6_Titel und 6 Bilder_" preserve="1">
  <p:cSld name="6_Titel und 6 Bilder_">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37"/>
          <p:cNvSpPr>
            <a:spLocks noGrp="1"/>
          </p:cNvSpPr>
          <p:nvPr>
            <p:ph type="pic" idx="2"/>
          </p:nvPr>
        </p:nvSpPr>
        <p:spPr>
          <a:xfrm>
            <a:off x="9703" y="1057584"/>
            <a:ext cx="4050000" cy="2520000"/>
          </a:xfrm>
          <a:prstGeom prst="rect">
            <a:avLst/>
          </a:prstGeom>
          <a:solidFill>
            <a:srgbClr val="F2F2F2"/>
          </a:solidFill>
          <a:ln>
            <a:noFill/>
          </a:ln>
        </p:spPr>
      </p:sp>
      <p:sp>
        <p:nvSpPr>
          <p:cNvPr id="244" name="Google Shape;244;p37"/>
          <p:cNvSpPr>
            <a:spLocks noGrp="1"/>
          </p:cNvSpPr>
          <p:nvPr>
            <p:ph type="pic" idx="3"/>
          </p:nvPr>
        </p:nvSpPr>
        <p:spPr>
          <a:xfrm>
            <a:off x="4081331" y="1057584"/>
            <a:ext cx="4050000" cy="2520000"/>
          </a:xfrm>
          <a:prstGeom prst="rect">
            <a:avLst/>
          </a:prstGeom>
          <a:solidFill>
            <a:srgbClr val="F2F2F2"/>
          </a:solidFill>
          <a:ln>
            <a:noFill/>
          </a:ln>
        </p:spPr>
      </p:sp>
      <p:sp>
        <p:nvSpPr>
          <p:cNvPr id="245" name="Google Shape;245;p37"/>
          <p:cNvSpPr>
            <a:spLocks noGrp="1"/>
          </p:cNvSpPr>
          <p:nvPr>
            <p:ph type="pic" idx="4"/>
          </p:nvPr>
        </p:nvSpPr>
        <p:spPr>
          <a:xfrm>
            <a:off x="8152960" y="1057584"/>
            <a:ext cx="4050000" cy="2520000"/>
          </a:xfrm>
          <a:prstGeom prst="rect">
            <a:avLst/>
          </a:prstGeom>
          <a:solidFill>
            <a:srgbClr val="F2F2F2"/>
          </a:solidFill>
          <a:ln>
            <a:noFill/>
          </a:ln>
        </p:spPr>
      </p:sp>
      <p:sp>
        <p:nvSpPr>
          <p:cNvPr id="246" name="Google Shape;246;p37"/>
          <p:cNvSpPr>
            <a:spLocks noGrp="1"/>
          </p:cNvSpPr>
          <p:nvPr>
            <p:ph type="pic" idx="5"/>
          </p:nvPr>
        </p:nvSpPr>
        <p:spPr>
          <a:xfrm>
            <a:off x="5151" y="3602514"/>
            <a:ext cx="4050000" cy="2520000"/>
          </a:xfrm>
          <a:prstGeom prst="rect">
            <a:avLst/>
          </a:prstGeom>
          <a:solidFill>
            <a:srgbClr val="F2F2F2"/>
          </a:solidFill>
          <a:ln>
            <a:noFill/>
          </a:ln>
        </p:spPr>
      </p:sp>
      <p:sp>
        <p:nvSpPr>
          <p:cNvPr id="247" name="Google Shape;247;p37"/>
          <p:cNvSpPr>
            <a:spLocks noGrp="1"/>
          </p:cNvSpPr>
          <p:nvPr>
            <p:ph type="pic" idx="6"/>
          </p:nvPr>
        </p:nvSpPr>
        <p:spPr>
          <a:xfrm>
            <a:off x="4076779" y="3602514"/>
            <a:ext cx="4050000" cy="2520000"/>
          </a:xfrm>
          <a:prstGeom prst="rect">
            <a:avLst/>
          </a:prstGeom>
          <a:solidFill>
            <a:srgbClr val="F2F2F2"/>
          </a:solidFill>
          <a:ln>
            <a:noFill/>
          </a:ln>
        </p:spPr>
      </p:sp>
      <p:sp>
        <p:nvSpPr>
          <p:cNvPr id="248" name="Google Shape;248;p37"/>
          <p:cNvSpPr>
            <a:spLocks noGrp="1"/>
          </p:cNvSpPr>
          <p:nvPr>
            <p:ph type="pic" idx="7"/>
          </p:nvPr>
        </p:nvSpPr>
        <p:spPr>
          <a:xfrm>
            <a:off x="8148408" y="3602514"/>
            <a:ext cx="4050000" cy="2520000"/>
          </a:xfrm>
          <a:prstGeom prst="rect">
            <a:avLst/>
          </a:prstGeom>
          <a:solidFill>
            <a:srgbClr val="F2F2F2"/>
          </a:solidFill>
          <a:ln>
            <a:noFill/>
          </a:ln>
        </p:spPr>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2_Nur Titel" preserve="1">
  <p:cSld name="2_Nur Titel">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Leer" preserve="1">
  <p:cSld name="Leer">
    <p:spTree>
      <p:nvGrpSpPr>
        <p:cNvPr id="1" name="Shape 254"/>
        <p:cNvGrpSpPr/>
        <p:nvPr/>
      </p:nvGrpSpPr>
      <p:grpSpPr>
        <a:xfrm>
          <a:off x="0" y="0"/>
          <a:ext cx="0" cy="0"/>
          <a:chOff x="0" y="0"/>
          <a:chExt cx="0" cy="0"/>
        </a:xfrm>
      </p:grpSpPr>
      <p:sp>
        <p:nvSpPr>
          <p:cNvPr id="255" name="Google Shape;255;p40"/>
          <p:cNvSpPr>
            <a:spLocks noGrp="1"/>
          </p:cNvSpPr>
          <p:nvPr>
            <p:ph type="pic" idx="2"/>
          </p:nvPr>
        </p:nvSpPr>
        <p:spPr>
          <a:xfrm>
            <a:off x="0" y="6"/>
            <a:ext cx="12192000" cy="6129331"/>
          </a:xfrm>
          <a:prstGeom prst="rect">
            <a:avLst/>
          </a:prstGeom>
          <a:noFill/>
          <a:ln>
            <a:noFill/>
          </a:ln>
        </p:spPr>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Benutzerdefiniertes Layout" preserve="1">
  <p:cSld name="Benutzerdefiniertes Layout">
    <p:spTree>
      <p:nvGrpSpPr>
        <p:cNvPr id="1" name="Shape 256"/>
        <p:cNvGrpSpPr/>
        <p:nvPr/>
      </p:nvGrpSpPr>
      <p:grpSpPr>
        <a:xfrm>
          <a:off x="0" y="0"/>
          <a:ext cx="0" cy="0"/>
          <a:chOff x="0" y="0"/>
          <a:chExt cx="0" cy="0"/>
        </a:xfrm>
      </p:grpSpPr>
      <p:sp>
        <p:nvSpPr>
          <p:cNvPr id="257" name="Google Shape;257;p41"/>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58" name="Google Shape;258;p41"/>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1"/>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1_Benutzerdefiniertes Layout" preserve="1">
  <p:cSld name="1_Benutzerdefiniertes Layout">
    <p:spTree>
      <p:nvGrpSpPr>
        <p:cNvPr id="1" name="Shape 260"/>
        <p:cNvGrpSpPr/>
        <p:nvPr/>
      </p:nvGrpSpPr>
      <p:grpSpPr>
        <a:xfrm>
          <a:off x="0" y="0"/>
          <a:ext cx="0" cy="0"/>
          <a:chOff x="0" y="0"/>
          <a:chExt cx="0" cy="0"/>
        </a:xfrm>
      </p:grpSpPr>
      <p:sp>
        <p:nvSpPr>
          <p:cNvPr id="261" name="Google Shape;261;p42"/>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62" name="Google Shape;262;p4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3" name="Google Shape;263;p42"/>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2_Benutzerdefiniertes Layout" preserve="1">
  <p:cSld name="2_Benutzerdefiniertes Layout">
    <p:spTree>
      <p:nvGrpSpPr>
        <p:cNvPr id="1" name="Shape 264"/>
        <p:cNvGrpSpPr/>
        <p:nvPr/>
      </p:nvGrpSpPr>
      <p:grpSpPr>
        <a:xfrm>
          <a:off x="0" y="0"/>
          <a:ext cx="0" cy="0"/>
          <a:chOff x="0" y="0"/>
          <a:chExt cx="0" cy="0"/>
        </a:xfrm>
      </p:grpSpPr>
      <p:sp>
        <p:nvSpPr>
          <p:cNvPr id="265" name="Google Shape;265;p43"/>
          <p:cNvSpPr/>
          <p:nvPr/>
        </p:nvSpPr>
        <p:spPr>
          <a:xfrm>
            <a:off x="0" y="2"/>
            <a:ext cx="12192000" cy="6129336"/>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panose="020B0606030504020204"/>
              <a:ea typeface="Open Sans" panose="020B0606030504020204"/>
              <a:cs typeface="Open Sans" panose="020B0606030504020204"/>
              <a:sym typeface="Open Sans" panose="020B0606030504020204"/>
            </a:endParaRPr>
          </a:p>
        </p:txBody>
      </p:sp>
      <p:sp>
        <p:nvSpPr>
          <p:cNvPr id="266" name="Google Shape;266;p43"/>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panose="020B0606030504020204"/>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43"/>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3_Benutzerdefiniertes Layout" preserve="1">
  <p:cSld name="3_Benutzerdefiniertes Layout">
    <p:spTree>
      <p:nvGrpSpPr>
        <p:cNvPr id="1" name="Shape 268"/>
        <p:cNvGrpSpPr/>
        <p:nvPr/>
      </p:nvGrpSpPr>
      <p:grpSpPr>
        <a:xfrm>
          <a:off x="0" y="0"/>
          <a:ext cx="0" cy="0"/>
          <a:chOff x="0" y="0"/>
          <a:chExt cx="0" cy="0"/>
        </a:xfrm>
      </p:grpSpPr>
      <p:sp>
        <p:nvSpPr>
          <p:cNvPr id="269" name="Google Shape;269;p44"/>
          <p:cNvSpPr>
            <a:spLocks noGrp="1"/>
          </p:cNvSpPr>
          <p:nvPr>
            <p:ph type="pic" idx="2"/>
          </p:nvPr>
        </p:nvSpPr>
        <p:spPr>
          <a:xfrm>
            <a:off x="0" y="0"/>
            <a:ext cx="12192000" cy="6129338"/>
          </a:xfrm>
          <a:prstGeom prst="rect">
            <a:avLst/>
          </a:prstGeom>
          <a:solidFill>
            <a:srgbClr val="F2F2F2"/>
          </a:solidFill>
          <a:ln>
            <a:noFill/>
          </a:ln>
        </p:spPr>
      </p:sp>
      <p:sp>
        <p:nvSpPr>
          <p:cNvPr id="270" name="Google Shape;270;p4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panose="020B0606030504020204"/>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1" name="Google Shape;271;p44"/>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1_Titel und Inhalt" type="blank" preserve="1">
  <p:cSld name="1_Titel und Inhalt">
    <p:spTree>
      <p:nvGrpSpPr>
        <p:cNvPr id="1" name="Shape 272"/>
        <p:cNvGrpSpPr/>
        <p:nvPr/>
      </p:nvGrpSpPr>
      <p:grpSpPr>
        <a:xfrm>
          <a:off x="0" y="0"/>
          <a:ext cx="0" cy="0"/>
          <a:chOff x="0" y="0"/>
          <a:chExt cx="0" cy="0"/>
        </a:xfrm>
      </p:grpSpPr>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t>1/30/2026</a:t>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heme" Target="../theme/theme2.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image" Target="../media/image3.png"/><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image" Target="../media/image2.png"/><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29" Type="http://schemas.openxmlformats.org/officeDocument/2006/relationships/theme" Target="../theme/theme3.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32" Type="http://schemas.openxmlformats.org/officeDocument/2006/relationships/image" Target="../media/image3.png"/><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31" Type="http://schemas.openxmlformats.org/officeDocument/2006/relationships/image" Target="../media/image2.png"/><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theme" Target="../theme/theme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image" Target="../media/image3.png"/><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image" Target="../media/image2.png"/><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26" Type="http://schemas.openxmlformats.org/officeDocument/2006/relationships/slideLayout" Target="../slideLayouts/slideLayout138.xml"/><Relationship Id="rId3" Type="http://schemas.openxmlformats.org/officeDocument/2006/relationships/slideLayout" Target="../slideLayouts/slideLayout115.xml"/><Relationship Id="rId21" Type="http://schemas.openxmlformats.org/officeDocument/2006/relationships/slideLayout" Target="../slideLayouts/slideLayout133.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5" Type="http://schemas.openxmlformats.org/officeDocument/2006/relationships/slideLayout" Target="../slideLayouts/slideLayout137.xml"/><Relationship Id="rId33" Type="http://schemas.openxmlformats.org/officeDocument/2006/relationships/image" Target="../media/image3.png"/><Relationship Id="rId2" Type="http://schemas.openxmlformats.org/officeDocument/2006/relationships/slideLayout" Target="../slideLayouts/slideLayout114.xml"/><Relationship Id="rId16" Type="http://schemas.openxmlformats.org/officeDocument/2006/relationships/slideLayout" Target="../slideLayouts/slideLayout128.xml"/><Relationship Id="rId20" Type="http://schemas.openxmlformats.org/officeDocument/2006/relationships/slideLayout" Target="../slideLayouts/slideLayout132.xml"/><Relationship Id="rId29" Type="http://schemas.openxmlformats.org/officeDocument/2006/relationships/slideLayout" Target="../slideLayouts/slideLayout141.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24" Type="http://schemas.openxmlformats.org/officeDocument/2006/relationships/slideLayout" Target="../slideLayouts/slideLayout136.xml"/><Relationship Id="rId32" Type="http://schemas.openxmlformats.org/officeDocument/2006/relationships/image" Target="../media/image2.png"/><Relationship Id="rId5" Type="http://schemas.openxmlformats.org/officeDocument/2006/relationships/slideLayout" Target="../slideLayouts/slideLayout117.xml"/><Relationship Id="rId15" Type="http://schemas.openxmlformats.org/officeDocument/2006/relationships/slideLayout" Target="../slideLayouts/slideLayout127.xml"/><Relationship Id="rId23" Type="http://schemas.openxmlformats.org/officeDocument/2006/relationships/slideLayout" Target="../slideLayouts/slideLayout135.xml"/><Relationship Id="rId28" Type="http://schemas.openxmlformats.org/officeDocument/2006/relationships/slideLayout" Target="../slideLayouts/slideLayout140.xml"/><Relationship Id="rId10" Type="http://schemas.openxmlformats.org/officeDocument/2006/relationships/slideLayout" Target="../slideLayouts/slideLayout122.xml"/><Relationship Id="rId19" Type="http://schemas.openxmlformats.org/officeDocument/2006/relationships/slideLayout" Target="../slideLayouts/slideLayout131.xml"/><Relationship Id="rId31" Type="http://schemas.openxmlformats.org/officeDocument/2006/relationships/image" Target="../media/image1.png"/><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 Id="rId22" Type="http://schemas.openxmlformats.org/officeDocument/2006/relationships/slideLayout" Target="../slideLayouts/slideLayout134.xml"/><Relationship Id="rId27" Type="http://schemas.openxmlformats.org/officeDocument/2006/relationships/slideLayout" Target="../slideLayouts/slideLayout139.xml"/><Relationship Id="rId30" Type="http://schemas.openxmlformats.org/officeDocument/2006/relationships/theme" Target="../theme/theme5.xml"/><Relationship Id="rId8" Type="http://schemas.openxmlformats.org/officeDocument/2006/relationships/slideLayout" Target="../slideLayouts/slideLayout1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4"/>
          <p:cNvPicPr preferRelativeResize="0"/>
          <p:nvPr/>
        </p:nvPicPr>
        <p:blipFill rotWithShape="1">
          <a:blip r:embed="rId30"/>
          <a:srcRect/>
          <a:stretch>
            <a:fillRect/>
          </a:stretch>
        </p:blipFill>
        <p:spPr>
          <a:xfrm>
            <a:off x="8720637" y="6334048"/>
            <a:ext cx="1443709" cy="353925"/>
          </a:xfrm>
          <a:prstGeom prst="rect">
            <a:avLst/>
          </a:prstGeom>
          <a:noFill/>
          <a:ln>
            <a:noFill/>
          </a:ln>
        </p:spPr>
      </p:pic>
      <p:sp>
        <p:nvSpPr>
          <p:cNvPr id="11" name="Google Shape;11;p14"/>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accent1"/>
              </a:buClr>
              <a:buSzPts val="2400"/>
              <a:buFont typeface="Open Sans" panose="020B0606030504020204"/>
              <a:buNone/>
              <a:defRPr sz="2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4"/>
          <p:cNvSpPr txBox="1">
            <a:spLocks noGrp="1"/>
          </p:cNvSpPr>
          <p:nvPr>
            <p:ph type="body" idx="1"/>
          </p:nvPr>
        </p:nvSpPr>
        <p:spPr>
          <a:xfrm>
            <a:off x="874712" y="1481138"/>
            <a:ext cx="10580687" cy="4360861"/>
          </a:xfrm>
          <a:prstGeom prst="rect">
            <a:avLst/>
          </a:prstGeom>
          <a:noFill/>
          <a:ln>
            <a:noFill/>
          </a:ln>
        </p:spPr>
        <p:txBody>
          <a:bodyPr spcFirstLastPara="1" wrap="square" lIns="0" tIns="0" rIns="0" bIns="0" anchor="t" anchorCtr="0">
            <a:noAutofit/>
          </a:bodyPr>
          <a:lstStyle>
            <a:lvl1pPr marL="457200" marR="0" lvl="0" indent="-228600" algn="l" rtl="0">
              <a:spcBef>
                <a:spcPts val="600"/>
              </a:spcBef>
              <a:spcAft>
                <a:spcPts val="0"/>
              </a:spcAft>
              <a:buClr>
                <a:schemeClr val="accent1"/>
              </a:buClr>
              <a:buSzPts val="1600"/>
              <a:buFont typeface="Arial" panose="020B0604020202020204"/>
              <a:buNone/>
              <a:defRPr sz="16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marL="914400" marR="0" lvl="1" indent="-228600" algn="l" rtl="0">
              <a:spcBef>
                <a:spcPts val="600"/>
              </a:spcBef>
              <a:spcAft>
                <a:spcPts val="0"/>
              </a:spcAft>
              <a:buClr>
                <a:schemeClr val="accent1"/>
              </a:buClr>
              <a:buSzPts val="1600"/>
              <a:buFont typeface="Open Sans" panose="020B0606030504020204"/>
              <a:buNone/>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2pPr>
            <a:lvl3pPr marL="1371600" marR="0" lvl="2" indent="-330200" algn="l" rtl="0">
              <a:spcBef>
                <a:spcPts val="0"/>
              </a:spcBef>
              <a:spcAft>
                <a:spcPts val="0"/>
              </a:spcAft>
              <a:buClr>
                <a:schemeClr val="accent1"/>
              </a:buClr>
              <a:buSzPts val="1600"/>
              <a:buFont typeface="Arial" panose="020B0604020202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3pPr>
            <a:lvl4pPr marL="1828800" marR="0" lvl="3" indent="-330200" algn="l" rtl="0">
              <a:spcBef>
                <a:spcPts val="0"/>
              </a:spcBef>
              <a:spcAft>
                <a:spcPts val="0"/>
              </a:spcAft>
              <a:buClr>
                <a:schemeClr val="accent1"/>
              </a:buClr>
              <a:buSzPts val="1600"/>
              <a:buFont typeface="Open Sans" panose="020B0606030504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4pPr>
            <a:lvl5pPr marL="2286000" marR="0" lvl="4" indent="-228600" algn="l" rtl="0">
              <a:spcBef>
                <a:spcPts val="600"/>
              </a:spcBef>
              <a:spcAft>
                <a:spcPts val="0"/>
              </a:spcAft>
              <a:buClr>
                <a:schemeClr val="accent1"/>
              </a:buClr>
              <a:buSzPts val="1400"/>
              <a:buFont typeface="Noto Sans Symbols"/>
              <a:buNone/>
              <a:defRPr sz="1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5pPr>
            <a:lvl6pPr marL="2743200" marR="0" lvl="5" indent="-228600" algn="l" rtl="0">
              <a:lnSpc>
                <a:spcPct val="100000"/>
              </a:lnSpc>
              <a:spcBef>
                <a:spcPts val="600"/>
              </a:spcBef>
              <a:spcAft>
                <a:spcPts val="0"/>
              </a:spcAft>
              <a:buClr>
                <a:schemeClr val="accent1"/>
              </a:buClr>
              <a:buSzPts val="1400"/>
              <a:buFont typeface="Arial" panose="020B0604020202020204"/>
              <a:buNone/>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6pPr>
            <a:lvl7pPr marL="3200400" marR="0" lvl="6" indent="-317500" algn="l" rtl="0">
              <a:lnSpc>
                <a:spcPct val="100000"/>
              </a:lnSpc>
              <a:spcBef>
                <a:spcPts val="0"/>
              </a:spcBef>
              <a:spcAft>
                <a:spcPts val="0"/>
              </a:spcAft>
              <a:buClr>
                <a:schemeClr val="accent1"/>
              </a:buClr>
              <a:buSzPts val="1400"/>
              <a:buFont typeface="Arial" panose="020B0604020202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7pPr>
            <a:lvl8pPr marL="3657600" marR="0" lvl="7" indent="-317500" algn="l" rtl="0">
              <a:lnSpc>
                <a:spcPct val="100000"/>
              </a:lnSpc>
              <a:spcBef>
                <a:spcPts val="0"/>
              </a:spcBef>
              <a:spcAft>
                <a:spcPts val="0"/>
              </a:spcAft>
              <a:buClr>
                <a:schemeClr val="accent1"/>
              </a:buClr>
              <a:buSzPts val="1400"/>
              <a:buFont typeface="Open Sans" panose="020B0606030504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8pPr>
            <a:lvl9pPr marL="4114800" marR="0" lvl="8" indent="-317500" algn="l" rtl="0">
              <a:lnSpc>
                <a:spcPct val="100000"/>
              </a:lnSpc>
              <a:spcBef>
                <a:spcPts val="0"/>
              </a:spcBef>
              <a:spcAft>
                <a:spcPts val="0"/>
              </a:spcAft>
              <a:buClr>
                <a:schemeClr val="accent1"/>
              </a:buClr>
              <a:buSzPts val="1400"/>
              <a:buFont typeface="Noto Sans Symbols"/>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9pPr>
          </a:lstStyle>
          <a:p>
            <a:endParaRPr/>
          </a:p>
        </p:txBody>
      </p:sp>
      <p:sp>
        <p:nvSpPr>
          <p:cNvPr id="13" name="Google Shape;13;p14"/>
          <p:cNvSpPr txBox="1"/>
          <p:nvPr/>
        </p:nvSpPr>
        <p:spPr>
          <a:xfrm>
            <a:off x="2477770" y="6319798"/>
            <a:ext cx="4485005"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Research Task in Air Transport and Logistics</a:t>
            </a:r>
            <a:endParaRPr dirty="0"/>
          </a:p>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Energy Consumption </a:t>
            </a:r>
            <a:r>
              <a:rPr lang="en-US" sz="800" b="0" i="0" u="none" strike="noStrike" cap="none" dirty="0" err="1">
                <a:solidFill>
                  <a:schemeClr val="dk2"/>
                </a:solidFill>
                <a:latin typeface="Open Sans" panose="020B0606030504020204"/>
                <a:ea typeface="Open Sans" panose="020B0606030504020204"/>
                <a:cs typeface="Open Sans" panose="020B0606030504020204"/>
                <a:sym typeface="Open Sans" panose="020B0606030504020204"/>
              </a:rPr>
              <a:t>Modeling</a:t>
            </a: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 for UAVs Based on Flight Data and Mission Parameters</a:t>
            </a:r>
            <a:endParaRPr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endParaRPr>
          </a:p>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Kanchan Bansal</a:t>
            </a:r>
          </a:p>
        </p:txBody>
      </p:sp>
      <p:sp>
        <p:nvSpPr>
          <p:cNvPr id="14" name="Google Shape;14;p14"/>
          <p:cNvSpPr txBox="1"/>
          <p:nvPr/>
        </p:nvSpPr>
        <p:spPr>
          <a:xfrm>
            <a:off x="7157720" y="6306444"/>
            <a:ext cx="704850"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panose="020B0606030504020204"/>
              <a:buNone/>
            </a:pPr>
            <a:br>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br>
            <a:r>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t>Slide </a:t>
            </a:r>
            <a:fld id="{00000000-1234-1234-1234-123412341234}" type="slidenum">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t>‹#›</a:t>
            </a:fld>
            <a:endParaRPr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endParaRPr>
          </a:p>
          <a:p>
            <a:pPr marL="0" marR="0" lvl="0" indent="0" algn="l" rtl="0">
              <a:lnSpc>
                <a:spcPct val="100000"/>
              </a:lnSpc>
              <a:spcBef>
                <a:spcPts val="0"/>
              </a:spcBef>
              <a:spcAft>
                <a:spcPts val="0"/>
              </a:spcAft>
              <a:buClr>
                <a:schemeClr val="dk1"/>
              </a:buClr>
              <a:buSzPts val="800"/>
              <a:buFont typeface="Open Sans" panose="020B0606030504020204"/>
              <a:buNone/>
            </a:pPr>
            <a:endParaRPr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endParaRPr>
          </a:p>
        </p:txBody>
      </p:sp>
      <p:pic>
        <p:nvPicPr>
          <p:cNvPr id="15" name="Google Shape;15;p1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1"/>
          <a:srcRect/>
          <a:stretch>
            <a:fillRect/>
          </a:stretch>
        </p:blipFill>
        <p:spPr>
          <a:xfrm>
            <a:off x="504825" y="6334048"/>
            <a:ext cx="1116268" cy="324000"/>
          </a:xfrm>
          <a:prstGeom prst="rect">
            <a:avLst/>
          </a:prstGeom>
          <a:noFill/>
          <a:ln>
            <a:noFill/>
          </a:ln>
        </p:spPr>
      </p:pic>
      <p:pic>
        <p:nvPicPr>
          <p:cNvPr id="16" name="Google Shape;16;p1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32"/>
          <a:srcRect/>
          <a:stretch>
            <a:fillRect/>
          </a:stretch>
        </p:blipFill>
        <p:spPr>
          <a:xfrm>
            <a:off x="10920730" y="6315776"/>
            <a:ext cx="972216" cy="360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pic>
        <p:nvPicPr>
          <p:cNvPr id="10" name="Google Shape;10;p14"/>
          <p:cNvPicPr preferRelativeResize="0"/>
          <p:nvPr/>
        </p:nvPicPr>
        <p:blipFill rotWithShape="1">
          <a:blip r:embed="rId30"/>
          <a:srcRect/>
          <a:stretch>
            <a:fillRect/>
          </a:stretch>
        </p:blipFill>
        <p:spPr>
          <a:xfrm>
            <a:off x="8720637" y="6334048"/>
            <a:ext cx="1443709" cy="353925"/>
          </a:xfrm>
          <a:prstGeom prst="rect">
            <a:avLst/>
          </a:prstGeom>
          <a:noFill/>
          <a:ln>
            <a:noFill/>
          </a:ln>
        </p:spPr>
      </p:pic>
      <p:sp>
        <p:nvSpPr>
          <p:cNvPr id="11" name="Google Shape;11;p14"/>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accent1"/>
              </a:buClr>
              <a:buSzPts val="2400"/>
              <a:buFont typeface="Open Sans" panose="020B0606030504020204"/>
              <a:buNone/>
              <a:defRPr sz="2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4"/>
          <p:cNvSpPr txBox="1">
            <a:spLocks noGrp="1"/>
          </p:cNvSpPr>
          <p:nvPr>
            <p:ph type="body" idx="1"/>
          </p:nvPr>
        </p:nvSpPr>
        <p:spPr>
          <a:xfrm>
            <a:off x="874712" y="1481138"/>
            <a:ext cx="10580687" cy="4360861"/>
          </a:xfrm>
          <a:prstGeom prst="rect">
            <a:avLst/>
          </a:prstGeom>
          <a:noFill/>
          <a:ln>
            <a:noFill/>
          </a:ln>
        </p:spPr>
        <p:txBody>
          <a:bodyPr spcFirstLastPara="1" wrap="square" lIns="0" tIns="0" rIns="0" bIns="0" anchor="t" anchorCtr="0">
            <a:noAutofit/>
          </a:bodyPr>
          <a:lstStyle>
            <a:lvl1pPr marL="457200" marR="0" lvl="0" indent="-228600" algn="l" rtl="0">
              <a:spcBef>
                <a:spcPts val="600"/>
              </a:spcBef>
              <a:spcAft>
                <a:spcPts val="0"/>
              </a:spcAft>
              <a:buClr>
                <a:schemeClr val="accent1"/>
              </a:buClr>
              <a:buSzPts val="1600"/>
              <a:buFont typeface="Arial" panose="020B0604020202020204"/>
              <a:buNone/>
              <a:defRPr sz="16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marL="914400" marR="0" lvl="1" indent="-228600" algn="l" rtl="0">
              <a:spcBef>
                <a:spcPts val="600"/>
              </a:spcBef>
              <a:spcAft>
                <a:spcPts val="0"/>
              </a:spcAft>
              <a:buClr>
                <a:schemeClr val="accent1"/>
              </a:buClr>
              <a:buSzPts val="1600"/>
              <a:buFont typeface="Open Sans" panose="020B0606030504020204"/>
              <a:buNone/>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2pPr>
            <a:lvl3pPr marL="1371600" marR="0" lvl="2" indent="-330200" algn="l" rtl="0">
              <a:spcBef>
                <a:spcPts val="0"/>
              </a:spcBef>
              <a:spcAft>
                <a:spcPts val="0"/>
              </a:spcAft>
              <a:buClr>
                <a:schemeClr val="accent1"/>
              </a:buClr>
              <a:buSzPts val="1600"/>
              <a:buFont typeface="Arial" panose="020B0604020202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3pPr>
            <a:lvl4pPr marL="1828800" marR="0" lvl="3" indent="-330200" algn="l" rtl="0">
              <a:spcBef>
                <a:spcPts val="0"/>
              </a:spcBef>
              <a:spcAft>
                <a:spcPts val="0"/>
              </a:spcAft>
              <a:buClr>
                <a:schemeClr val="accent1"/>
              </a:buClr>
              <a:buSzPts val="1600"/>
              <a:buFont typeface="Open Sans" panose="020B0606030504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4pPr>
            <a:lvl5pPr marL="2286000" marR="0" lvl="4" indent="-228600" algn="l" rtl="0">
              <a:spcBef>
                <a:spcPts val="600"/>
              </a:spcBef>
              <a:spcAft>
                <a:spcPts val="0"/>
              </a:spcAft>
              <a:buClr>
                <a:schemeClr val="accent1"/>
              </a:buClr>
              <a:buSzPts val="1400"/>
              <a:buFont typeface="Noto Sans Symbols"/>
              <a:buNone/>
              <a:defRPr sz="1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5pPr>
            <a:lvl6pPr marL="2743200" marR="0" lvl="5" indent="-228600" algn="l" rtl="0">
              <a:lnSpc>
                <a:spcPct val="100000"/>
              </a:lnSpc>
              <a:spcBef>
                <a:spcPts val="600"/>
              </a:spcBef>
              <a:spcAft>
                <a:spcPts val="0"/>
              </a:spcAft>
              <a:buClr>
                <a:schemeClr val="accent1"/>
              </a:buClr>
              <a:buSzPts val="1400"/>
              <a:buFont typeface="Arial" panose="020B0604020202020204"/>
              <a:buNone/>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6pPr>
            <a:lvl7pPr marL="3200400" marR="0" lvl="6" indent="-317500" algn="l" rtl="0">
              <a:lnSpc>
                <a:spcPct val="100000"/>
              </a:lnSpc>
              <a:spcBef>
                <a:spcPts val="0"/>
              </a:spcBef>
              <a:spcAft>
                <a:spcPts val="0"/>
              </a:spcAft>
              <a:buClr>
                <a:schemeClr val="accent1"/>
              </a:buClr>
              <a:buSzPts val="1400"/>
              <a:buFont typeface="Arial" panose="020B0604020202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7pPr>
            <a:lvl8pPr marL="3657600" marR="0" lvl="7" indent="-317500" algn="l" rtl="0">
              <a:lnSpc>
                <a:spcPct val="100000"/>
              </a:lnSpc>
              <a:spcBef>
                <a:spcPts val="0"/>
              </a:spcBef>
              <a:spcAft>
                <a:spcPts val="0"/>
              </a:spcAft>
              <a:buClr>
                <a:schemeClr val="accent1"/>
              </a:buClr>
              <a:buSzPts val="1400"/>
              <a:buFont typeface="Open Sans" panose="020B0606030504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8pPr>
            <a:lvl9pPr marL="4114800" marR="0" lvl="8" indent="-317500" algn="l" rtl="0">
              <a:lnSpc>
                <a:spcPct val="100000"/>
              </a:lnSpc>
              <a:spcBef>
                <a:spcPts val="0"/>
              </a:spcBef>
              <a:spcAft>
                <a:spcPts val="0"/>
              </a:spcAft>
              <a:buClr>
                <a:schemeClr val="accent1"/>
              </a:buClr>
              <a:buSzPts val="1400"/>
              <a:buFont typeface="Noto Sans Symbols"/>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9pPr>
          </a:lstStyle>
          <a:p>
            <a:endParaRPr/>
          </a:p>
        </p:txBody>
      </p:sp>
      <p:sp>
        <p:nvSpPr>
          <p:cNvPr id="13" name="Google Shape;13;p14"/>
          <p:cNvSpPr txBox="1"/>
          <p:nvPr/>
        </p:nvSpPr>
        <p:spPr>
          <a:xfrm>
            <a:off x="2477770" y="6319798"/>
            <a:ext cx="4485005"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Research Task in Air Transport and Logistics</a:t>
            </a:r>
            <a:endParaRPr dirty="0"/>
          </a:p>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Energy Consumption </a:t>
            </a:r>
            <a:r>
              <a:rPr lang="en-US" sz="800" b="0" i="0" u="none" strike="noStrike" cap="none" dirty="0" err="1">
                <a:solidFill>
                  <a:schemeClr val="dk2"/>
                </a:solidFill>
                <a:latin typeface="Open Sans" panose="020B0606030504020204"/>
                <a:ea typeface="Open Sans" panose="020B0606030504020204"/>
                <a:cs typeface="Open Sans" panose="020B0606030504020204"/>
                <a:sym typeface="Open Sans" panose="020B0606030504020204"/>
              </a:rPr>
              <a:t>Modeling</a:t>
            </a: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 for UAVs Based on Flight Data and Mission Parameters</a:t>
            </a:r>
            <a:endParaRPr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endParaRPr>
          </a:p>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Ann Mariya George</a:t>
            </a:r>
          </a:p>
        </p:txBody>
      </p:sp>
      <p:sp>
        <p:nvSpPr>
          <p:cNvPr id="14" name="Google Shape;14;p14"/>
          <p:cNvSpPr txBox="1"/>
          <p:nvPr/>
        </p:nvSpPr>
        <p:spPr>
          <a:xfrm>
            <a:off x="7157720" y="6306444"/>
            <a:ext cx="704850"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panose="020B0606030504020204"/>
              <a:buNone/>
            </a:pPr>
            <a:b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b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Slide </a:t>
            </a:r>
            <a:fld id="{00000000-1234-1234-1234-123412341234}" type="slidenum">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t>‹#›</a:t>
            </a:fld>
            <a:endParaRPr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endParaRPr>
          </a:p>
          <a:p>
            <a:pPr marL="0" marR="0" lvl="0" indent="0" algn="l" rtl="0">
              <a:lnSpc>
                <a:spcPct val="100000"/>
              </a:lnSpc>
              <a:spcBef>
                <a:spcPts val="0"/>
              </a:spcBef>
              <a:spcAft>
                <a:spcPts val="0"/>
              </a:spcAft>
              <a:buClr>
                <a:schemeClr val="dk1"/>
              </a:buClr>
              <a:buSzPts val="800"/>
              <a:buFont typeface="Open Sans" panose="020B0606030504020204"/>
              <a:buNone/>
            </a:pPr>
            <a:endParaRPr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endParaRPr>
          </a:p>
        </p:txBody>
      </p:sp>
      <p:pic>
        <p:nvPicPr>
          <p:cNvPr id="15" name="Google Shape;15;p1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1"/>
          <a:srcRect/>
          <a:stretch>
            <a:fillRect/>
          </a:stretch>
        </p:blipFill>
        <p:spPr>
          <a:xfrm>
            <a:off x="504825" y="6334048"/>
            <a:ext cx="1116268" cy="324000"/>
          </a:xfrm>
          <a:prstGeom prst="rect">
            <a:avLst/>
          </a:prstGeom>
          <a:noFill/>
          <a:ln>
            <a:noFill/>
          </a:ln>
        </p:spPr>
      </p:pic>
      <p:pic>
        <p:nvPicPr>
          <p:cNvPr id="16" name="Google Shape;16;p1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32"/>
          <a:srcRect/>
          <a:stretch>
            <a:fillRect/>
          </a:stretch>
        </p:blipFill>
        <p:spPr>
          <a:xfrm>
            <a:off x="10920730" y="6315776"/>
            <a:ext cx="972216" cy="360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pic>
        <p:nvPicPr>
          <p:cNvPr id="10" name="Google Shape;10;p14"/>
          <p:cNvPicPr preferRelativeResize="0"/>
          <p:nvPr/>
        </p:nvPicPr>
        <p:blipFill rotWithShape="1">
          <a:blip r:embed="rId30"/>
          <a:srcRect/>
          <a:stretch>
            <a:fillRect/>
          </a:stretch>
        </p:blipFill>
        <p:spPr>
          <a:xfrm>
            <a:off x="8720637" y="6334048"/>
            <a:ext cx="1443709" cy="353925"/>
          </a:xfrm>
          <a:prstGeom prst="rect">
            <a:avLst/>
          </a:prstGeom>
          <a:noFill/>
          <a:ln>
            <a:noFill/>
          </a:ln>
        </p:spPr>
      </p:pic>
      <p:sp>
        <p:nvSpPr>
          <p:cNvPr id="11" name="Google Shape;11;p14"/>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accent1"/>
              </a:buClr>
              <a:buSzPts val="2400"/>
              <a:buFont typeface="Open Sans" panose="020B0606030504020204"/>
              <a:buNone/>
              <a:defRPr sz="2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4"/>
          <p:cNvSpPr txBox="1">
            <a:spLocks noGrp="1"/>
          </p:cNvSpPr>
          <p:nvPr>
            <p:ph type="body" idx="1"/>
          </p:nvPr>
        </p:nvSpPr>
        <p:spPr>
          <a:xfrm>
            <a:off x="874712" y="1481138"/>
            <a:ext cx="10580687" cy="4360861"/>
          </a:xfrm>
          <a:prstGeom prst="rect">
            <a:avLst/>
          </a:prstGeom>
          <a:noFill/>
          <a:ln>
            <a:noFill/>
          </a:ln>
        </p:spPr>
        <p:txBody>
          <a:bodyPr spcFirstLastPara="1" wrap="square" lIns="0" tIns="0" rIns="0" bIns="0" anchor="t" anchorCtr="0">
            <a:noAutofit/>
          </a:bodyPr>
          <a:lstStyle>
            <a:lvl1pPr marL="457200" marR="0" lvl="0" indent="-228600" algn="l" rtl="0">
              <a:spcBef>
                <a:spcPts val="600"/>
              </a:spcBef>
              <a:spcAft>
                <a:spcPts val="0"/>
              </a:spcAft>
              <a:buClr>
                <a:schemeClr val="accent1"/>
              </a:buClr>
              <a:buSzPts val="1600"/>
              <a:buFont typeface="Arial" panose="020B0604020202020204"/>
              <a:buNone/>
              <a:defRPr sz="16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marL="914400" marR="0" lvl="1" indent="-228600" algn="l" rtl="0">
              <a:spcBef>
                <a:spcPts val="600"/>
              </a:spcBef>
              <a:spcAft>
                <a:spcPts val="0"/>
              </a:spcAft>
              <a:buClr>
                <a:schemeClr val="accent1"/>
              </a:buClr>
              <a:buSzPts val="1600"/>
              <a:buFont typeface="Open Sans" panose="020B0606030504020204"/>
              <a:buNone/>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2pPr>
            <a:lvl3pPr marL="1371600" marR="0" lvl="2" indent="-330200" algn="l" rtl="0">
              <a:spcBef>
                <a:spcPts val="0"/>
              </a:spcBef>
              <a:spcAft>
                <a:spcPts val="0"/>
              </a:spcAft>
              <a:buClr>
                <a:schemeClr val="accent1"/>
              </a:buClr>
              <a:buSzPts val="1600"/>
              <a:buFont typeface="Arial" panose="020B0604020202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3pPr>
            <a:lvl4pPr marL="1828800" marR="0" lvl="3" indent="-330200" algn="l" rtl="0">
              <a:spcBef>
                <a:spcPts val="0"/>
              </a:spcBef>
              <a:spcAft>
                <a:spcPts val="0"/>
              </a:spcAft>
              <a:buClr>
                <a:schemeClr val="accent1"/>
              </a:buClr>
              <a:buSzPts val="1600"/>
              <a:buFont typeface="Open Sans" panose="020B0606030504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4pPr>
            <a:lvl5pPr marL="2286000" marR="0" lvl="4" indent="-228600" algn="l" rtl="0">
              <a:spcBef>
                <a:spcPts val="600"/>
              </a:spcBef>
              <a:spcAft>
                <a:spcPts val="0"/>
              </a:spcAft>
              <a:buClr>
                <a:schemeClr val="accent1"/>
              </a:buClr>
              <a:buSzPts val="1400"/>
              <a:buFont typeface="Noto Sans Symbols"/>
              <a:buNone/>
              <a:defRPr sz="1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5pPr>
            <a:lvl6pPr marL="2743200" marR="0" lvl="5" indent="-228600" algn="l" rtl="0">
              <a:lnSpc>
                <a:spcPct val="100000"/>
              </a:lnSpc>
              <a:spcBef>
                <a:spcPts val="600"/>
              </a:spcBef>
              <a:spcAft>
                <a:spcPts val="0"/>
              </a:spcAft>
              <a:buClr>
                <a:schemeClr val="accent1"/>
              </a:buClr>
              <a:buSzPts val="1400"/>
              <a:buFont typeface="Arial" panose="020B0604020202020204"/>
              <a:buNone/>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6pPr>
            <a:lvl7pPr marL="3200400" marR="0" lvl="6" indent="-317500" algn="l" rtl="0">
              <a:lnSpc>
                <a:spcPct val="100000"/>
              </a:lnSpc>
              <a:spcBef>
                <a:spcPts val="0"/>
              </a:spcBef>
              <a:spcAft>
                <a:spcPts val="0"/>
              </a:spcAft>
              <a:buClr>
                <a:schemeClr val="accent1"/>
              </a:buClr>
              <a:buSzPts val="1400"/>
              <a:buFont typeface="Arial" panose="020B0604020202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7pPr>
            <a:lvl8pPr marL="3657600" marR="0" lvl="7" indent="-317500" algn="l" rtl="0">
              <a:lnSpc>
                <a:spcPct val="100000"/>
              </a:lnSpc>
              <a:spcBef>
                <a:spcPts val="0"/>
              </a:spcBef>
              <a:spcAft>
                <a:spcPts val="0"/>
              </a:spcAft>
              <a:buClr>
                <a:schemeClr val="accent1"/>
              </a:buClr>
              <a:buSzPts val="1400"/>
              <a:buFont typeface="Open Sans" panose="020B0606030504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8pPr>
            <a:lvl9pPr marL="4114800" marR="0" lvl="8" indent="-317500" algn="l" rtl="0">
              <a:lnSpc>
                <a:spcPct val="100000"/>
              </a:lnSpc>
              <a:spcBef>
                <a:spcPts val="0"/>
              </a:spcBef>
              <a:spcAft>
                <a:spcPts val="0"/>
              </a:spcAft>
              <a:buClr>
                <a:schemeClr val="accent1"/>
              </a:buClr>
              <a:buSzPts val="1400"/>
              <a:buFont typeface="Noto Sans Symbols"/>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9pPr>
          </a:lstStyle>
          <a:p>
            <a:endParaRPr/>
          </a:p>
        </p:txBody>
      </p:sp>
      <p:sp>
        <p:nvSpPr>
          <p:cNvPr id="13" name="Google Shape;13;p14"/>
          <p:cNvSpPr txBox="1"/>
          <p:nvPr/>
        </p:nvSpPr>
        <p:spPr>
          <a:xfrm>
            <a:off x="2477770" y="6319798"/>
            <a:ext cx="4485005"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Research Task in Air Transport and Logistics</a:t>
            </a:r>
            <a:endParaRPr dirty="0"/>
          </a:p>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Energy Consumption </a:t>
            </a:r>
            <a:r>
              <a:rPr lang="en-US" sz="800" b="0" i="0" u="none" strike="noStrike" cap="none" dirty="0" err="1">
                <a:solidFill>
                  <a:schemeClr val="dk2"/>
                </a:solidFill>
                <a:latin typeface="Open Sans" panose="020B0606030504020204"/>
                <a:ea typeface="Open Sans" panose="020B0606030504020204"/>
                <a:cs typeface="Open Sans" panose="020B0606030504020204"/>
                <a:sym typeface="Open Sans" panose="020B0606030504020204"/>
              </a:rPr>
              <a:t>Modeling</a:t>
            </a: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 for UAVs Based on Flight Data and Mission Parameters</a:t>
            </a:r>
            <a:endParaRPr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endParaRPr>
          </a:p>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Naveen </a:t>
            </a:r>
            <a:r>
              <a:rPr lang="en-US" sz="800" b="0" i="0" u="none" strike="noStrike" cap="none" dirty="0" err="1">
                <a:solidFill>
                  <a:schemeClr val="dk2"/>
                </a:solidFill>
                <a:latin typeface="Open Sans" panose="020B0606030504020204"/>
                <a:ea typeface="Open Sans" panose="020B0606030504020204"/>
                <a:cs typeface="Open Sans" panose="020B0606030504020204"/>
                <a:sym typeface="Open Sans" panose="020B0606030504020204"/>
              </a:rPr>
              <a:t>Thekkarakil</a:t>
            </a: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 Arumughan</a:t>
            </a:r>
          </a:p>
        </p:txBody>
      </p:sp>
      <p:sp>
        <p:nvSpPr>
          <p:cNvPr id="14" name="Google Shape;14;p14"/>
          <p:cNvSpPr txBox="1"/>
          <p:nvPr/>
        </p:nvSpPr>
        <p:spPr>
          <a:xfrm>
            <a:off x="7157720" y="6306444"/>
            <a:ext cx="704850"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panose="020B0606030504020204"/>
              <a:buNone/>
            </a:pPr>
            <a:br>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br>
            <a:r>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t>Slide </a:t>
            </a:r>
            <a:fld id="{00000000-1234-1234-1234-123412341234}" type="slidenum">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t>‹#›</a:t>
            </a:fld>
            <a:endParaRPr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endParaRPr>
          </a:p>
          <a:p>
            <a:pPr marL="0" marR="0" lvl="0" indent="0" algn="l" rtl="0">
              <a:lnSpc>
                <a:spcPct val="100000"/>
              </a:lnSpc>
              <a:spcBef>
                <a:spcPts val="0"/>
              </a:spcBef>
              <a:spcAft>
                <a:spcPts val="0"/>
              </a:spcAft>
              <a:buClr>
                <a:schemeClr val="dk1"/>
              </a:buClr>
              <a:buSzPts val="800"/>
              <a:buFont typeface="Open Sans" panose="020B0606030504020204"/>
              <a:buNone/>
            </a:pPr>
            <a:endParaRPr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endParaRPr>
          </a:p>
        </p:txBody>
      </p:sp>
      <p:pic>
        <p:nvPicPr>
          <p:cNvPr id="15" name="Google Shape;15;p1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1"/>
          <a:srcRect/>
          <a:stretch>
            <a:fillRect/>
          </a:stretch>
        </p:blipFill>
        <p:spPr>
          <a:xfrm>
            <a:off x="504825" y="6334048"/>
            <a:ext cx="1116268" cy="324000"/>
          </a:xfrm>
          <a:prstGeom prst="rect">
            <a:avLst/>
          </a:prstGeom>
          <a:noFill/>
          <a:ln>
            <a:noFill/>
          </a:ln>
        </p:spPr>
      </p:pic>
      <p:pic>
        <p:nvPicPr>
          <p:cNvPr id="16" name="Google Shape;16;p1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32"/>
          <a:srcRect/>
          <a:stretch>
            <a:fillRect/>
          </a:stretch>
        </p:blipFill>
        <p:spPr>
          <a:xfrm>
            <a:off x="10920730" y="6315776"/>
            <a:ext cx="972216" cy="360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pic>
        <p:nvPicPr>
          <p:cNvPr id="10" name="Google Shape;10;p14"/>
          <p:cNvPicPr preferRelativeResize="0"/>
          <p:nvPr/>
        </p:nvPicPr>
        <p:blipFill rotWithShape="1">
          <a:blip r:embed="rId30"/>
          <a:srcRect/>
          <a:stretch>
            <a:fillRect/>
          </a:stretch>
        </p:blipFill>
        <p:spPr>
          <a:xfrm>
            <a:off x="8720637" y="6334048"/>
            <a:ext cx="1443709" cy="353925"/>
          </a:xfrm>
          <a:prstGeom prst="rect">
            <a:avLst/>
          </a:prstGeom>
          <a:noFill/>
          <a:ln>
            <a:noFill/>
          </a:ln>
        </p:spPr>
      </p:pic>
      <p:sp>
        <p:nvSpPr>
          <p:cNvPr id="11" name="Google Shape;11;p14"/>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accent1"/>
              </a:buClr>
              <a:buSzPts val="2400"/>
              <a:buFont typeface="Open Sans" panose="020B0606030504020204"/>
              <a:buNone/>
              <a:defRPr sz="2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4"/>
          <p:cNvSpPr txBox="1">
            <a:spLocks noGrp="1"/>
          </p:cNvSpPr>
          <p:nvPr>
            <p:ph type="body" idx="1"/>
          </p:nvPr>
        </p:nvSpPr>
        <p:spPr>
          <a:xfrm>
            <a:off x="874712" y="1481138"/>
            <a:ext cx="10580687" cy="4360861"/>
          </a:xfrm>
          <a:prstGeom prst="rect">
            <a:avLst/>
          </a:prstGeom>
          <a:noFill/>
          <a:ln>
            <a:noFill/>
          </a:ln>
        </p:spPr>
        <p:txBody>
          <a:bodyPr spcFirstLastPara="1" wrap="square" lIns="0" tIns="0" rIns="0" bIns="0" anchor="t" anchorCtr="0">
            <a:noAutofit/>
          </a:bodyPr>
          <a:lstStyle>
            <a:lvl1pPr marL="457200" marR="0" lvl="0" indent="-228600" algn="l" rtl="0">
              <a:spcBef>
                <a:spcPts val="600"/>
              </a:spcBef>
              <a:spcAft>
                <a:spcPts val="0"/>
              </a:spcAft>
              <a:buClr>
                <a:schemeClr val="accent1"/>
              </a:buClr>
              <a:buSzPts val="1600"/>
              <a:buFont typeface="Arial" panose="020B0604020202020204"/>
              <a:buNone/>
              <a:defRPr sz="16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marL="914400" marR="0" lvl="1" indent="-228600" algn="l" rtl="0">
              <a:spcBef>
                <a:spcPts val="600"/>
              </a:spcBef>
              <a:spcAft>
                <a:spcPts val="0"/>
              </a:spcAft>
              <a:buClr>
                <a:schemeClr val="accent1"/>
              </a:buClr>
              <a:buSzPts val="1600"/>
              <a:buFont typeface="Open Sans" panose="020B0606030504020204"/>
              <a:buNone/>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2pPr>
            <a:lvl3pPr marL="1371600" marR="0" lvl="2" indent="-330200" algn="l" rtl="0">
              <a:spcBef>
                <a:spcPts val="0"/>
              </a:spcBef>
              <a:spcAft>
                <a:spcPts val="0"/>
              </a:spcAft>
              <a:buClr>
                <a:schemeClr val="accent1"/>
              </a:buClr>
              <a:buSzPts val="1600"/>
              <a:buFont typeface="Arial" panose="020B0604020202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3pPr>
            <a:lvl4pPr marL="1828800" marR="0" lvl="3" indent="-330200" algn="l" rtl="0">
              <a:spcBef>
                <a:spcPts val="0"/>
              </a:spcBef>
              <a:spcAft>
                <a:spcPts val="0"/>
              </a:spcAft>
              <a:buClr>
                <a:schemeClr val="accent1"/>
              </a:buClr>
              <a:buSzPts val="1600"/>
              <a:buFont typeface="Open Sans" panose="020B0606030504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4pPr>
            <a:lvl5pPr marL="2286000" marR="0" lvl="4" indent="-228600" algn="l" rtl="0">
              <a:spcBef>
                <a:spcPts val="600"/>
              </a:spcBef>
              <a:spcAft>
                <a:spcPts val="0"/>
              </a:spcAft>
              <a:buClr>
                <a:schemeClr val="accent1"/>
              </a:buClr>
              <a:buSzPts val="1400"/>
              <a:buFont typeface="Noto Sans Symbols"/>
              <a:buNone/>
              <a:defRPr sz="1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5pPr>
            <a:lvl6pPr marL="2743200" marR="0" lvl="5" indent="-228600" algn="l" rtl="0">
              <a:lnSpc>
                <a:spcPct val="100000"/>
              </a:lnSpc>
              <a:spcBef>
                <a:spcPts val="600"/>
              </a:spcBef>
              <a:spcAft>
                <a:spcPts val="0"/>
              </a:spcAft>
              <a:buClr>
                <a:schemeClr val="accent1"/>
              </a:buClr>
              <a:buSzPts val="1400"/>
              <a:buFont typeface="Arial" panose="020B0604020202020204"/>
              <a:buNone/>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6pPr>
            <a:lvl7pPr marL="3200400" marR="0" lvl="6" indent="-317500" algn="l" rtl="0">
              <a:lnSpc>
                <a:spcPct val="100000"/>
              </a:lnSpc>
              <a:spcBef>
                <a:spcPts val="0"/>
              </a:spcBef>
              <a:spcAft>
                <a:spcPts val="0"/>
              </a:spcAft>
              <a:buClr>
                <a:schemeClr val="accent1"/>
              </a:buClr>
              <a:buSzPts val="1400"/>
              <a:buFont typeface="Arial" panose="020B0604020202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7pPr>
            <a:lvl8pPr marL="3657600" marR="0" lvl="7" indent="-317500" algn="l" rtl="0">
              <a:lnSpc>
                <a:spcPct val="100000"/>
              </a:lnSpc>
              <a:spcBef>
                <a:spcPts val="0"/>
              </a:spcBef>
              <a:spcAft>
                <a:spcPts val="0"/>
              </a:spcAft>
              <a:buClr>
                <a:schemeClr val="accent1"/>
              </a:buClr>
              <a:buSzPts val="1400"/>
              <a:buFont typeface="Open Sans" panose="020B0606030504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8pPr>
            <a:lvl9pPr marL="4114800" marR="0" lvl="8" indent="-317500" algn="l" rtl="0">
              <a:lnSpc>
                <a:spcPct val="100000"/>
              </a:lnSpc>
              <a:spcBef>
                <a:spcPts val="0"/>
              </a:spcBef>
              <a:spcAft>
                <a:spcPts val="0"/>
              </a:spcAft>
              <a:buClr>
                <a:schemeClr val="accent1"/>
              </a:buClr>
              <a:buSzPts val="1400"/>
              <a:buFont typeface="Noto Sans Symbols"/>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9pPr>
          </a:lstStyle>
          <a:p>
            <a:endParaRPr/>
          </a:p>
        </p:txBody>
      </p:sp>
      <p:sp>
        <p:nvSpPr>
          <p:cNvPr id="13" name="Google Shape;13;p14"/>
          <p:cNvSpPr txBox="1"/>
          <p:nvPr/>
        </p:nvSpPr>
        <p:spPr>
          <a:xfrm>
            <a:off x="2477770" y="6319798"/>
            <a:ext cx="4485005"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Research Task in Air Transport and Logistics</a:t>
            </a:r>
            <a:endParaRPr dirty="0"/>
          </a:p>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Energy Consumption </a:t>
            </a:r>
            <a:r>
              <a:rPr lang="en-US" sz="800" b="0" i="0" u="none" strike="noStrike" cap="none" dirty="0" err="1">
                <a:solidFill>
                  <a:schemeClr val="dk2"/>
                </a:solidFill>
                <a:latin typeface="Open Sans" panose="020B0606030504020204"/>
                <a:ea typeface="Open Sans" panose="020B0606030504020204"/>
                <a:cs typeface="Open Sans" panose="020B0606030504020204"/>
                <a:sym typeface="Open Sans" panose="020B0606030504020204"/>
              </a:rPr>
              <a:t>Modeling</a:t>
            </a: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 for UAVs Based on Flight Data and Mission Parameters</a:t>
            </a:r>
            <a:endParaRPr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endParaRPr>
          </a:p>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Sahil Sethu</a:t>
            </a:r>
          </a:p>
        </p:txBody>
      </p:sp>
      <p:sp>
        <p:nvSpPr>
          <p:cNvPr id="14" name="Google Shape;14;p14"/>
          <p:cNvSpPr txBox="1"/>
          <p:nvPr/>
        </p:nvSpPr>
        <p:spPr>
          <a:xfrm>
            <a:off x="7157720" y="6306444"/>
            <a:ext cx="704850"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panose="020B0606030504020204"/>
              <a:buNone/>
            </a:pPr>
            <a:br>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br>
            <a:r>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t>Slide </a:t>
            </a:r>
            <a:fld id="{00000000-1234-1234-1234-123412341234}" type="slidenum">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t>‹#›</a:t>
            </a:fld>
            <a:endParaRPr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endParaRPr>
          </a:p>
          <a:p>
            <a:pPr marL="0" marR="0" lvl="0" indent="0" algn="l" rtl="0">
              <a:lnSpc>
                <a:spcPct val="100000"/>
              </a:lnSpc>
              <a:spcBef>
                <a:spcPts val="0"/>
              </a:spcBef>
              <a:spcAft>
                <a:spcPts val="0"/>
              </a:spcAft>
              <a:buClr>
                <a:schemeClr val="dk1"/>
              </a:buClr>
              <a:buSzPts val="800"/>
              <a:buFont typeface="Open Sans" panose="020B0606030504020204"/>
              <a:buNone/>
            </a:pPr>
            <a:endParaRPr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endParaRPr>
          </a:p>
        </p:txBody>
      </p:sp>
      <p:pic>
        <p:nvPicPr>
          <p:cNvPr id="15" name="Google Shape;15;p1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1"/>
          <a:srcRect/>
          <a:stretch>
            <a:fillRect/>
          </a:stretch>
        </p:blipFill>
        <p:spPr>
          <a:xfrm>
            <a:off x="504825" y="6334048"/>
            <a:ext cx="1116268" cy="324000"/>
          </a:xfrm>
          <a:prstGeom prst="rect">
            <a:avLst/>
          </a:prstGeom>
          <a:noFill/>
          <a:ln>
            <a:noFill/>
          </a:ln>
        </p:spPr>
      </p:pic>
      <p:pic>
        <p:nvPicPr>
          <p:cNvPr id="16" name="Google Shape;16;p1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32"/>
          <a:srcRect/>
          <a:stretch>
            <a:fillRect/>
          </a:stretch>
        </p:blipFill>
        <p:spPr>
          <a:xfrm>
            <a:off x="10920730" y="6315776"/>
            <a:ext cx="972216" cy="360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pic>
        <p:nvPicPr>
          <p:cNvPr id="10" name="Google Shape;10;p14"/>
          <p:cNvPicPr preferRelativeResize="0"/>
          <p:nvPr/>
        </p:nvPicPr>
        <p:blipFill rotWithShape="1">
          <a:blip r:embed="rId31"/>
          <a:srcRect/>
          <a:stretch>
            <a:fillRect/>
          </a:stretch>
        </p:blipFill>
        <p:spPr>
          <a:xfrm>
            <a:off x="8720637" y="6334048"/>
            <a:ext cx="1443709" cy="353925"/>
          </a:xfrm>
          <a:prstGeom prst="rect">
            <a:avLst/>
          </a:prstGeom>
          <a:noFill/>
          <a:ln>
            <a:noFill/>
          </a:ln>
        </p:spPr>
      </p:pic>
      <p:sp>
        <p:nvSpPr>
          <p:cNvPr id="11" name="Google Shape;11;p14"/>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accent1"/>
              </a:buClr>
              <a:buSzPts val="2400"/>
              <a:buFont typeface="Open Sans" panose="020B0606030504020204"/>
              <a:buNone/>
              <a:defRPr sz="2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4"/>
          <p:cNvSpPr txBox="1">
            <a:spLocks noGrp="1"/>
          </p:cNvSpPr>
          <p:nvPr>
            <p:ph type="body" idx="1"/>
          </p:nvPr>
        </p:nvSpPr>
        <p:spPr>
          <a:xfrm>
            <a:off x="874712" y="1481138"/>
            <a:ext cx="10580687" cy="4360861"/>
          </a:xfrm>
          <a:prstGeom prst="rect">
            <a:avLst/>
          </a:prstGeom>
          <a:noFill/>
          <a:ln>
            <a:noFill/>
          </a:ln>
        </p:spPr>
        <p:txBody>
          <a:bodyPr spcFirstLastPara="1" wrap="square" lIns="0" tIns="0" rIns="0" bIns="0" anchor="t" anchorCtr="0">
            <a:noAutofit/>
          </a:bodyPr>
          <a:lstStyle>
            <a:lvl1pPr marL="457200" marR="0" lvl="0" indent="-228600" algn="l" rtl="0">
              <a:spcBef>
                <a:spcPts val="600"/>
              </a:spcBef>
              <a:spcAft>
                <a:spcPts val="0"/>
              </a:spcAft>
              <a:buClr>
                <a:schemeClr val="accent1"/>
              </a:buClr>
              <a:buSzPts val="1600"/>
              <a:buFont typeface="Arial" panose="020B0604020202020204"/>
              <a:buNone/>
              <a:defRPr sz="16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marL="914400" marR="0" lvl="1" indent="-228600" algn="l" rtl="0">
              <a:spcBef>
                <a:spcPts val="600"/>
              </a:spcBef>
              <a:spcAft>
                <a:spcPts val="0"/>
              </a:spcAft>
              <a:buClr>
                <a:schemeClr val="accent1"/>
              </a:buClr>
              <a:buSzPts val="1600"/>
              <a:buFont typeface="Open Sans" panose="020B0606030504020204"/>
              <a:buNone/>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2pPr>
            <a:lvl3pPr marL="1371600" marR="0" lvl="2" indent="-330200" algn="l" rtl="0">
              <a:spcBef>
                <a:spcPts val="0"/>
              </a:spcBef>
              <a:spcAft>
                <a:spcPts val="0"/>
              </a:spcAft>
              <a:buClr>
                <a:schemeClr val="accent1"/>
              </a:buClr>
              <a:buSzPts val="1600"/>
              <a:buFont typeface="Arial" panose="020B0604020202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3pPr>
            <a:lvl4pPr marL="1828800" marR="0" lvl="3" indent="-330200" algn="l" rtl="0">
              <a:spcBef>
                <a:spcPts val="0"/>
              </a:spcBef>
              <a:spcAft>
                <a:spcPts val="0"/>
              </a:spcAft>
              <a:buClr>
                <a:schemeClr val="accent1"/>
              </a:buClr>
              <a:buSzPts val="1600"/>
              <a:buFont typeface="Open Sans" panose="020B0606030504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4pPr>
            <a:lvl5pPr marL="2286000" marR="0" lvl="4" indent="-228600" algn="l" rtl="0">
              <a:spcBef>
                <a:spcPts val="600"/>
              </a:spcBef>
              <a:spcAft>
                <a:spcPts val="0"/>
              </a:spcAft>
              <a:buClr>
                <a:schemeClr val="accent1"/>
              </a:buClr>
              <a:buSzPts val="1400"/>
              <a:buFont typeface="Noto Sans Symbols"/>
              <a:buNone/>
              <a:defRPr sz="1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5pPr>
            <a:lvl6pPr marL="2743200" marR="0" lvl="5" indent="-228600" algn="l" rtl="0">
              <a:lnSpc>
                <a:spcPct val="100000"/>
              </a:lnSpc>
              <a:spcBef>
                <a:spcPts val="600"/>
              </a:spcBef>
              <a:spcAft>
                <a:spcPts val="0"/>
              </a:spcAft>
              <a:buClr>
                <a:schemeClr val="accent1"/>
              </a:buClr>
              <a:buSzPts val="1400"/>
              <a:buFont typeface="Arial" panose="020B0604020202020204"/>
              <a:buNone/>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6pPr>
            <a:lvl7pPr marL="3200400" marR="0" lvl="6" indent="-317500" algn="l" rtl="0">
              <a:lnSpc>
                <a:spcPct val="100000"/>
              </a:lnSpc>
              <a:spcBef>
                <a:spcPts val="0"/>
              </a:spcBef>
              <a:spcAft>
                <a:spcPts val="0"/>
              </a:spcAft>
              <a:buClr>
                <a:schemeClr val="accent1"/>
              </a:buClr>
              <a:buSzPts val="1400"/>
              <a:buFont typeface="Arial" panose="020B0604020202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7pPr>
            <a:lvl8pPr marL="3657600" marR="0" lvl="7" indent="-317500" algn="l" rtl="0">
              <a:lnSpc>
                <a:spcPct val="100000"/>
              </a:lnSpc>
              <a:spcBef>
                <a:spcPts val="0"/>
              </a:spcBef>
              <a:spcAft>
                <a:spcPts val="0"/>
              </a:spcAft>
              <a:buClr>
                <a:schemeClr val="accent1"/>
              </a:buClr>
              <a:buSzPts val="1400"/>
              <a:buFont typeface="Open Sans" panose="020B0606030504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8pPr>
            <a:lvl9pPr marL="4114800" marR="0" lvl="8" indent="-317500" algn="l" rtl="0">
              <a:lnSpc>
                <a:spcPct val="100000"/>
              </a:lnSpc>
              <a:spcBef>
                <a:spcPts val="0"/>
              </a:spcBef>
              <a:spcAft>
                <a:spcPts val="0"/>
              </a:spcAft>
              <a:buClr>
                <a:schemeClr val="accent1"/>
              </a:buClr>
              <a:buSzPts val="1400"/>
              <a:buFont typeface="Noto Sans Symbols"/>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9pPr>
          </a:lstStyle>
          <a:p>
            <a:endParaRPr dirty="0"/>
          </a:p>
        </p:txBody>
      </p:sp>
      <p:sp>
        <p:nvSpPr>
          <p:cNvPr id="13" name="Google Shape;13;p14"/>
          <p:cNvSpPr txBox="1"/>
          <p:nvPr/>
        </p:nvSpPr>
        <p:spPr>
          <a:xfrm>
            <a:off x="2477770" y="6319798"/>
            <a:ext cx="4485005"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Research Task in Air Transport and Logistics</a:t>
            </a:r>
            <a:endParaRPr dirty="0"/>
          </a:p>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Energy Consumption </a:t>
            </a:r>
            <a:r>
              <a:rPr lang="en-US" sz="800" b="0" i="0" u="none" strike="noStrike" cap="none" dirty="0" err="1">
                <a:solidFill>
                  <a:schemeClr val="dk2"/>
                </a:solidFill>
                <a:latin typeface="Open Sans" panose="020B0606030504020204"/>
                <a:ea typeface="Open Sans" panose="020B0606030504020204"/>
                <a:cs typeface="Open Sans" panose="020B0606030504020204"/>
                <a:sym typeface="Open Sans" panose="020B0606030504020204"/>
              </a:rPr>
              <a:t>Modeling</a:t>
            </a: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 for UAVs Based on Flight Data and Mission Parameters</a:t>
            </a:r>
            <a:endParaRPr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endParaRPr>
          </a:p>
          <a:p>
            <a:pPr marL="0" marR="0" lvl="0" indent="0" algn="l" rtl="0">
              <a:lnSpc>
                <a:spcPct val="100000"/>
              </a:lnSpc>
              <a:spcBef>
                <a:spcPts val="0"/>
              </a:spcBef>
              <a:spcAft>
                <a:spcPts val="0"/>
              </a:spcAft>
              <a:buClr>
                <a:schemeClr val="dk2"/>
              </a:buClr>
              <a:buSzPts val="800"/>
              <a:buFont typeface="Open Sans" panose="020B0606030504020204"/>
              <a:buNone/>
            </a:pPr>
            <a:r>
              <a:rPr lang="en-US" sz="800" b="0" i="0" u="none" strike="noStrike" cap="none" dirty="0" err="1">
                <a:solidFill>
                  <a:schemeClr val="dk2"/>
                </a:solidFill>
                <a:latin typeface="Open Sans" panose="020B0606030504020204"/>
                <a:ea typeface="Open Sans" panose="020B0606030504020204"/>
                <a:cs typeface="Open Sans" panose="020B0606030504020204"/>
                <a:sym typeface="Open Sans" panose="020B0606030504020204"/>
              </a:rPr>
              <a:t>Thi</a:t>
            </a: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 Thu T</a:t>
            </a:r>
            <a:r>
              <a:rPr lang="de-DE"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h</a:t>
            </a:r>
            <a:r>
              <a:rPr lang="en-US" sz="800" b="0" i="0" u="none" strike="noStrike" cap="none" dirty="0" err="1">
                <a:solidFill>
                  <a:schemeClr val="dk2"/>
                </a:solidFill>
                <a:latin typeface="Open Sans" panose="020B0606030504020204"/>
                <a:ea typeface="Open Sans" panose="020B0606030504020204"/>
                <a:cs typeface="Open Sans" panose="020B0606030504020204"/>
                <a:sym typeface="Open Sans" panose="020B0606030504020204"/>
              </a:rPr>
              <a:t>ao</a:t>
            </a: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 Nguyen</a:t>
            </a:r>
          </a:p>
        </p:txBody>
      </p:sp>
      <p:sp>
        <p:nvSpPr>
          <p:cNvPr id="14" name="Google Shape;14;p14"/>
          <p:cNvSpPr txBox="1"/>
          <p:nvPr/>
        </p:nvSpPr>
        <p:spPr>
          <a:xfrm>
            <a:off x="7157720" y="6306444"/>
            <a:ext cx="704850"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panose="020B0606030504020204"/>
              <a:buNone/>
            </a:pPr>
            <a:b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br>
            <a:r>
              <a:rPr lang="en-US"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rPr>
              <a:t>Slide </a:t>
            </a:r>
            <a:fld id="{00000000-1234-1234-1234-123412341234}" type="slidenum">
              <a:rPr lang="en-US" sz="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rPr>
              <a:t>‹#›</a:t>
            </a:fld>
            <a:endParaRPr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endParaRPr>
          </a:p>
          <a:p>
            <a:pPr marL="0" marR="0" lvl="0" indent="0" algn="l" rtl="0">
              <a:lnSpc>
                <a:spcPct val="100000"/>
              </a:lnSpc>
              <a:spcBef>
                <a:spcPts val="0"/>
              </a:spcBef>
              <a:spcAft>
                <a:spcPts val="0"/>
              </a:spcAft>
              <a:buClr>
                <a:schemeClr val="dk1"/>
              </a:buClr>
              <a:buSzPts val="800"/>
              <a:buFont typeface="Open Sans" panose="020B0606030504020204"/>
              <a:buNone/>
            </a:pPr>
            <a:endParaRPr sz="800" b="0" i="0" u="none" strike="noStrike" cap="none" dirty="0">
              <a:solidFill>
                <a:schemeClr val="dk2"/>
              </a:solidFill>
              <a:latin typeface="Open Sans" panose="020B0606030504020204"/>
              <a:ea typeface="Open Sans" panose="020B0606030504020204"/>
              <a:cs typeface="Open Sans" panose="020B0606030504020204"/>
              <a:sym typeface="Open Sans" panose="020B0606030504020204"/>
            </a:endParaRPr>
          </a:p>
        </p:txBody>
      </p:sp>
      <p:pic>
        <p:nvPicPr>
          <p:cNvPr id="15" name="Google Shape;15;p1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2"/>
          <a:srcRect/>
          <a:stretch>
            <a:fillRect/>
          </a:stretch>
        </p:blipFill>
        <p:spPr>
          <a:xfrm>
            <a:off x="504825" y="6334048"/>
            <a:ext cx="1116268" cy="324000"/>
          </a:xfrm>
          <a:prstGeom prst="rect">
            <a:avLst/>
          </a:prstGeom>
          <a:noFill/>
          <a:ln>
            <a:noFill/>
          </a:ln>
        </p:spPr>
      </p:pic>
      <p:pic>
        <p:nvPicPr>
          <p:cNvPr id="16" name="Google Shape;16;p1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33"/>
          <a:srcRect/>
          <a:stretch>
            <a:fillRect/>
          </a:stretch>
        </p:blipFill>
        <p:spPr>
          <a:xfrm>
            <a:off x="10920730" y="6315776"/>
            <a:ext cx="972216" cy="360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16.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9.png"/><Relationship Id="rId7" Type="http://schemas.openxmlformats.org/officeDocument/2006/relationships/customXml" Target="../ink/ink2.xml"/><Relationship Id="rId2" Type="http://schemas.openxmlformats.org/officeDocument/2006/relationships/notesSlide" Target="../notesSlides/notesSlide10.xml"/><Relationship Id="rId1" Type="http://schemas.openxmlformats.org/officeDocument/2006/relationships/slideLayout" Target="../slideLayouts/slideLayout116.xml"/><Relationship Id="rId6" Type="http://schemas.openxmlformats.org/officeDocument/2006/relationships/image" Target="../media/image21.png"/><Relationship Id="rId5" Type="http://schemas.openxmlformats.org/officeDocument/2006/relationships/customXml" Target="../ink/ink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15.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0.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88.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7.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31.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3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1"/>
          <p:cNvPicPr preferRelativeResize="0"/>
          <p:nvPr/>
        </p:nvPicPr>
        <p:blipFill rotWithShape="1">
          <a:blip r:embed="rId3"/>
          <a:srcRect/>
          <a:stretch>
            <a:fillRect/>
          </a:stretch>
        </p:blipFill>
        <p:spPr>
          <a:xfrm>
            <a:off x="9330603" y="5558862"/>
            <a:ext cx="2480398" cy="608068"/>
          </a:xfrm>
          <a:prstGeom prst="rect">
            <a:avLst/>
          </a:prstGeom>
          <a:noFill/>
          <a:ln>
            <a:noFill/>
          </a:ln>
        </p:spPr>
      </p:pic>
      <p:sp>
        <p:nvSpPr>
          <p:cNvPr id="279" name="Google Shape;279;p1"/>
          <p:cNvSpPr txBox="1">
            <a:spLocks noGrp="1"/>
          </p:cNvSpPr>
          <p:nvPr>
            <p:ph type="body" idx="1"/>
          </p:nvPr>
        </p:nvSpPr>
        <p:spPr>
          <a:xfrm>
            <a:off x="882808" y="2852116"/>
            <a:ext cx="773353" cy="2462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1600"/>
              <a:buNone/>
            </a:pPr>
            <a:r>
              <a:rPr lang="en-US" b="0"/>
              <a:t>Group 4</a:t>
            </a:r>
          </a:p>
        </p:txBody>
      </p:sp>
      <p:sp>
        <p:nvSpPr>
          <p:cNvPr id="280" name="Google Shape;280;p1"/>
          <p:cNvSpPr txBox="1">
            <a:spLocks noGrp="1"/>
          </p:cNvSpPr>
          <p:nvPr>
            <p:ph type="title"/>
          </p:nvPr>
        </p:nvSpPr>
        <p:spPr>
          <a:xfrm>
            <a:off x="882771" y="3835706"/>
            <a:ext cx="6297365" cy="98488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3200"/>
              <a:buFont typeface="Open Sans" panose="020B0606030504020204"/>
              <a:buNone/>
            </a:pPr>
            <a:r>
              <a:rPr lang="en-US"/>
              <a:t>Research Task in Air Transport </a:t>
            </a:r>
            <a:br>
              <a:rPr lang="en-US"/>
            </a:br>
            <a:r>
              <a:rPr lang="en-US"/>
              <a:t>and Logistics</a:t>
            </a:r>
          </a:p>
        </p:txBody>
      </p:sp>
      <p:sp>
        <p:nvSpPr>
          <p:cNvPr id="281" name="Google Shape;281;p1"/>
          <p:cNvSpPr txBox="1">
            <a:spLocks noGrp="1"/>
          </p:cNvSpPr>
          <p:nvPr>
            <p:ph type="subTitle" idx="2"/>
          </p:nvPr>
        </p:nvSpPr>
        <p:spPr>
          <a:xfrm>
            <a:off x="882772" y="5028236"/>
            <a:ext cx="2425344" cy="2462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1600"/>
              <a:buNone/>
            </a:pPr>
            <a:r>
              <a:rPr lang="en-US"/>
              <a:t>Winter Semester 2025/26</a:t>
            </a:r>
          </a:p>
        </p:txBody>
      </p:sp>
      <p:sp>
        <p:nvSpPr>
          <p:cNvPr id="282" name="Google Shape;282;p1"/>
          <p:cNvSpPr txBox="1">
            <a:spLocks noGrp="1"/>
          </p:cNvSpPr>
          <p:nvPr>
            <p:ph type="body" idx="3"/>
          </p:nvPr>
        </p:nvSpPr>
        <p:spPr>
          <a:xfrm>
            <a:off x="882808" y="3138045"/>
            <a:ext cx="4459811" cy="2462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1600"/>
              <a:buNone/>
            </a:pPr>
            <a:r>
              <a:rPr lang="en-US"/>
              <a:t>Chair of Air Transport Technology and Logistics</a:t>
            </a:r>
          </a:p>
        </p:txBody>
      </p:sp>
      <p:sp>
        <p:nvSpPr>
          <p:cNvPr id="283" name="Google Shape;283;p1"/>
          <p:cNvSpPr txBox="1">
            <a:spLocks noGrp="1"/>
          </p:cNvSpPr>
          <p:nvPr>
            <p:ph type="body" idx="5"/>
          </p:nvPr>
        </p:nvSpPr>
        <p:spPr>
          <a:xfrm>
            <a:off x="882808" y="5312641"/>
            <a:ext cx="1800173" cy="2462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1600"/>
              <a:buNone/>
            </a:pPr>
            <a:r>
              <a:rPr lang="en-US" dirty="0"/>
              <a:t>30 January 2025</a:t>
            </a:r>
            <a:endParaRPr dirty="0"/>
          </a:p>
        </p:txBody>
      </p:sp>
      <p:pic>
        <p:nvPicPr>
          <p:cNvPr id="284" name="Google Shape;284;p1"/>
          <p:cNvPicPr preferRelativeResize="0"/>
          <p:nvPr/>
        </p:nvPicPr>
        <p:blipFill rotWithShape="1">
          <a:blip r:embed="rId4"/>
          <a:srcRect/>
          <a:stretch>
            <a:fillRect/>
          </a:stretch>
        </p:blipFill>
        <p:spPr>
          <a:xfrm>
            <a:off x="7642311" y="2253317"/>
            <a:ext cx="4168690" cy="2774919"/>
          </a:xfrm>
          <a:prstGeom prst="rect">
            <a:avLst/>
          </a:prstGeom>
          <a:solidFill>
            <a:srgbClr val="0070C0"/>
          </a:solidFill>
          <a:ln>
            <a:noFill/>
          </a:ln>
          <a:effectLst>
            <a:reflection stA="50000" endA="300" endPos="55500" dist="101600" dir="5400000"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mt="49000"/>
          </a:blip>
          <a:stretch>
            <a:fillRect/>
          </a:stretch>
        </a:blipFill>
        <a:effectLst/>
      </p:bgPr>
    </p:bg>
    <p:spTree>
      <p:nvGrpSpPr>
        <p:cNvPr id="1" name="Shape 288"/>
        <p:cNvGrpSpPr/>
        <p:nvPr/>
      </p:nvGrpSpPr>
      <p:grpSpPr>
        <a:xfrm>
          <a:off x="0" y="0"/>
          <a:ext cx="0" cy="0"/>
          <a:chOff x="0" y="0"/>
          <a:chExt cx="0" cy="0"/>
        </a:xfrm>
      </p:grpSpPr>
      <p:sp>
        <p:nvSpPr>
          <p:cNvPr id="289" name="Google Shape;289;p2"/>
          <p:cNvSpPr txBox="1"/>
          <p:nvPr/>
        </p:nvSpPr>
        <p:spPr>
          <a:xfrm>
            <a:off x="872288" y="1584233"/>
            <a:ext cx="5460379" cy="530397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dirty="0">
                <a:solidFill>
                  <a:srgbClr val="00345A"/>
                </a:solidFill>
                <a:latin typeface="Open Sans" panose="020B0606030504020204"/>
                <a:ea typeface="Open Sans" panose="020B0606030504020204"/>
                <a:cs typeface="Open Sans" panose="020B0606030504020204"/>
                <a:sym typeface="Open Sans" panose="020B0606030504020204"/>
              </a:rPr>
              <a:t>Table of Content</a:t>
            </a:r>
            <a:endParaRPr sz="2400" b="1" i="0" u="none" strike="noStrike" dirty="0">
              <a:solidFill>
                <a:srgbClr val="00345A"/>
              </a:solidFill>
              <a:latin typeface="Open Sans" panose="020B0606030504020204"/>
              <a:ea typeface="Open Sans" panose="020B0606030504020204"/>
              <a:cs typeface="Open Sans" panose="020B0606030504020204"/>
              <a:sym typeface="Open Sans" panose="020B0606030504020204"/>
            </a:endParaRPr>
          </a:p>
          <a:p>
            <a:pPr marL="0" marR="0" lvl="0" indent="0" algn="l" rtl="0">
              <a:spcBef>
                <a:spcPts val="0"/>
              </a:spcBef>
              <a:spcAft>
                <a:spcPts val="0"/>
              </a:spcAft>
              <a:buNone/>
            </a:pPr>
            <a:endParaRPr sz="160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endParaRPr>
          </a:p>
          <a:p>
            <a:pPr marL="457200" marR="0" lvl="0" indent="-457200" algn="l" rtl="0">
              <a:lnSpc>
                <a:spcPct val="150000"/>
              </a:lnSpc>
              <a:spcBef>
                <a:spcPts val="0"/>
              </a:spcBef>
              <a:spcAft>
                <a:spcPts val="0"/>
              </a:spcAft>
              <a:buClr>
                <a:srgbClr val="004586"/>
              </a:buClr>
              <a:buSzPts val="2000"/>
              <a:buFont typeface="Open Sans" panose="020B0606030504020204"/>
              <a:buAutoNum type="arabicPeriod"/>
            </a:pPr>
            <a:r>
              <a:rPr lang="en-US" sz="1600" b="0" i="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rPr>
              <a:t>Provided Data</a:t>
            </a:r>
            <a:endParaRPr sz="1600" b="0" i="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endParaRPr>
          </a:p>
          <a:p>
            <a:pPr marL="457200" marR="0" lvl="0" indent="-457200" algn="l" rtl="0">
              <a:lnSpc>
                <a:spcPct val="150000"/>
              </a:lnSpc>
              <a:spcBef>
                <a:spcPts val="225"/>
              </a:spcBef>
              <a:spcAft>
                <a:spcPts val="0"/>
              </a:spcAft>
              <a:buClr>
                <a:srgbClr val="004586"/>
              </a:buClr>
              <a:buSzPts val="2000"/>
              <a:buFont typeface="Open Sans" panose="020B0606030504020204"/>
              <a:buAutoNum type="arabicPeriod"/>
            </a:pPr>
            <a:r>
              <a:rPr lang="en-US" sz="160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rPr>
              <a:t>Data Cleaning &amp; Feature Extraction</a:t>
            </a:r>
            <a:endParaRPr sz="1600" b="0" i="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endParaRPr>
          </a:p>
          <a:p>
            <a:pPr marL="457200" marR="0" lvl="0" indent="-457200" algn="l" rtl="0">
              <a:lnSpc>
                <a:spcPct val="150000"/>
              </a:lnSpc>
              <a:spcBef>
                <a:spcPts val="225"/>
              </a:spcBef>
              <a:spcAft>
                <a:spcPts val="0"/>
              </a:spcAft>
              <a:buClr>
                <a:srgbClr val="004586"/>
              </a:buClr>
              <a:buSzPts val="2000"/>
              <a:buFont typeface="Open Sans" panose="020B0606030504020204"/>
              <a:buAutoNum type="arabicPeriod"/>
            </a:pPr>
            <a:r>
              <a:rPr lang="en-US" sz="160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rPr>
              <a:t>Definition of Phases of Flight</a:t>
            </a:r>
            <a:endParaRPr sz="1600" b="0" i="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endParaRPr>
          </a:p>
          <a:p>
            <a:pPr marL="457200" marR="0" lvl="0" indent="-457200" algn="l" rtl="0">
              <a:lnSpc>
                <a:spcPct val="150000"/>
              </a:lnSpc>
              <a:spcBef>
                <a:spcPts val="225"/>
              </a:spcBef>
              <a:spcAft>
                <a:spcPts val="0"/>
              </a:spcAft>
              <a:buClr>
                <a:srgbClr val="004586"/>
              </a:buClr>
              <a:buSzPts val="2000"/>
              <a:buFont typeface="Open Sans" panose="020B0606030504020204"/>
              <a:buAutoNum type="arabicPeriod"/>
            </a:pPr>
            <a:r>
              <a:rPr lang="en-US" sz="1600" b="0" i="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rPr>
              <a:t>Phase Segmentation</a:t>
            </a:r>
            <a:endParaRPr sz="1600" dirty="0">
              <a:latin typeface="Open Sans" panose="020B0606030504020204" pitchFamily="34" charset="0"/>
              <a:ea typeface="Open Sans" panose="020B0606030504020204" pitchFamily="34" charset="0"/>
              <a:cs typeface="Open Sans" panose="020B0606030504020204" pitchFamily="34" charset="0"/>
            </a:endParaRPr>
          </a:p>
          <a:p>
            <a:pPr marL="457200" marR="0" lvl="0" indent="-457200" algn="l" rtl="0">
              <a:lnSpc>
                <a:spcPct val="150000"/>
              </a:lnSpc>
              <a:spcBef>
                <a:spcPts val="225"/>
              </a:spcBef>
              <a:spcAft>
                <a:spcPts val="0"/>
              </a:spcAft>
              <a:buClr>
                <a:srgbClr val="004586"/>
              </a:buClr>
              <a:buSzPts val="2000"/>
              <a:buFont typeface="Open Sans" panose="020B0606030504020204"/>
              <a:buAutoNum type="arabicPeriod"/>
            </a:pPr>
            <a:r>
              <a:rPr lang="en-US" sz="1600" b="0" i="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rPr>
              <a:t>Physics Based </a:t>
            </a:r>
            <a:r>
              <a:rPr lang="en-US" sz="160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rPr>
              <a:t>Model</a:t>
            </a:r>
          </a:p>
          <a:p>
            <a:pPr marL="457200" marR="0" lvl="0" indent="-457200" algn="l" rtl="0">
              <a:lnSpc>
                <a:spcPct val="150000"/>
              </a:lnSpc>
              <a:spcBef>
                <a:spcPts val="225"/>
              </a:spcBef>
              <a:spcAft>
                <a:spcPts val="0"/>
              </a:spcAft>
              <a:buClr>
                <a:srgbClr val="004586"/>
              </a:buClr>
              <a:buSzPts val="2000"/>
              <a:buFont typeface="Open Sans" panose="020B0606030504020204"/>
              <a:buAutoNum type="arabicPeriod"/>
            </a:pPr>
            <a:r>
              <a:rPr lang="en-US" sz="160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rPr>
              <a:t>Data Driven Model</a:t>
            </a:r>
          </a:p>
          <a:p>
            <a:pPr marL="457200" marR="0" lvl="0" indent="-457200" algn="l" rtl="0">
              <a:lnSpc>
                <a:spcPct val="150000"/>
              </a:lnSpc>
              <a:spcBef>
                <a:spcPts val="225"/>
              </a:spcBef>
              <a:spcAft>
                <a:spcPts val="0"/>
              </a:spcAft>
              <a:buClr>
                <a:srgbClr val="004586"/>
              </a:buClr>
              <a:buSzPts val="2000"/>
              <a:buFont typeface="Open Sans" panose="020B0606030504020204"/>
              <a:buAutoNum type="arabicPeriod"/>
            </a:pPr>
            <a:r>
              <a:rPr lang="en-US" sz="160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rPr>
              <a:t>Model Validation and Comparison</a:t>
            </a:r>
          </a:p>
          <a:p>
            <a:pPr marL="457200" marR="0" lvl="0" indent="-457200" algn="l" rtl="0">
              <a:lnSpc>
                <a:spcPct val="150000"/>
              </a:lnSpc>
              <a:spcBef>
                <a:spcPts val="225"/>
              </a:spcBef>
              <a:spcAft>
                <a:spcPts val="0"/>
              </a:spcAft>
              <a:buClr>
                <a:srgbClr val="004586"/>
              </a:buClr>
              <a:buSzPts val="2000"/>
              <a:buFont typeface="Open Sans" panose="020B0606030504020204"/>
              <a:buAutoNum type="arabicPeriod"/>
            </a:pPr>
            <a:r>
              <a:rPr lang="en-US" sz="1600" dirty="0">
                <a:solidFill>
                  <a:srgbClr val="004586"/>
                </a:solidFill>
                <a:latin typeface="Open Sans" panose="020B0606030504020204" pitchFamily="34" charset="0"/>
                <a:ea typeface="Open Sans" panose="020B0606030504020204" pitchFamily="34" charset="0"/>
                <a:cs typeface="Open Sans" panose="020B0606030504020204" pitchFamily="34" charset="0"/>
                <a:sym typeface="Open Sans" panose="020B0606030504020204"/>
              </a:rPr>
              <a:t>Feasibility Check</a:t>
            </a:r>
            <a:endParaRPr sz="1600" dirty="0">
              <a:latin typeface="Open Sans" panose="020B0606030504020204" pitchFamily="34" charset="0"/>
              <a:ea typeface="Open Sans" panose="020B0606030504020204" pitchFamily="34" charset="0"/>
              <a:cs typeface="Open Sans" panose="020B0606030504020204" pitchFamily="34" charset="0"/>
            </a:endParaRPr>
          </a:p>
          <a:p>
            <a:pPr marL="457200" marR="0" lvl="0" indent="-457200" algn="l" rtl="0">
              <a:lnSpc>
                <a:spcPct val="150000"/>
              </a:lnSpc>
              <a:spcBef>
                <a:spcPts val="225"/>
              </a:spcBef>
              <a:spcAft>
                <a:spcPts val="0"/>
              </a:spcAft>
              <a:buClr>
                <a:srgbClr val="004586"/>
              </a:buClr>
              <a:buSzPts val="2000"/>
              <a:buFont typeface="Open Sans" panose="020B0606030504020204"/>
              <a:buAutoNum type="arabicPeriod"/>
            </a:pPr>
            <a:endParaRPr sz="2000" b="0" i="0" dirty="0">
              <a:solidFill>
                <a:srgbClr val="004586"/>
              </a:solidFill>
              <a:latin typeface="Open Sans" panose="020B0606030504020204"/>
              <a:ea typeface="Open Sans" panose="020B0606030504020204"/>
              <a:cs typeface="Open Sans" panose="020B0606030504020204"/>
              <a:sym typeface="Open Sans" panose="020B0606030504020204"/>
            </a:endParaRPr>
          </a:p>
          <a:p>
            <a:pPr marL="457200" marR="0" lvl="0" indent="-330200" algn="l" rtl="0">
              <a:lnSpc>
                <a:spcPct val="150000"/>
              </a:lnSpc>
              <a:spcBef>
                <a:spcPts val="225"/>
              </a:spcBef>
              <a:spcAft>
                <a:spcPts val="0"/>
              </a:spcAft>
              <a:buClr>
                <a:schemeClr val="dk1"/>
              </a:buClr>
              <a:buSzPts val="2000"/>
              <a:buFont typeface="Open Sans" panose="020B0606030504020204"/>
              <a:buNone/>
            </a:pPr>
            <a:endParaRPr sz="2000" b="0" i="0" dirty="0">
              <a:solidFill>
                <a:srgbClr val="004586"/>
              </a:solidFill>
              <a:latin typeface="Open Sans" panose="020B0606030504020204"/>
              <a:ea typeface="Open Sans" panose="020B0606030504020204"/>
              <a:cs typeface="Open Sans" panose="020B0606030504020204"/>
              <a:sym typeface="Open Sans" panose="020B0606030504020204"/>
            </a:endParaRPr>
          </a:p>
          <a:p>
            <a:pPr marL="457200" marR="0" lvl="0" indent="-330200" algn="l" rtl="0">
              <a:lnSpc>
                <a:spcPct val="150000"/>
              </a:lnSpc>
              <a:spcBef>
                <a:spcPts val="225"/>
              </a:spcBef>
              <a:spcAft>
                <a:spcPts val="0"/>
              </a:spcAft>
              <a:buClr>
                <a:schemeClr val="dk1"/>
              </a:buClr>
              <a:buSzPts val="2000"/>
              <a:buFont typeface="Open Sans" panose="020B0606030504020204"/>
              <a:buNone/>
            </a:pPr>
            <a:endParaRPr sz="2000" b="0" i="0" dirty="0">
              <a:solidFill>
                <a:srgbClr val="004586"/>
              </a:solidFill>
              <a:latin typeface="Open Sans" panose="020B0606030504020204"/>
              <a:ea typeface="Open Sans" panose="020B0606030504020204"/>
              <a:cs typeface="Open Sans" panose="020B0606030504020204"/>
              <a:sym typeface="Open Sans" panose="020B0606030504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Research </a:t>
            </a:r>
            <a:r>
              <a:rPr lang="en-US" dirty="0"/>
              <a:t>t</a:t>
            </a:r>
            <a:r>
              <a:rPr lang="de-DE" dirty="0" err="1"/>
              <a:t>opic</a:t>
            </a:r>
            <a:r>
              <a:rPr lang="de-DE" dirty="0"/>
              <a:t> &amp; </a:t>
            </a:r>
            <a:r>
              <a:rPr lang="en-US" dirty="0"/>
              <a:t>m</a:t>
            </a:r>
            <a:r>
              <a:rPr lang="de-DE" dirty="0" err="1"/>
              <a:t>otivation</a:t>
            </a:r>
            <a:endParaRPr lang="en-US" dirty="0"/>
          </a:p>
        </p:txBody>
      </p:sp>
      <p:sp>
        <p:nvSpPr>
          <p:cNvPr id="3" name="Text Placeholder 2"/>
          <p:cNvSpPr>
            <a:spLocks noGrp="1"/>
          </p:cNvSpPr>
          <p:nvPr>
            <p:ph type="body" idx="1"/>
          </p:nvPr>
        </p:nvSpPr>
        <p:spPr/>
        <p:txBody>
          <a:bodyPr/>
          <a:lstStyle/>
          <a:p>
            <a:pPr marL="0" lvl="0" indent="0">
              <a:spcBef>
                <a:spcPts val="0"/>
              </a:spcBef>
              <a:buSzPts val="1600"/>
            </a:pPr>
            <a:r>
              <a:rPr lang="en-GB" dirty="0"/>
              <a:t>Research Topic: </a:t>
            </a:r>
          </a:p>
          <a:p>
            <a:pPr marL="0" lvl="0" indent="0">
              <a:spcBef>
                <a:spcPts val="1200"/>
              </a:spcBef>
              <a:buSzPts val="1600"/>
            </a:pPr>
            <a:r>
              <a:rPr lang="en-GB" b="0" dirty="0"/>
              <a:t>Energy consumption </a:t>
            </a:r>
            <a:r>
              <a:rPr lang="en-GB" b="0" dirty="0" err="1"/>
              <a:t>modeling</a:t>
            </a:r>
            <a:r>
              <a:rPr lang="en-GB" b="0" dirty="0"/>
              <a:t> for UAVs using flight data and mission parameters</a:t>
            </a:r>
            <a:endParaRPr lang="en-GB" dirty="0"/>
          </a:p>
          <a:p>
            <a:pPr marL="0" lvl="0" indent="0">
              <a:spcBef>
                <a:spcPts val="1200"/>
              </a:spcBef>
              <a:buSzPts val="1600"/>
            </a:pPr>
            <a:r>
              <a:rPr lang="en-GB" dirty="0"/>
              <a:t>Why </a:t>
            </a:r>
            <a:r>
              <a:rPr lang="en-US" dirty="0"/>
              <a:t>t</a:t>
            </a:r>
            <a:r>
              <a:rPr lang="en-GB" dirty="0"/>
              <a:t>his </a:t>
            </a:r>
            <a:r>
              <a:rPr lang="en-US" dirty="0"/>
              <a:t>r</a:t>
            </a:r>
            <a:r>
              <a:rPr lang="en-GB" dirty="0" err="1"/>
              <a:t>esearch</a:t>
            </a:r>
            <a:r>
              <a:rPr lang="en-GB" dirty="0"/>
              <a:t>?</a:t>
            </a:r>
          </a:p>
          <a:p>
            <a:pPr marL="285750" lvl="0" indent="-285750">
              <a:spcBef>
                <a:spcPts val="1200"/>
              </a:spcBef>
              <a:buSzPts val="1600"/>
              <a:buFont typeface="Arial" panose="020B0604020202020204"/>
              <a:buChar char="•"/>
            </a:pPr>
            <a:r>
              <a:rPr lang="en-GB" b="0" dirty="0"/>
              <a:t>Help to understand how speed, altitude, wind affect energy use</a:t>
            </a:r>
            <a:endParaRPr lang="en-GB" dirty="0"/>
          </a:p>
          <a:p>
            <a:pPr marL="285750" lvl="0" indent="-285750">
              <a:spcBef>
                <a:spcPts val="1200"/>
              </a:spcBef>
              <a:buSzPts val="1600"/>
              <a:buFont typeface="Arial" panose="020B0604020202020204"/>
              <a:buChar char="•"/>
            </a:pPr>
            <a:r>
              <a:rPr lang="en-GB" b="0" dirty="0"/>
              <a:t>Safe Return-to-Home(RTH) decision</a:t>
            </a:r>
            <a:endParaRPr lang="en-GB" dirty="0"/>
          </a:p>
          <a:p>
            <a:pPr marL="285750" lvl="0" indent="-285750">
              <a:spcBef>
                <a:spcPts val="1200"/>
              </a:spcBef>
              <a:buSzPts val="1600"/>
              <a:buFont typeface="Arial" panose="020B0604020202020204"/>
              <a:buChar char="•"/>
            </a:pPr>
            <a:r>
              <a:rPr lang="en-GB" b="0" dirty="0"/>
              <a:t>Support mission feasibility and endurance planning </a:t>
            </a:r>
          </a:p>
          <a:p>
            <a:endParaRPr lang="en-US" dirty="0"/>
          </a:p>
        </p:txBody>
      </p:sp>
      <p:sp>
        <p:nvSpPr>
          <p:cNvPr id="4" name="Text Placeholder 3"/>
          <p:cNvSpPr>
            <a:spLocks noGrp="1"/>
          </p:cNvSpPr>
          <p:nvPr>
            <p:ph type="body" idx="2"/>
          </p:nvPr>
        </p:nvSpPr>
        <p:spPr/>
        <p:txBody>
          <a:bodyPr/>
          <a:lstStyle/>
          <a:p>
            <a:r>
              <a:rPr lang="de-DE" dirty="0"/>
              <a:t>How </a:t>
            </a:r>
            <a:r>
              <a:rPr lang="de-DE" dirty="0" err="1"/>
              <a:t>we</a:t>
            </a:r>
            <a:r>
              <a:rPr lang="de-DE" dirty="0"/>
              <a:t> </a:t>
            </a:r>
            <a:r>
              <a:rPr lang="en-US" dirty="0"/>
              <a:t>did</a:t>
            </a:r>
            <a:r>
              <a:rPr lang="de-DE" dirty="0"/>
              <a:t> </a:t>
            </a:r>
            <a:r>
              <a:rPr lang="de-DE" dirty="0" err="1"/>
              <a:t>this</a:t>
            </a:r>
            <a:r>
              <a:rPr lang="de-DE" dirty="0"/>
              <a:t> </a:t>
            </a:r>
            <a:r>
              <a:rPr lang="de-DE" dirty="0" err="1"/>
              <a:t>research</a:t>
            </a:r>
            <a:r>
              <a:rPr lang="de-DE" dirty="0"/>
              <a:t>?</a:t>
            </a:r>
          </a:p>
          <a:p>
            <a:pPr marL="571500" indent="-342900">
              <a:buFont typeface="+mj-lt"/>
              <a:buAutoNum type="arabicPeriod"/>
            </a:pPr>
            <a:r>
              <a:rPr lang="de-DE" dirty="0"/>
              <a:t>Data </a:t>
            </a:r>
            <a:r>
              <a:rPr lang="de-DE" dirty="0" err="1"/>
              <a:t>collection</a:t>
            </a:r>
            <a:r>
              <a:rPr lang="de-DE" dirty="0"/>
              <a:t> and </a:t>
            </a:r>
            <a:r>
              <a:rPr lang="de-DE" dirty="0" err="1"/>
              <a:t>cleaning</a:t>
            </a:r>
            <a:endParaRPr lang="en-US" dirty="0"/>
          </a:p>
          <a:p>
            <a:pPr marL="514350" indent="-285750">
              <a:buFont typeface="Arial" panose="020B0604020202020204" pitchFamily="34" charset="0"/>
              <a:buChar char="•"/>
            </a:pPr>
            <a:r>
              <a:rPr lang="de-DE" b="0" dirty="0"/>
              <a:t>Use UAV </a:t>
            </a:r>
            <a:r>
              <a:rPr lang="de-DE" b="0" dirty="0" err="1"/>
              <a:t>flight</a:t>
            </a:r>
            <a:r>
              <a:rPr lang="de-DE" b="0" dirty="0"/>
              <a:t> </a:t>
            </a:r>
            <a:r>
              <a:rPr lang="de-DE" b="0" dirty="0" err="1"/>
              <a:t>datasets</a:t>
            </a:r>
            <a:endParaRPr lang="de-DE" b="0" dirty="0"/>
          </a:p>
          <a:p>
            <a:r>
              <a:rPr lang="de-DE" dirty="0"/>
              <a:t>2</a:t>
            </a:r>
            <a:r>
              <a:rPr lang="en-US" dirty="0"/>
              <a:t>.   </a:t>
            </a:r>
            <a:r>
              <a:rPr lang="de-DE" dirty="0"/>
              <a:t>Feature </a:t>
            </a:r>
            <a:r>
              <a:rPr lang="de-DE" dirty="0" err="1"/>
              <a:t>extraction</a:t>
            </a:r>
            <a:r>
              <a:rPr lang="de-DE" dirty="0"/>
              <a:t> and </a:t>
            </a:r>
            <a:r>
              <a:rPr lang="de-DE" dirty="0" err="1"/>
              <a:t>data</a:t>
            </a:r>
            <a:r>
              <a:rPr lang="de-DE" dirty="0"/>
              <a:t> </a:t>
            </a:r>
            <a:r>
              <a:rPr lang="de-DE" dirty="0" err="1"/>
              <a:t>segmentation</a:t>
            </a:r>
            <a:endParaRPr lang="de-DE" dirty="0"/>
          </a:p>
          <a:p>
            <a:pPr marL="514350" indent="-285750">
              <a:buFont typeface="Arial" panose="020B0604020202020204" pitchFamily="34" charset="0"/>
              <a:buChar char="•"/>
            </a:pPr>
            <a:r>
              <a:rPr lang="en-US" b="0" dirty="0"/>
              <a:t> </a:t>
            </a:r>
            <a:r>
              <a:rPr lang="de-DE" b="0" dirty="0"/>
              <a:t>Segment </a:t>
            </a:r>
            <a:r>
              <a:rPr lang="de-DE" b="0" dirty="0" err="1"/>
              <a:t>flights</a:t>
            </a:r>
            <a:r>
              <a:rPr lang="de-DE" b="0" dirty="0"/>
              <a:t>(</a:t>
            </a:r>
            <a:r>
              <a:rPr lang="de-DE" b="0" dirty="0" err="1"/>
              <a:t>climb</a:t>
            </a:r>
            <a:r>
              <a:rPr lang="de-DE" b="0" dirty="0"/>
              <a:t>, cruise, </a:t>
            </a:r>
            <a:r>
              <a:rPr lang="de-DE" b="0" dirty="0" err="1"/>
              <a:t>hover</a:t>
            </a:r>
            <a:r>
              <a:rPr lang="de-DE" b="0" dirty="0"/>
              <a:t>, </a:t>
            </a:r>
            <a:r>
              <a:rPr lang="de-DE" b="0" dirty="0" err="1"/>
              <a:t>descent</a:t>
            </a:r>
            <a:r>
              <a:rPr lang="de-DE" b="0" dirty="0"/>
              <a:t>, </a:t>
            </a:r>
            <a:r>
              <a:rPr lang="de-DE" b="0" dirty="0" err="1"/>
              <a:t>taxi</a:t>
            </a:r>
            <a:r>
              <a:rPr lang="de-DE" b="0" dirty="0"/>
              <a:t>)</a:t>
            </a:r>
          </a:p>
          <a:p>
            <a:r>
              <a:rPr lang="de-DE" dirty="0"/>
              <a:t>3. </a:t>
            </a:r>
            <a:r>
              <a:rPr lang="en-US" dirty="0"/>
              <a:t>  </a:t>
            </a:r>
            <a:r>
              <a:rPr lang="de-DE" dirty="0"/>
              <a:t>Model </a:t>
            </a:r>
            <a:r>
              <a:rPr lang="de-DE" dirty="0" err="1"/>
              <a:t>development</a:t>
            </a:r>
            <a:endParaRPr lang="de-DE" dirty="0"/>
          </a:p>
          <a:p>
            <a:pPr marL="514350" indent="-285750">
              <a:buFont typeface="Arial" panose="020B0604020202020204" pitchFamily="34" charset="0"/>
              <a:buChar char="•"/>
            </a:pPr>
            <a:r>
              <a:rPr lang="de-DE" b="0" dirty="0" err="1"/>
              <a:t>Build</a:t>
            </a:r>
            <a:r>
              <a:rPr lang="de-DE" b="0" dirty="0"/>
              <a:t> </a:t>
            </a:r>
            <a:r>
              <a:rPr lang="de-DE" b="0" dirty="0" err="1"/>
              <a:t>physics-based</a:t>
            </a:r>
            <a:r>
              <a:rPr lang="de-DE" b="0" dirty="0"/>
              <a:t> </a:t>
            </a:r>
            <a:r>
              <a:rPr lang="de-DE" b="0" dirty="0" err="1"/>
              <a:t>model</a:t>
            </a:r>
            <a:endParaRPr lang="de-DE" b="0" dirty="0"/>
          </a:p>
          <a:p>
            <a:pPr marL="514350" indent="-285750">
              <a:buFont typeface="Arial" panose="020B0604020202020204" pitchFamily="34" charset="0"/>
              <a:buChar char="•"/>
            </a:pPr>
            <a:r>
              <a:rPr lang="de-DE" b="0" dirty="0" err="1"/>
              <a:t>Build</a:t>
            </a:r>
            <a:r>
              <a:rPr lang="de-DE" b="0" dirty="0"/>
              <a:t>  </a:t>
            </a:r>
            <a:r>
              <a:rPr lang="de-DE" b="0" dirty="0" err="1"/>
              <a:t>data-driven</a:t>
            </a:r>
            <a:r>
              <a:rPr lang="de-DE" b="0" dirty="0"/>
              <a:t> </a:t>
            </a:r>
            <a:r>
              <a:rPr lang="de-DE" b="0" dirty="0" err="1"/>
              <a:t>model</a:t>
            </a:r>
            <a:endParaRPr lang="de-DE" b="0" dirty="0"/>
          </a:p>
          <a:p>
            <a:r>
              <a:rPr lang="de-DE" dirty="0"/>
              <a:t>4. </a:t>
            </a:r>
            <a:r>
              <a:rPr lang="en-US" dirty="0"/>
              <a:t>  </a:t>
            </a:r>
            <a:r>
              <a:rPr lang="de-DE" dirty="0"/>
              <a:t>Validation &amp; </a:t>
            </a:r>
            <a:r>
              <a:rPr lang="de-DE" dirty="0" err="1"/>
              <a:t>Comparison</a:t>
            </a:r>
            <a:endParaRPr lang="de-DE" dirty="0"/>
          </a:p>
          <a:p>
            <a:pPr marL="514350" indent="-285750">
              <a:buFont typeface="Arial" panose="020B0604020202020204" pitchFamily="34" charset="0"/>
              <a:buChar char="•"/>
            </a:pPr>
            <a:r>
              <a:rPr lang="de-DE" b="0" dirty="0" err="1"/>
              <a:t>Compare</a:t>
            </a:r>
            <a:r>
              <a:rPr lang="de-DE" b="0" dirty="0"/>
              <a:t> </a:t>
            </a:r>
            <a:r>
              <a:rPr lang="de-DE" b="0" dirty="0" err="1"/>
              <a:t>prediction</a:t>
            </a:r>
            <a:r>
              <a:rPr lang="de-DE" b="0" dirty="0"/>
              <a:t> </a:t>
            </a:r>
            <a:r>
              <a:rPr lang="de-DE" b="0" dirty="0" err="1"/>
              <a:t>using</a:t>
            </a:r>
            <a:r>
              <a:rPr lang="de-DE" b="0" dirty="0"/>
              <a:t> MAE, RMSE, MAPE</a:t>
            </a:r>
            <a:endParaRPr lang="en-US" b="0" dirty="0"/>
          </a:p>
          <a:p>
            <a:pPr marL="514350" indent="-285750">
              <a:buFont typeface="Arial" panose="020B0604020202020204" pitchFamily="34" charset="0"/>
              <a:buChar char="•"/>
            </a:pPr>
            <a:r>
              <a:rPr lang="en-US" b="0" dirty="0"/>
              <a:t>Mission </a:t>
            </a:r>
            <a:r>
              <a:rPr lang="en-US" b="0" dirty="0" err="1"/>
              <a:t>feasibiliy</a:t>
            </a:r>
            <a:r>
              <a:rPr lang="en-US" b="0" dirty="0"/>
              <a:t> check</a:t>
            </a:r>
            <a:endParaRPr lang="de-DE" b="0"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panose="020B0606030504020204"/>
              <a:buNone/>
            </a:pPr>
            <a:r>
              <a:rPr lang="en-US" dirty="0"/>
              <a:t>Provided data</a:t>
            </a:r>
            <a:endParaRPr dirty="0"/>
          </a:p>
        </p:txBody>
      </p:sp>
      <p:sp>
        <p:nvSpPr>
          <p:cNvPr id="301" name="Google Shape;301;p4"/>
          <p:cNvSpPr txBox="1">
            <a:spLocks noGrp="1"/>
          </p:cNvSpPr>
          <p:nvPr>
            <p:ph type="body" idx="1"/>
          </p:nvPr>
        </p:nvSpPr>
        <p:spPr>
          <a:xfrm>
            <a:off x="874710" y="1484313"/>
            <a:ext cx="3286631" cy="4344987"/>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600"/>
              <a:buNone/>
            </a:pPr>
            <a:r>
              <a:rPr lang="en-US"/>
              <a:t>Given UAV Flight Data includes:</a:t>
            </a:r>
          </a:p>
          <a:p>
            <a:pPr marL="285750" lvl="0" indent="-285750" algn="l" rtl="0">
              <a:spcBef>
                <a:spcPts val="1200"/>
              </a:spcBef>
              <a:spcAft>
                <a:spcPts val="0"/>
              </a:spcAft>
              <a:buClr>
                <a:schemeClr val="accent1"/>
              </a:buClr>
              <a:buSzPts val="1600"/>
              <a:buFont typeface="Arial" panose="020B0604020202020204"/>
              <a:buChar char="•"/>
            </a:pPr>
            <a:r>
              <a:rPr lang="en-US" b="0"/>
              <a:t>Fight number</a:t>
            </a:r>
            <a:endParaRPr b="0"/>
          </a:p>
          <a:p>
            <a:pPr marL="285750" lvl="0" indent="-285750" algn="l" rtl="0">
              <a:spcBef>
                <a:spcPts val="1200"/>
              </a:spcBef>
              <a:spcAft>
                <a:spcPts val="0"/>
              </a:spcAft>
              <a:buClr>
                <a:schemeClr val="accent1"/>
              </a:buClr>
              <a:buSzPts val="1600"/>
              <a:buFont typeface="Arial" panose="020B0604020202020204"/>
              <a:buChar char="•"/>
            </a:pPr>
            <a:r>
              <a:rPr lang="en-US" b="0"/>
              <a:t>Date and time</a:t>
            </a:r>
          </a:p>
          <a:p>
            <a:pPr marL="285750" lvl="0" indent="-285750" algn="l" rtl="0">
              <a:spcBef>
                <a:spcPts val="1200"/>
              </a:spcBef>
              <a:spcAft>
                <a:spcPts val="0"/>
              </a:spcAft>
              <a:buClr>
                <a:schemeClr val="accent1"/>
              </a:buClr>
              <a:buSzPts val="1600"/>
              <a:buFont typeface="Arial" panose="020B0604020202020204"/>
              <a:buChar char="•"/>
            </a:pPr>
            <a:r>
              <a:rPr lang="en-US" b="0"/>
              <a:t>Predefined Altitude</a:t>
            </a:r>
            <a:endParaRPr b="0"/>
          </a:p>
          <a:p>
            <a:pPr marL="285750" lvl="0" indent="-285750" algn="l" rtl="0">
              <a:spcBef>
                <a:spcPts val="1200"/>
              </a:spcBef>
              <a:spcAft>
                <a:spcPts val="0"/>
              </a:spcAft>
              <a:buClr>
                <a:schemeClr val="accent1"/>
              </a:buClr>
              <a:buSzPts val="1600"/>
              <a:buFont typeface="Arial" panose="020B0604020202020204"/>
              <a:buChar char="•"/>
            </a:pPr>
            <a:r>
              <a:rPr lang="en-US" b="0"/>
              <a:t>Position (x,y,z directions)</a:t>
            </a:r>
            <a:endParaRPr b="0"/>
          </a:p>
          <a:p>
            <a:pPr marL="285750" lvl="0" indent="-285750" algn="l" rtl="0">
              <a:spcBef>
                <a:spcPts val="1200"/>
              </a:spcBef>
              <a:spcAft>
                <a:spcPts val="0"/>
              </a:spcAft>
              <a:buClr>
                <a:schemeClr val="accent1"/>
              </a:buClr>
              <a:buSzPts val="1600"/>
              <a:buFont typeface="Arial" panose="020B0604020202020204"/>
              <a:buChar char="•"/>
            </a:pPr>
            <a:r>
              <a:rPr lang="en-US" b="0"/>
              <a:t>Acceleration(x,y,z directions)</a:t>
            </a:r>
          </a:p>
          <a:p>
            <a:pPr marL="285750" lvl="0" indent="-285750" algn="l" rtl="0">
              <a:spcBef>
                <a:spcPts val="1200"/>
              </a:spcBef>
              <a:spcAft>
                <a:spcPts val="0"/>
              </a:spcAft>
              <a:buClr>
                <a:schemeClr val="accent1"/>
              </a:buClr>
              <a:buSzPts val="1600"/>
              <a:buFont typeface="Arial" panose="020B0604020202020204"/>
              <a:buChar char="•"/>
            </a:pPr>
            <a:r>
              <a:rPr lang="en-US" b="0"/>
              <a:t>Orientation (x,y,z,w direction)</a:t>
            </a:r>
          </a:p>
          <a:p>
            <a:pPr marL="285750" lvl="0" indent="-285750" algn="l" rtl="0">
              <a:spcBef>
                <a:spcPts val="1200"/>
              </a:spcBef>
              <a:spcAft>
                <a:spcPts val="0"/>
              </a:spcAft>
              <a:buClr>
                <a:schemeClr val="accent1"/>
              </a:buClr>
              <a:buSzPts val="1600"/>
              <a:buFont typeface="Arial" panose="020B0604020202020204"/>
              <a:buChar char="•"/>
            </a:pPr>
            <a:r>
              <a:rPr lang="en-US" b="0"/>
              <a:t>Battery status(voltage, current)</a:t>
            </a:r>
          </a:p>
          <a:p>
            <a:pPr marL="285750" lvl="0" indent="-285750" algn="l" rtl="0">
              <a:spcBef>
                <a:spcPts val="1200"/>
              </a:spcBef>
              <a:spcAft>
                <a:spcPts val="0"/>
              </a:spcAft>
              <a:buClr>
                <a:schemeClr val="accent1"/>
              </a:buClr>
              <a:buSzPts val="1600"/>
              <a:buFont typeface="Arial" panose="020B0604020202020204"/>
              <a:buChar char="•"/>
            </a:pPr>
            <a:r>
              <a:rPr lang="en-US" b="0"/>
              <a:t>Wind speed and angle</a:t>
            </a:r>
            <a:endParaRPr b="0"/>
          </a:p>
          <a:p>
            <a:pPr marL="285750" lvl="0" indent="-285750" algn="l" rtl="0">
              <a:spcBef>
                <a:spcPts val="1200"/>
              </a:spcBef>
              <a:spcAft>
                <a:spcPts val="0"/>
              </a:spcAft>
              <a:buClr>
                <a:schemeClr val="accent1"/>
              </a:buClr>
              <a:buSzPts val="1600"/>
              <a:buFont typeface="Arial" panose="020B0604020202020204"/>
              <a:buChar char="•"/>
            </a:pPr>
            <a:r>
              <a:rPr lang="en-US" b="0"/>
              <a:t>Payload</a:t>
            </a:r>
            <a:endParaRPr b="0"/>
          </a:p>
          <a:p>
            <a:pPr marL="0" lvl="0" indent="0" algn="l" rtl="0">
              <a:spcBef>
                <a:spcPts val="1200"/>
              </a:spcBef>
              <a:spcAft>
                <a:spcPts val="0"/>
              </a:spcAft>
              <a:buClr>
                <a:schemeClr val="accent1"/>
              </a:buClr>
              <a:buSzPts val="1600"/>
              <a:buNone/>
            </a:pPr>
            <a:endParaRPr b="0"/>
          </a:p>
          <a:p>
            <a:pPr marL="0" lvl="0" indent="0" algn="l" rtl="0">
              <a:spcBef>
                <a:spcPts val="1200"/>
              </a:spcBef>
              <a:spcAft>
                <a:spcPts val="0"/>
              </a:spcAft>
              <a:buClr>
                <a:schemeClr val="accent1"/>
              </a:buClr>
              <a:buSzPts val="1600"/>
              <a:buNone/>
            </a:pPr>
            <a:endParaRPr b="0"/>
          </a:p>
        </p:txBody>
      </p:sp>
      <p:pic>
        <p:nvPicPr>
          <p:cNvPr id="302" name="Google Shape;302;p4" descr="A white text on a blue background&#10;&#10;AI-generated content may be incorrect."/>
          <p:cNvPicPr preferRelativeResize="0"/>
          <p:nvPr/>
        </p:nvPicPr>
        <p:blipFill rotWithShape="1">
          <a:blip r:embed="rId3"/>
          <a:srcRect/>
          <a:stretch>
            <a:fillRect/>
          </a:stretch>
        </p:blipFill>
        <p:spPr>
          <a:xfrm>
            <a:off x="4515155" y="1352756"/>
            <a:ext cx="6115904" cy="43916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cleaning &amp; feature extraction</a:t>
            </a:r>
          </a:p>
        </p:txBody>
      </p:sp>
      <p:sp>
        <p:nvSpPr>
          <p:cNvPr id="3" name="Text Placeholder 2"/>
          <p:cNvSpPr>
            <a:spLocks noGrp="1"/>
          </p:cNvSpPr>
          <p:nvPr>
            <p:ph type="body" idx="1"/>
          </p:nvPr>
        </p:nvSpPr>
        <p:spPr/>
        <p:txBody>
          <a:bodyPr/>
          <a:lstStyle/>
          <a:p>
            <a:pPr marL="0" lvl="0" indent="0">
              <a:spcBef>
                <a:spcPts val="0"/>
              </a:spcBef>
              <a:buSzPts val="1600"/>
            </a:pPr>
            <a:r>
              <a:rPr lang="en-GB" dirty="0"/>
              <a:t>Data cleaning Steps:</a:t>
            </a:r>
          </a:p>
          <a:p>
            <a:pPr marL="0" lvl="0" indent="0">
              <a:buSzPts val="1600"/>
            </a:pPr>
            <a:endParaRPr lang="en-GB" dirty="0"/>
          </a:p>
          <a:p>
            <a:pPr marL="285750" lvl="0" indent="-285750">
              <a:buSzPts val="1600"/>
              <a:buFont typeface="Arial" panose="020B0604020202020204"/>
              <a:buChar char="•"/>
            </a:pPr>
            <a:r>
              <a:rPr lang="en-GB" b="0" dirty="0"/>
              <a:t>Converted date + time to unified timestamps</a:t>
            </a:r>
            <a:endParaRPr lang="en-GB" dirty="0"/>
          </a:p>
          <a:p>
            <a:pPr marL="285750" lvl="0" indent="-285750">
              <a:buSzPts val="1600"/>
              <a:buFont typeface="Arial" panose="020B0604020202020204"/>
              <a:buChar char="•"/>
            </a:pPr>
            <a:r>
              <a:rPr lang="en-GB" b="0" dirty="0"/>
              <a:t>Removed duplicates and sorted by flight and time</a:t>
            </a:r>
            <a:endParaRPr lang="en-GB" dirty="0"/>
          </a:p>
          <a:p>
            <a:pPr marL="285750" lvl="0" indent="-285750">
              <a:buSzPts val="1600"/>
              <a:buFont typeface="Arial" panose="020B0604020202020204"/>
              <a:buChar char="•"/>
            </a:pPr>
            <a:r>
              <a:rPr lang="en-GB" b="0" dirty="0"/>
              <a:t>Applied physical limits to remove impossible values</a:t>
            </a:r>
            <a:endParaRPr lang="en-GB" dirty="0"/>
          </a:p>
          <a:p>
            <a:pPr marL="285750" lvl="0" indent="-285750">
              <a:buSzPts val="1600"/>
              <a:buFont typeface="Noto Sans Symbols"/>
              <a:buChar char="⮚"/>
            </a:pPr>
            <a:r>
              <a:rPr lang="en-GB" b="0" dirty="0"/>
              <a:t>Wind Speed &gt; 60m/s</a:t>
            </a:r>
            <a:endParaRPr lang="en-GB" dirty="0"/>
          </a:p>
          <a:p>
            <a:pPr marL="285750" lvl="0" indent="-285750">
              <a:buSzPts val="1600"/>
              <a:buFont typeface="Noto Sans Symbols"/>
              <a:buChar char="⮚"/>
            </a:pPr>
            <a:r>
              <a:rPr lang="en-GB" b="0" dirty="0"/>
              <a:t>Battery voltage &gt; 30V</a:t>
            </a:r>
            <a:endParaRPr lang="en-GB" dirty="0"/>
          </a:p>
          <a:p>
            <a:pPr marL="285750" lvl="0" indent="-285750">
              <a:buSzPts val="1600"/>
              <a:buFont typeface="Noto Sans Symbols"/>
              <a:buChar char="⮚"/>
            </a:pPr>
            <a:r>
              <a:rPr lang="en-GB" b="0" dirty="0"/>
              <a:t>Velocity &gt; 50 m/s </a:t>
            </a:r>
          </a:p>
          <a:p>
            <a:pPr marL="0" lvl="0" indent="0">
              <a:buSzPts val="1600"/>
            </a:pPr>
            <a:endParaRPr lang="en-GB" b="0" dirty="0"/>
          </a:p>
          <a:p>
            <a:pPr marL="0" lvl="0" indent="0">
              <a:buSzPts val="1600"/>
            </a:pPr>
            <a:r>
              <a:rPr lang="en-GB" dirty="0"/>
              <a:t>Sanity check Results:  </a:t>
            </a:r>
            <a:r>
              <a:rPr lang="en-GB" b="0" dirty="0"/>
              <a:t>Already clean data set and ready to use.</a:t>
            </a:r>
            <a:endParaRPr lang="en-GB" dirty="0"/>
          </a:p>
          <a:p>
            <a:endParaRPr lang="en-US" dirty="0"/>
          </a:p>
        </p:txBody>
      </p:sp>
      <mc:AlternateContent xmlns:mc="http://schemas.openxmlformats.org/markup-compatibility/2006" xmlns:a14="http://schemas.microsoft.com/office/drawing/2010/main">
        <mc:Choice Requires="a14">
          <p:sp>
            <p:nvSpPr>
              <p:cNvPr id="4" name="Text Placeholder 3"/>
              <p:cNvSpPr>
                <a:spLocks noGrp="1"/>
              </p:cNvSpPr>
              <p:nvPr>
                <p:ph type="body" idx="2"/>
              </p:nvPr>
            </p:nvSpPr>
            <p:spPr/>
            <p:txBody>
              <a:bodyPr/>
              <a:lstStyle/>
              <a:p>
                <a:r>
                  <a:rPr lang="en-US" dirty="0"/>
                  <a:t>Extracted Features:</a:t>
                </a:r>
              </a:p>
              <a:p>
                <a:endParaRPr lang="en-US" dirty="0"/>
              </a:p>
              <a:p>
                <a:pPr marL="514350" indent="-285750">
                  <a:buFont typeface="Arial" panose="020B0604020202020204" pitchFamily="34" charset="0"/>
                  <a:buChar char="•"/>
                </a:pPr>
                <a:r>
                  <a:rPr lang="en-US" b="0" dirty="0"/>
                  <a:t>Horizontal Speed: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h</m:t>
                        </m:r>
                      </m:sub>
                    </m:sSub>
                    <m:r>
                      <a:rPr lang="en-US" b="0" i="1" smtClean="0">
                        <a:latin typeface="Cambria Math" panose="02040503050406030204" pitchFamily="18" charset="0"/>
                      </a:rPr>
                      <m:t>=</m:t>
                    </m:r>
                    <m:rad>
                      <m:radPr>
                        <m:degHide m:val="on"/>
                        <m:ctrlPr>
                          <a:rPr lang="de-DE" b="0" i="1" smtClean="0">
                            <a:latin typeface="Cambria Math" panose="02040503050406030204" pitchFamily="18" charset="0"/>
                          </a:rPr>
                        </m:ctrlPr>
                      </m:radPr>
                      <m:deg/>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𝑥</m:t>
                            </m:r>
                          </m:sub>
                          <m:sup>
                            <m:r>
                              <a:rPr lang="en-US" b="0" i="1" smtClean="0">
                                <a:latin typeface="Cambria Math" panose="02040503050406030204" pitchFamily="18" charset="0"/>
                              </a:rPr>
                              <m:t>2</m:t>
                            </m:r>
                          </m:sup>
                        </m:sSubSup>
                        <m:r>
                          <a:rPr lang="de-DE"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𝑦</m:t>
                            </m:r>
                          </m:sub>
                          <m:sup>
                            <m:r>
                              <a:rPr lang="de-DE" b="0" i="1" smtClean="0">
                                <a:latin typeface="Cambria Math" panose="02040503050406030204" pitchFamily="18" charset="0"/>
                              </a:rPr>
                              <m:t>2</m:t>
                            </m:r>
                          </m:sup>
                        </m:sSubSup>
                      </m:e>
                    </m:rad>
                  </m:oMath>
                </a14:m>
                <a:endParaRPr lang="en-US" b="0" dirty="0"/>
              </a:p>
              <a:p>
                <a:pPr marL="514350" indent="-285750">
                  <a:buFont typeface="Arial" panose="020B0604020202020204" pitchFamily="34" charset="0"/>
                  <a:buChar char="•"/>
                </a:pPr>
                <a:r>
                  <a:rPr lang="en-US" b="0" dirty="0"/>
                  <a:t>Height: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h</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𝑧</m:t>
                        </m:r>
                      </m:sub>
                      <m:sup>
                        <m:r>
                          <a:rPr lang="en-US" b="0" i="1" smtClean="0">
                            <a:latin typeface="Cambria Math" panose="02040503050406030204" pitchFamily="18" charset="0"/>
                          </a:rPr>
                          <m:t>𝑡</m:t>
                        </m:r>
                      </m:sup>
                    </m:sSubSup>
                    <m:r>
                      <a:rPr lang="en-US" b="0" i="0"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𝑧</m:t>
                        </m:r>
                      </m:sub>
                      <m:sup>
                        <m:r>
                          <a:rPr lang="en-US" b="0" i="1" smtClean="0">
                            <a:latin typeface="Cambria Math" panose="02040503050406030204" pitchFamily="18" charset="0"/>
                          </a:rPr>
                          <m:t>0</m:t>
                        </m:r>
                      </m:sup>
                    </m:sSubSup>
                  </m:oMath>
                </a14:m>
                <a:r>
                  <a:rPr lang="en-US" b="0" dirty="0"/>
                  <a:t> </a:t>
                </a:r>
              </a:p>
              <a:p>
                <a:pPr marL="514350" indent="-285750">
                  <a:buFont typeface="Arial" panose="020B0604020202020204" pitchFamily="34" charset="0"/>
                  <a:buChar char="•"/>
                </a:pPr>
                <a:r>
                  <a:rPr lang="en-US" b="0" dirty="0"/>
                  <a:t>Vertical Speed: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𝑣</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𝑑h</m:t>
                        </m:r>
                      </m:num>
                      <m:den>
                        <m:r>
                          <a:rPr lang="en-US" b="0" i="1" smtClean="0">
                            <a:latin typeface="Cambria Math" panose="02040503050406030204" pitchFamily="18" charset="0"/>
                          </a:rPr>
                          <m:t>𝑑𝑡</m:t>
                        </m:r>
                      </m:den>
                    </m:f>
                  </m:oMath>
                </a14:m>
                <a:endParaRPr lang="en-US" b="0" dirty="0"/>
              </a:p>
              <a:p>
                <a:pPr marL="514350" indent="-285750">
                  <a:buFont typeface="Arial" panose="020B0604020202020204" pitchFamily="34" charset="0"/>
                  <a:buChar char="•"/>
                </a:pPr>
                <a:r>
                  <a:rPr lang="en-US" b="0" dirty="0"/>
                  <a:t> Power :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US" b="0" dirty="0"/>
              </a:p>
              <a:p>
                <a:endParaRPr lang="en-US" dirty="0"/>
              </a:p>
            </p:txBody>
          </p:sp>
        </mc:Choice>
        <mc:Fallback xmlns="">
          <p:sp>
            <p:nvSpPr>
              <p:cNvPr id="4" name="Text Placeholder 3"/>
              <p:cNvSpPr>
                <a:spLocks noRot="1" noChangeAspect="1" noMove="1" noResize="1" noEditPoints="1" noAdjustHandles="1" noChangeArrowheads="1" noChangeShapeType="1" noTextEdit="1"/>
              </p:cNvSpPr>
              <p:nvPr>
                <p:ph type="body" idx="2"/>
              </p:nvPr>
            </p:nvSpPr>
            <p:spPr>
              <a:blipFill rotWithShape="1">
                <a:blip r:embed="rId2"/>
                <a:stretch>
                  <a:fillRect t="-386" r="6"/>
                </a:stretch>
              </a:blipFill>
            </p:spPr>
            <p:txBody>
              <a:bodyPr/>
              <a:lstStyle/>
              <a:p>
                <a:r>
                  <a:rPr lang="en-US"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title"/>
          </p:nvPr>
        </p:nvSpPr>
        <p:spPr>
          <a:xfrm>
            <a:off x="874712" y="346075"/>
            <a:ext cx="10580687" cy="684213"/>
          </a:xfrm>
        </p:spPr>
        <p:txBody>
          <a:bodyPr spcFirstLastPara="1" wrap="square" lIns="0" tIns="0" rIns="0" bIns="0" anchor="t" anchorCtr="0">
            <a:normAutofit/>
          </a:bodyPr>
          <a:lstStyle/>
          <a:p>
            <a:pPr marL="0" lvl="0" indent="0" rtl="0">
              <a:spcBef>
                <a:spcPts val="0"/>
              </a:spcBef>
              <a:spcAft>
                <a:spcPts val="0"/>
              </a:spcAft>
              <a:buClr>
                <a:schemeClr val="accent1"/>
              </a:buClr>
              <a:buSzPts val="2400"/>
              <a:buFont typeface="Open Sans" panose="020B0606030504020204"/>
              <a:buNone/>
            </a:pPr>
            <a:r>
              <a:rPr lang="en-US" dirty="0"/>
              <a:t>Use of der</a:t>
            </a:r>
            <a:r>
              <a:rPr lang="de-DE" dirty="0"/>
              <a:t>iv</a:t>
            </a:r>
            <a:r>
              <a:rPr lang="en-US" dirty="0"/>
              <a:t>ed vertical velocity </a:t>
            </a:r>
            <a:r>
              <a:rPr lang="en-US" dirty="0" err="1"/>
              <a:t>v</a:t>
            </a:r>
            <a:r>
              <a:rPr lang="en-US" baseline="-25000" dirty="0" err="1"/>
              <a:t>v</a:t>
            </a:r>
            <a:r>
              <a:rPr lang="en-US" dirty="0"/>
              <a:t> instead of raw velocity</a:t>
            </a:r>
            <a:endParaRPr lang="en-US" baseline="-25000" dirty="0"/>
          </a:p>
        </p:txBody>
      </p:sp>
      <p:sp>
        <p:nvSpPr>
          <p:cNvPr id="316" name="Google Shape;316;p6"/>
          <p:cNvSpPr txBox="1">
            <a:spLocks noGrp="1"/>
          </p:cNvSpPr>
          <p:nvPr>
            <p:ph type="body" idx="1"/>
          </p:nvPr>
        </p:nvSpPr>
        <p:spPr>
          <a:xfrm>
            <a:off x="874713" y="1484313"/>
            <a:ext cx="5195887" cy="4357687"/>
          </a:xfrm>
        </p:spPr>
        <p:txBody>
          <a:bodyPr spcFirstLastPara="1" wrap="square" lIns="0" tIns="0" rIns="0" bIns="0" anchor="t" anchorCtr="0">
            <a:normAutofit/>
          </a:bodyPr>
          <a:lstStyle/>
          <a:p>
            <a:pPr marL="0" lvl="0" indent="0" rtl="0">
              <a:spcBef>
                <a:spcPts val="0"/>
              </a:spcBef>
              <a:spcAft>
                <a:spcPts val="0"/>
              </a:spcAft>
              <a:buClr>
                <a:schemeClr val="accent1"/>
              </a:buClr>
              <a:buSzPts val="1600"/>
              <a:buNone/>
            </a:pPr>
            <a:r>
              <a:rPr lang="en-US" dirty="0"/>
              <a:t>Reason:</a:t>
            </a:r>
          </a:p>
          <a:p>
            <a:pPr marL="0" lvl="0" indent="0" rtl="0">
              <a:spcBef>
                <a:spcPts val="600"/>
              </a:spcBef>
              <a:spcAft>
                <a:spcPts val="0"/>
              </a:spcAft>
              <a:buClr>
                <a:schemeClr val="accent1"/>
              </a:buClr>
              <a:buSzPts val="1600"/>
              <a:buNone/>
            </a:pPr>
            <a:endParaRPr lang="en-US" dirty="0"/>
          </a:p>
          <a:p>
            <a:pPr marL="285750" lvl="0" indent="-285750" rtl="0">
              <a:spcBef>
                <a:spcPts val="600"/>
              </a:spcBef>
              <a:spcAft>
                <a:spcPts val="0"/>
              </a:spcAft>
              <a:buClr>
                <a:schemeClr val="accent1"/>
              </a:buClr>
              <a:buSzPts val="1600"/>
              <a:buFont typeface="Arial" panose="020B0604020202020204"/>
              <a:buChar char="•"/>
            </a:pPr>
            <a:r>
              <a:rPr lang="en-US" b="0" dirty="0"/>
              <a:t>Raw velocity </a:t>
            </a:r>
            <a:r>
              <a:rPr lang="en-US" b="0" dirty="0" err="1"/>
              <a:t>v</a:t>
            </a:r>
            <a:r>
              <a:rPr lang="en-US" b="0" baseline="-25000" dirty="0" err="1"/>
              <a:t>z</a:t>
            </a:r>
            <a:r>
              <a:rPr lang="en-US" b="0" dirty="0"/>
              <a:t> is noisy and unstable, especially in cruise phase.</a:t>
            </a:r>
            <a:endParaRPr lang="en-US" dirty="0"/>
          </a:p>
          <a:p>
            <a:pPr marL="285750" lvl="0" indent="-285750" rtl="0">
              <a:spcBef>
                <a:spcPts val="600"/>
              </a:spcBef>
              <a:spcAft>
                <a:spcPts val="0"/>
              </a:spcAft>
              <a:buClr>
                <a:schemeClr val="accent1"/>
              </a:buClr>
              <a:buSzPts val="1600"/>
              <a:buFont typeface="Arial" panose="020B0604020202020204"/>
              <a:buChar char="•"/>
            </a:pPr>
            <a:r>
              <a:rPr lang="en-US" b="0" dirty="0"/>
              <a:t>Noise in </a:t>
            </a:r>
            <a:r>
              <a:rPr lang="en-US" b="0" dirty="0" err="1"/>
              <a:t>v</a:t>
            </a:r>
            <a:r>
              <a:rPr lang="en-US" b="0" baseline="-25000" dirty="0" err="1"/>
              <a:t>z</a:t>
            </a:r>
            <a:r>
              <a:rPr lang="en-US" b="0" baseline="-25000" dirty="0"/>
              <a:t> </a:t>
            </a:r>
            <a:r>
              <a:rPr lang="en-US" b="0" dirty="0"/>
              <a:t>leads to incorrect phase segmentation.</a:t>
            </a:r>
          </a:p>
          <a:p>
            <a:pPr marL="285750" lvl="0" indent="-285750" rtl="0">
              <a:spcBef>
                <a:spcPts val="600"/>
              </a:spcBef>
              <a:spcAft>
                <a:spcPts val="0"/>
              </a:spcAft>
              <a:buClr>
                <a:schemeClr val="accent1"/>
              </a:buClr>
              <a:buSzPts val="1600"/>
              <a:buFont typeface="Arial" panose="020B0604020202020204"/>
              <a:buChar char="•"/>
            </a:pPr>
            <a:r>
              <a:rPr lang="en-US" b="0" dirty="0" err="1"/>
              <a:t>v</a:t>
            </a:r>
            <a:r>
              <a:rPr lang="en-US" b="0" baseline="-25000" dirty="0" err="1"/>
              <a:t>v</a:t>
            </a:r>
            <a:r>
              <a:rPr lang="en-US" b="0" baseline="-25000" dirty="0"/>
              <a:t> </a:t>
            </a:r>
            <a:r>
              <a:rPr lang="en-US" b="0" dirty="0"/>
              <a:t> gives a physics-consistent vertical speed profile </a:t>
            </a:r>
            <a:endParaRPr lang="en-US" dirty="0"/>
          </a:p>
          <a:p>
            <a:pPr marL="0" lvl="0" indent="0" rtl="0">
              <a:spcBef>
                <a:spcPts val="600"/>
              </a:spcBef>
              <a:spcAft>
                <a:spcPts val="0"/>
              </a:spcAft>
              <a:buClr>
                <a:schemeClr val="accent1"/>
              </a:buClr>
              <a:buSzPts val="1600"/>
              <a:buNone/>
            </a:pPr>
            <a:endParaRPr lang="en-US" dirty="0"/>
          </a:p>
        </p:txBody>
      </p:sp>
      <p:pic>
        <p:nvPicPr>
          <p:cNvPr id="6" name="Picture 5"/>
          <p:cNvPicPr>
            <a:picLocks noChangeAspect="1"/>
          </p:cNvPicPr>
          <p:nvPr/>
        </p:nvPicPr>
        <p:blipFill>
          <a:blip r:embed="rId3"/>
          <a:srcRect t="660" r="225"/>
          <a:stretch>
            <a:fillRect/>
          </a:stretch>
        </p:blipFill>
        <p:spPr>
          <a:xfrm>
            <a:off x="6070601" y="1600200"/>
            <a:ext cx="5073649" cy="42532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different phase of flight</a:t>
            </a:r>
          </a:p>
        </p:txBody>
      </p:sp>
      <p:pic>
        <p:nvPicPr>
          <p:cNvPr id="6" name="Picture Placeholder 5"/>
          <p:cNvPicPr>
            <a:picLocks noGrp="1" noChangeAspect="1"/>
          </p:cNvPicPr>
          <p:nvPr>
            <p:ph type="pic" idx="2"/>
          </p:nvPr>
        </p:nvPicPr>
        <p:blipFill>
          <a:blip r:embed="rId2"/>
          <a:srcRect l="5225" r="5225"/>
          <a:stretch>
            <a:fillRect/>
          </a:stretch>
        </p:blipFill>
        <p:spPr>
          <a:xfrm>
            <a:off x="6391274" y="1484313"/>
            <a:ext cx="5187950" cy="4344985"/>
          </a:xfrm>
        </p:spPr>
      </p:pic>
      <mc:AlternateContent xmlns:mc="http://schemas.openxmlformats.org/markup-compatibility/2006" xmlns:a14="http://schemas.microsoft.com/office/drawing/2010/main">
        <mc:Choice Requires="a14">
          <p:sp>
            <p:nvSpPr>
              <p:cNvPr id="4" name="Text Placeholder 3"/>
              <p:cNvSpPr>
                <a:spLocks noGrp="1"/>
              </p:cNvSpPr>
              <p:nvPr>
                <p:ph type="body" idx="1"/>
              </p:nvPr>
            </p:nvSpPr>
            <p:spPr>
              <a:xfrm>
                <a:off x="674688" y="1484313"/>
                <a:ext cx="5195887" cy="4357687"/>
              </a:xfrm>
            </p:spPr>
            <p:txBody>
              <a:bodyPr/>
              <a:lstStyle/>
              <a:p>
                <a:r>
                  <a:rPr lang="en-US" dirty="0"/>
                  <a:t>Taxi:</a:t>
                </a:r>
              </a:p>
              <a:p>
                <a:r>
                  <a:rPr lang="en-US" b="0" dirty="0"/>
                  <a:t>Almost no horizontal and vertical motion</a:t>
                </a:r>
              </a:p>
              <a:p>
                <a:r>
                  <a:rPr lang="en-US" b="0" dirty="0"/>
                  <a:t>Power: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&lt;50</m:t>
                    </m:r>
                    <m:r>
                      <a:rPr lang="en-US" b="0" i="1">
                        <a:latin typeface="Cambria Math" panose="02040503050406030204" pitchFamily="18" charset="0"/>
                      </a:rPr>
                      <m:t>𝑤</m:t>
                    </m:r>
                  </m:oMath>
                </a14:m>
                <a:endParaRPr lang="en-US" b="0" dirty="0"/>
              </a:p>
              <a:p>
                <a:r>
                  <a:rPr lang="en-US" dirty="0"/>
                  <a:t>Hover: </a:t>
                </a:r>
              </a:p>
              <a:p>
                <a:r>
                  <a:rPr lang="en-US" b="0" dirty="0"/>
                  <a:t>Horizontal </a:t>
                </a:r>
                <a:r>
                  <a:rPr lang="en-US" b="0" dirty="0" err="1"/>
                  <a:t>speed:</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h</m:t>
                        </m:r>
                      </m:sub>
                    </m:sSub>
                    <m:r>
                      <a:rPr lang="en-US" b="0" i="1" smtClean="0">
                        <a:latin typeface="Cambria Math" panose="02040503050406030204" pitchFamily="18" charset="0"/>
                      </a:rPr>
                      <m:t>|=0.3</m:t>
                    </m:r>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−1</m:t>
                        </m:r>
                      </m:sup>
                    </m:sSup>
                  </m:oMath>
                </a14:m>
                <a:endParaRPr lang="en-US" b="0" dirty="0"/>
              </a:p>
              <a:p>
                <a:r>
                  <a:rPr lang="en-US" b="0" dirty="0"/>
                  <a:t>Vertical speed:    </a:t>
                </a:r>
                <a14:m>
                  <m:oMath xmlns:m="http://schemas.openxmlformats.org/officeDocument/2006/math">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𝑣</m:t>
                        </m:r>
                      </m:e>
                      <m:sub>
                        <m:r>
                          <a:rPr lang="en-US" b="0" i="1" smtClean="0">
                            <a:latin typeface="Cambria Math" panose="02040503050406030204" pitchFamily="18" charset="0"/>
                          </a:rPr>
                          <m:t>𝑣</m:t>
                        </m:r>
                      </m:sub>
                    </m:sSub>
                    <m:r>
                      <a:rPr lang="en-US" b="0" i="1">
                        <a:latin typeface="Cambria Math" panose="02040503050406030204" pitchFamily="18" charset="0"/>
                      </a:rPr>
                      <m:t>|=0.</m:t>
                    </m:r>
                    <m:r>
                      <a:rPr lang="en-US" b="0" i="1" smtClean="0">
                        <a:latin typeface="Cambria Math" panose="02040503050406030204" pitchFamily="18" charset="0"/>
                      </a:rPr>
                      <m:t>2</m:t>
                    </m:r>
                    <m:r>
                      <a:rPr lang="en-US" b="0" i="1">
                        <a:latin typeface="Cambria Math" panose="02040503050406030204" pitchFamily="18" charset="0"/>
                      </a:rPr>
                      <m:t>𝑚</m:t>
                    </m:r>
                    <m:sSup>
                      <m:sSupPr>
                        <m:ctrlPr>
                          <a:rPr lang="en-US" b="0" i="1">
                            <a:latin typeface="Cambria Math" panose="02040503050406030204" pitchFamily="18" charset="0"/>
                          </a:rPr>
                        </m:ctrlPr>
                      </m:sSupPr>
                      <m:e>
                        <m:r>
                          <a:rPr lang="en-US" b="0" i="1">
                            <a:latin typeface="Cambria Math" panose="02040503050406030204" pitchFamily="18" charset="0"/>
                          </a:rPr>
                          <m:t>𝑠</m:t>
                        </m:r>
                      </m:e>
                      <m:sup>
                        <m:r>
                          <a:rPr lang="en-US" b="0" i="1">
                            <a:latin typeface="Cambria Math" panose="02040503050406030204" pitchFamily="18" charset="0"/>
                          </a:rPr>
                          <m:t>−1</m:t>
                        </m:r>
                      </m:sup>
                    </m:sSup>
                  </m:oMath>
                </a14:m>
                <a:endParaRPr lang="en-US" b="0" dirty="0"/>
              </a:p>
              <a:p>
                <a:r>
                  <a:rPr lang="en-US" b="0" dirty="0"/>
                  <a:t>Power: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≥50</m:t>
                    </m:r>
                    <m:r>
                      <a:rPr lang="en-US" b="0" i="1" smtClean="0">
                        <a:latin typeface="Cambria Math" panose="02040503050406030204" pitchFamily="18" charset="0"/>
                      </a:rPr>
                      <m:t>𝑤</m:t>
                    </m:r>
                  </m:oMath>
                </a14:m>
                <a:endParaRPr lang="en-US" b="0" dirty="0"/>
              </a:p>
              <a:p>
                <a:r>
                  <a:rPr lang="en-US" dirty="0"/>
                  <a:t>Cruise:</a:t>
                </a:r>
              </a:p>
              <a:p>
                <a:r>
                  <a:rPr lang="en-US" b="0" dirty="0"/>
                  <a:t>Vertical speed: </a:t>
                </a:r>
                <a14:m>
                  <m:oMath xmlns:m="http://schemas.openxmlformats.org/officeDocument/2006/math">
                    <m:r>
                      <a:rPr lang="en-US" b="0" dirty="0">
                        <a:latin typeface="Cambria Math" panose="02040503050406030204" pitchFamily="18" charset="0"/>
                      </a:rPr>
                      <m:t> </m:t>
                    </m:r>
                    <m:r>
                      <a:rPr lang="en-US" b="0" i="0" dirty="0" smtClean="0">
                        <a:latin typeface="Cambria Math" panose="02040503050406030204" pitchFamily="18" charset="0"/>
                      </a:rPr>
                      <m:t>−0.6</m:t>
                    </m:r>
                    <m:r>
                      <a:rPr lang="en-US" b="0" i="0" smtClean="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𝑣</m:t>
                        </m:r>
                      </m:e>
                      <m:sub>
                        <m:r>
                          <a:rPr lang="en-US" b="0" i="1">
                            <a:latin typeface="Cambria Math" panose="02040503050406030204" pitchFamily="18" charset="0"/>
                          </a:rPr>
                          <m:t>𝑣</m:t>
                        </m:r>
                      </m:sub>
                    </m:sSub>
                    <m:r>
                      <a:rPr lang="en-US" b="0" i="1" smtClean="0">
                        <a:latin typeface="Cambria Math" panose="02040503050406030204" pitchFamily="18" charset="0"/>
                      </a:rPr>
                      <m:t>≤</m:t>
                    </m:r>
                    <m:r>
                      <a:rPr lang="en-US" b="0" i="1">
                        <a:latin typeface="Cambria Math" panose="02040503050406030204" pitchFamily="18" charset="0"/>
                      </a:rPr>
                      <m:t>0.</m:t>
                    </m:r>
                    <m:r>
                      <a:rPr lang="en-US" b="0" i="1" smtClean="0">
                        <a:latin typeface="Cambria Math" panose="02040503050406030204" pitchFamily="18" charset="0"/>
                      </a:rPr>
                      <m:t>6</m:t>
                    </m:r>
                    <m:r>
                      <a:rPr lang="en-US" b="0" i="1">
                        <a:latin typeface="Cambria Math" panose="02040503050406030204" pitchFamily="18" charset="0"/>
                      </a:rPr>
                      <m:t>𝑚</m:t>
                    </m:r>
                    <m:sSup>
                      <m:sSupPr>
                        <m:ctrlPr>
                          <a:rPr lang="en-US" b="0" i="1">
                            <a:latin typeface="Cambria Math" panose="02040503050406030204" pitchFamily="18" charset="0"/>
                          </a:rPr>
                        </m:ctrlPr>
                      </m:sSupPr>
                      <m:e>
                        <m:r>
                          <a:rPr lang="en-US" b="0" i="1">
                            <a:latin typeface="Cambria Math" panose="02040503050406030204" pitchFamily="18" charset="0"/>
                          </a:rPr>
                          <m:t>𝑠</m:t>
                        </m:r>
                      </m:e>
                      <m:sup>
                        <m:r>
                          <a:rPr lang="en-US" b="0" i="1">
                            <a:latin typeface="Cambria Math" panose="02040503050406030204" pitchFamily="18" charset="0"/>
                          </a:rPr>
                          <m:t>−1</m:t>
                        </m:r>
                      </m:sup>
                    </m:sSup>
                  </m:oMath>
                </a14:m>
                <a:endParaRPr lang="en-US" b="0" dirty="0"/>
              </a:p>
              <a:p>
                <a:r>
                  <a:rPr lang="en-US" dirty="0"/>
                  <a:t>Climb:</a:t>
                </a:r>
              </a:p>
              <a:p>
                <a:r>
                  <a:rPr lang="en-US" b="0" dirty="0"/>
                  <a:t>Vertical speed: : </a:t>
                </a:r>
                <a14:m>
                  <m:oMath xmlns:m="http://schemas.openxmlformats.org/officeDocument/2006/math">
                    <m:r>
                      <a:rPr lang="en-US" b="0" dirty="0">
                        <a:latin typeface="Cambria Math" panose="02040503050406030204" pitchFamily="18" charset="0"/>
                      </a:rPr>
                      <m:t> </m:t>
                    </m:r>
                    <m:sSub>
                      <m:sSubPr>
                        <m:ctrlPr>
                          <a:rPr lang="en-US" b="0" i="1">
                            <a:latin typeface="Cambria Math" panose="02040503050406030204" pitchFamily="18" charset="0"/>
                          </a:rPr>
                        </m:ctrlPr>
                      </m:sSubPr>
                      <m:e>
                        <m:r>
                          <a:rPr lang="en-US" b="0" i="1">
                            <a:latin typeface="Cambria Math" panose="02040503050406030204" pitchFamily="18" charset="0"/>
                          </a:rPr>
                          <m:t>𝑣</m:t>
                        </m:r>
                      </m:e>
                      <m:sub>
                        <m:r>
                          <a:rPr lang="en-US" b="0" i="1">
                            <a:latin typeface="Cambria Math" panose="02040503050406030204" pitchFamily="18" charset="0"/>
                          </a:rPr>
                          <m:t>𝑣</m:t>
                        </m:r>
                      </m:sub>
                    </m:sSub>
                    <m:r>
                      <a:rPr lang="en-US" b="0" i="1" smtClean="0">
                        <a:latin typeface="Cambria Math" panose="02040503050406030204" pitchFamily="18" charset="0"/>
                      </a:rPr>
                      <m:t>&gt;</m:t>
                    </m:r>
                    <m:r>
                      <a:rPr lang="en-US" b="0" i="1">
                        <a:latin typeface="Cambria Math" panose="02040503050406030204" pitchFamily="18" charset="0"/>
                      </a:rPr>
                      <m:t>0.6</m:t>
                    </m:r>
                    <m:r>
                      <a:rPr lang="en-US" b="0" i="1">
                        <a:latin typeface="Cambria Math" panose="02040503050406030204" pitchFamily="18" charset="0"/>
                      </a:rPr>
                      <m:t>𝑚</m:t>
                    </m:r>
                    <m:sSup>
                      <m:sSupPr>
                        <m:ctrlPr>
                          <a:rPr lang="en-US" b="0" i="1">
                            <a:latin typeface="Cambria Math" panose="02040503050406030204" pitchFamily="18" charset="0"/>
                          </a:rPr>
                        </m:ctrlPr>
                      </m:sSupPr>
                      <m:e>
                        <m:r>
                          <a:rPr lang="en-US" b="0" i="1">
                            <a:latin typeface="Cambria Math" panose="02040503050406030204" pitchFamily="18" charset="0"/>
                          </a:rPr>
                          <m:t>𝑠</m:t>
                        </m:r>
                      </m:e>
                      <m:sup>
                        <m:r>
                          <a:rPr lang="en-US" b="0" i="1">
                            <a:latin typeface="Cambria Math" panose="02040503050406030204" pitchFamily="18" charset="0"/>
                          </a:rPr>
                          <m:t>−1</m:t>
                        </m:r>
                      </m:sup>
                    </m:sSup>
                  </m:oMath>
                </a14:m>
                <a:endParaRPr lang="en-US" b="0" dirty="0"/>
              </a:p>
              <a:p>
                <a:r>
                  <a:rPr lang="en-US" dirty="0"/>
                  <a:t>Descent:</a:t>
                </a:r>
              </a:p>
              <a:p>
                <a:r>
                  <a:rPr lang="en-US" b="0" dirty="0"/>
                  <a:t>Vertical speed:   </a:t>
                </a:r>
                <a14:m>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𝑣</m:t>
                        </m:r>
                      </m:e>
                      <m:sub>
                        <m:r>
                          <a:rPr lang="en-US" b="0" i="1">
                            <a:latin typeface="Cambria Math" panose="02040503050406030204" pitchFamily="18" charset="0"/>
                          </a:rPr>
                          <m:t>𝑣</m:t>
                        </m:r>
                      </m:sub>
                    </m:sSub>
                    <m:r>
                      <a:rPr lang="en-US" b="0" i="1" smtClean="0">
                        <a:latin typeface="Cambria Math" panose="02040503050406030204" pitchFamily="18" charset="0"/>
                      </a:rPr>
                      <m:t>&lt;−</m:t>
                    </m:r>
                    <m:r>
                      <a:rPr lang="en-US" b="0" i="1">
                        <a:latin typeface="Cambria Math" panose="02040503050406030204" pitchFamily="18" charset="0"/>
                      </a:rPr>
                      <m:t>0.6</m:t>
                    </m:r>
                    <m:r>
                      <a:rPr lang="en-US" b="0" i="1">
                        <a:latin typeface="Cambria Math" panose="02040503050406030204" pitchFamily="18" charset="0"/>
                      </a:rPr>
                      <m:t>𝑚</m:t>
                    </m:r>
                    <m:sSup>
                      <m:sSupPr>
                        <m:ctrlPr>
                          <a:rPr lang="en-US" b="0" i="1">
                            <a:latin typeface="Cambria Math" panose="02040503050406030204" pitchFamily="18" charset="0"/>
                          </a:rPr>
                        </m:ctrlPr>
                      </m:sSupPr>
                      <m:e>
                        <m:r>
                          <a:rPr lang="en-US" b="0" i="1">
                            <a:latin typeface="Cambria Math" panose="02040503050406030204" pitchFamily="18" charset="0"/>
                          </a:rPr>
                          <m:t>𝑠</m:t>
                        </m:r>
                      </m:e>
                      <m:sup>
                        <m:r>
                          <a:rPr lang="en-US" b="0" i="1">
                            <a:latin typeface="Cambria Math" panose="02040503050406030204" pitchFamily="18" charset="0"/>
                          </a:rPr>
                          <m:t>−1</m:t>
                        </m:r>
                      </m:sup>
                    </m:sSup>
                    <m:r>
                      <a:rPr lang="en-US" b="0" i="1" smtClean="0">
                        <a:latin typeface="Cambria Math" panose="02040503050406030204" pitchFamily="18" charset="0"/>
                      </a:rPr>
                      <m:t>   </m:t>
                    </m:r>
                  </m:oMath>
                </a14:m>
                <a:endParaRPr lang="en-US" b="0" dirty="0"/>
              </a:p>
              <a:p>
                <a:endParaRPr lang="en-US" dirty="0"/>
              </a:p>
              <a:p>
                <a:endParaRPr lang="en-US" dirty="0"/>
              </a:p>
            </p:txBody>
          </p:sp>
        </mc:Choice>
        <mc:Fallback xmlns="">
          <p:sp>
            <p:nvSpPr>
              <p:cNvPr id="4" name="Text Placeholder 3"/>
              <p:cNvSpPr>
                <a:spLocks noRot="1" noChangeAspect="1" noMove="1" noResize="1" noEditPoints="1" noAdjustHandles="1" noChangeArrowheads="1" noChangeShapeType="1" noTextEdit="1"/>
              </p:cNvSpPr>
              <p:nvPr>
                <p:ph type="body" idx="1"/>
              </p:nvPr>
            </p:nvSpPr>
            <p:spPr>
              <a:xfrm>
                <a:off x="674688" y="1484313"/>
                <a:ext cx="5195887" cy="4357687"/>
              </a:xfrm>
              <a:blipFill rotWithShape="1">
                <a:blip r:embed="rId3"/>
                <a:stretch>
                  <a:fillRect l="-6" t="-386" b="-9020"/>
                </a:stretch>
              </a:blipFill>
            </p:spPr>
            <p:txBody>
              <a:bodyPr/>
              <a:lstStyle/>
              <a:p>
                <a:r>
                  <a:rPr lang="en-US"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panose="020B0606030504020204"/>
              <a:buNone/>
            </a:pPr>
            <a:r>
              <a:rPr lang="en-US" dirty="0"/>
              <a:t>Phase segmentation (flight 79)</a:t>
            </a:r>
            <a:endParaRPr dirty="0"/>
          </a:p>
        </p:txBody>
      </p:sp>
      <p:sp>
        <p:nvSpPr>
          <p:cNvPr id="3" name="Text Placeholder 2"/>
          <p:cNvSpPr>
            <a:spLocks noGrp="1"/>
          </p:cNvSpPr>
          <p:nvPr>
            <p:ph type="body" idx="1"/>
          </p:nvPr>
        </p:nvSpPr>
        <p:spPr/>
        <p:txBody>
          <a:bodyPr/>
          <a:lstStyle/>
          <a:p>
            <a:endParaRPr lang="en-US" dirty="0"/>
          </a:p>
        </p:txBody>
      </p:sp>
      <p:pic>
        <p:nvPicPr>
          <p:cNvPr id="7" name="Picture 6"/>
          <p:cNvPicPr>
            <a:picLocks noChangeAspect="1"/>
          </p:cNvPicPr>
          <p:nvPr/>
        </p:nvPicPr>
        <p:blipFill>
          <a:blip r:embed="rId3"/>
          <a:srcRect l="254" t="2542"/>
          <a:stretch>
            <a:fillRect/>
          </a:stretch>
        </p:blipFill>
        <p:spPr>
          <a:xfrm>
            <a:off x="842351" y="1507173"/>
            <a:ext cx="10474938" cy="37925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9"/>
          <p:cNvSpPr txBox="1">
            <a:spLocks noGrp="1"/>
          </p:cNvSpPr>
          <p:nvPr>
            <p:ph type="title"/>
          </p:nvPr>
        </p:nvSpPr>
        <p:spPr>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panose="020B0606030504020204"/>
              <a:buNone/>
            </a:pPr>
            <a:r>
              <a:rPr lang="en-US"/>
              <a:t>Physics based power model development</a:t>
            </a:r>
          </a:p>
        </p:txBody>
      </p:sp>
      <p:sp>
        <p:nvSpPr>
          <p:cNvPr id="4" name="Text Placeholder 3"/>
          <p:cNvSpPr>
            <a:spLocks noGrp="1"/>
          </p:cNvSpPr>
          <p:nvPr>
            <p:ph type="body" idx="1"/>
          </p:nvPr>
        </p:nvSpPr>
        <p:spPr/>
        <p:txBody>
          <a:bodyPr/>
          <a:lstStyle/>
          <a:p>
            <a:endParaRPr lang="en-US"/>
          </a:p>
        </p:txBody>
      </p:sp>
      <p:sp>
        <p:nvSpPr>
          <p:cNvPr id="5" name="Text Placeholder 4"/>
          <p:cNvSpPr>
            <a:spLocks noGrp="1"/>
          </p:cNvSpPr>
          <p:nvPr>
            <p:ph type="body" idx="2"/>
          </p:nvPr>
        </p:nvSpPr>
        <p:spPr/>
        <p:txBody>
          <a:bodyPr/>
          <a:lstStyle/>
          <a:p>
            <a:endParaRPr lang="en-US"/>
          </a:p>
        </p:txBody>
      </p:sp>
      <p:graphicFrame>
        <p:nvGraphicFramePr>
          <p:cNvPr id="355" name="Google Shape;355;p9"/>
          <p:cNvGraphicFramePr/>
          <p:nvPr/>
        </p:nvGraphicFramePr>
        <p:xfrm>
          <a:off x="874713" y="1481138"/>
          <a:ext cx="5195850" cy="4622420"/>
        </p:xfrm>
        <a:graphic>
          <a:graphicData uri="http://schemas.openxmlformats.org/drawingml/2006/table">
            <a:tbl>
              <a:tblPr firstRow="1" bandRow="1">
                <a:noFill/>
                <a:tableStyleId>{F5C11C54-A5FA-420C-9B6D-B5A98925737E}</a:tableStyleId>
              </a:tblPr>
              <a:tblGrid>
                <a:gridCol w="1595425">
                  <a:extLst>
                    <a:ext uri="{9D8B030D-6E8A-4147-A177-3AD203B41FA5}">
                      <a16:colId xmlns:a16="http://schemas.microsoft.com/office/drawing/2014/main" val="20000"/>
                    </a:ext>
                  </a:extLst>
                </a:gridCol>
                <a:gridCol w="1251100">
                  <a:extLst>
                    <a:ext uri="{9D8B030D-6E8A-4147-A177-3AD203B41FA5}">
                      <a16:colId xmlns:a16="http://schemas.microsoft.com/office/drawing/2014/main" val="20001"/>
                    </a:ext>
                  </a:extLst>
                </a:gridCol>
                <a:gridCol w="2349325">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en-US" sz="1800" u="none" strike="noStrike" cap="none"/>
                        <a:t>Parameter</a:t>
                      </a:r>
                    </a:p>
                  </a:txBody>
                  <a:tcPr marL="91450" marR="91450" marT="45725" marB="45725"/>
                </a:tc>
                <a:tc>
                  <a:txBody>
                    <a:bodyPr/>
                    <a:lstStyle/>
                    <a:p>
                      <a:pPr marL="0" marR="0" lvl="0" indent="0" algn="ctr" rtl="0">
                        <a:spcBef>
                          <a:spcPts val="0"/>
                        </a:spcBef>
                        <a:spcAft>
                          <a:spcPts val="0"/>
                        </a:spcAft>
                        <a:buNone/>
                      </a:pPr>
                      <a:r>
                        <a:rPr lang="en-US" sz="1800"/>
                        <a:t>Symbol</a:t>
                      </a:r>
                    </a:p>
                  </a:txBody>
                  <a:tcPr marL="91450" marR="91450" marT="45725" marB="45725"/>
                </a:tc>
                <a:tc>
                  <a:txBody>
                    <a:bodyPr/>
                    <a:lstStyle/>
                    <a:p>
                      <a:pPr marL="0" marR="0" lvl="0" indent="0" algn="ctr" rtl="0">
                        <a:spcBef>
                          <a:spcPts val="0"/>
                        </a:spcBef>
                        <a:spcAft>
                          <a:spcPts val="0"/>
                        </a:spcAft>
                        <a:buNone/>
                      </a:pPr>
                      <a:r>
                        <a:rPr lang="en-US" sz="1800"/>
                        <a:t>Value</a:t>
                      </a: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Gravity</a:t>
                      </a:r>
                    </a:p>
                  </a:txBody>
                  <a:tcPr marL="91450" marR="91450" marT="45725" marB="45725"/>
                </a:tc>
                <a:tc>
                  <a:txBody>
                    <a:bodyPr/>
                    <a:lstStyle/>
                    <a:p>
                      <a:pPr marL="0" marR="0" lvl="0" indent="0" algn="l" rtl="0">
                        <a:spcBef>
                          <a:spcPts val="0"/>
                        </a:spcBef>
                        <a:spcAft>
                          <a:spcPts val="0"/>
                        </a:spcAft>
                        <a:buNone/>
                      </a:pPr>
                      <a:r>
                        <a:rPr lang="en-US" sz="1800"/>
                        <a:t>g</a:t>
                      </a:r>
                    </a:p>
                  </a:txBody>
                  <a:tcPr marL="91450" marR="91450" marT="45725" marB="45725"/>
                </a:tc>
                <a:tc>
                  <a:txBody>
                    <a:bodyPr/>
                    <a:lstStyle/>
                    <a:p>
                      <a:pPr marL="0" marR="0" lvl="0" indent="0" algn="l" rtl="0">
                        <a:spcBef>
                          <a:spcPts val="0"/>
                        </a:spcBef>
                        <a:spcAft>
                          <a:spcPts val="0"/>
                        </a:spcAft>
                        <a:buNone/>
                      </a:pPr>
                      <a:r>
                        <a:rPr lang="en-US" sz="1800"/>
                        <a:t>9.81 ms</a:t>
                      </a:r>
                      <a:r>
                        <a:rPr lang="en-US" sz="1800" baseline="30000"/>
                        <a:t>-2</a:t>
                      </a:r>
                    </a:p>
                  </a:txBody>
                  <a:tcPr marL="91450" marR="91450" marT="45725" marB="45725"/>
                </a:tc>
                <a:extLst>
                  <a:ext uri="{0D108BD9-81ED-4DB2-BD59-A6C34878D82A}">
                    <a16:rowId xmlns:a16="http://schemas.microsoft.com/office/drawing/2014/main" val="10001"/>
                  </a:ext>
                </a:extLst>
              </a:tr>
              <a:tr h="421825">
                <a:tc>
                  <a:txBody>
                    <a:bodyPr/>
                    <a:lstStyle/>
                    <a:p>
                      <a:pPr marL="0" marR="0" lvl="0" indent="0" algn="l" rtl="0">
                        <a:spcBef>
                          <a:spcPts val="0"/>
                        </a:spcBef>
                        <a:spcAft>
                          <a:spcPts val="0"/>
                        </a:spcAft>
                        <a:buNone/>
                      </a:pPr>
                      <a:r>
                        <a:rPr lang="en-US" sz="1800"/>
                        <a:t>Air Density</a:t>
                      </a:r>
                    </a:p>
                  </a:txBody>
                  <a:tcPr marL="91450" marR="91450" marT="45725" marB="45725"/>
                </a:tc>
                <a:tc>
                  <a:txBody>
                    <a:bodyPr/>
                    <a:lstStyle/>
                    <a:p>
                      <a:pPr marL="0" marR="0" lvl="0" indent="0" algn="l" rtl="0">
                        <a:spcBef>
                          <a:spcPts val="0"/>
                        </a:spcBef>
                        <a:spcAft>
                          <a:spcPts val="0"/>
                        </a:spcAft>
                        <a:buNone/>
                      </a:pPr>
                      <a:r>
                        <a:rPr lang="en-US" sz="1800"/>
                        <a:t>ρ</a:t>
                      </a:r>
                      <a:endParaRPr sz="1800"/>
                    </a:p>
                  </a:txBody>
                  <a:tcPr marL="91450" marR="91450" marT="45725" marB="45725"/>
                </a:tc>
                <a:tc>
                  <a:txBody>
                    <a:bodyPr/>
                    <a:lstStyle/>
                    <a:p>
                      <a:pPr marL="0" marR="0" lvl="0" indent="0" algn="l" rtl="0">
                        <a:spcBef>
                          <a:spcPts val="0"/>
                        </a:spcBef>
                        <a:spcAft>
                          <a:spcPts val="0"/>
                        </a:spcAft>
                        <a:buNone/>
                      </a:pPr>
                      <a:r>
                        <a:rPr lang="en-US" sz="1800" dirty="0"/>
                        <a:t>1.225 kgm</a:t>
                      </a:r>
                      <a:r>
                        <a:rPr lang="en-US" sz="1800" baseline="30000" dirty="0"/>
                        <a:t>-3</a:t>
                      </a:r>
                      <a:endParaRPr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Takeoff mass</a:t>
                      </a:r>
                    </a:p>
                  </a:txBody>
                  <a:tcPr marL="91450" marR="91450" marT="45725" marB="45725"/>
                </a:tc>
                <a:tc>
                  <a:txBody>
                    <a:bodyPr/>
                    <a:lstStyle/>
                    <a:p>
                      <a:pPr marL="0" marR="0" lvl="0" indent="0" algn="l" rtl="0">
                        <a:spcBef>
                          <a:spcPts val="0"/>
                        </a:spcBef>
                        <a:spcAft>
                          <a:spcPts val="0"/>
                        </a:spcAft>
                        <a:buNone/>
                      </a:pPr>
                      <a:r>
                        <a:rPr lang="en-US" sz="1800" dirty="0" err="1"/>
                        <a:t>m</a:t>
                      </a:r>
                      <a:r>
                        <a:rPr lang="en-US" sz="1800" baseline="-25000" dirty="0" err="1"/>
                        <a:t>o</a:t>
                      </a:r>
                      <a:endParaRPr sz="1800" baseline="-25000" dirty="0"/>
                    </a:p>
                  </a:txBody>
                  <a:tcPr marL="91450" marR="91450" marT="45725" marB="45725"/>
                </a:tc>
                <a:tc>
                  <a:txBody>
                    <a:bodyPr/>
                    <a:lstStyle/>
                    <a:p>
                      <a:pPr marL="0" marR="0" lvl="0" indent="0" algn="l" rtl="0">
                        <a:spcBef>
                          <a:spcPts val="0"/>
                        </a:spcBef>
                        <a:spcAft>
                          <a:spcPts val="0"/>
                        </a:spcAft>
                        <a:buNone/>
                      </a:pPr>
                      <a:r>
                        <a:rPr lang="en-US" sz="1800" dirty="0"/>
                        <a:t>3.68 kg</a:t>
                      </a:r>
                      <a:endParaRPr dirty="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Payload</a:t>
                      </a:r>
                    </a:p>
                  </a:txBody>
                  <a:tcPr marL="91450" marR="91450" marT="45725" marB="45725"/>
                </a:tc>
                <a:tc>
                  <a:txBody>
                    <a:bodyPr/>
                    <a:lstStyle/>
                    <a:p>
                      <a:pPr marL="0" marR="0" lvl="0" indent="0" algn="l" rtl="0">
                        <a:spcBef>
                          <a:spcPts val="0"/>
                        </a:spcBef>
                        <a:spcAft>
                          <a:spcPts val="0"/>
                        </a:spcAft>
                        <a:buNone/>
                      </a:pPr>
                      <a:r>
                        <a:rPr lang="en-US" sz="1800"/>
                        <a:t>p</a:t>
                      </a:r>
                    </a:p>
                  </a:txBody>
                  <a:tcPr marL="91450" marR="91450" marT="45725" marB="45725"/>
                </a:tc>
                <a:tc>
                  <a:txBody>
                    <a:bodyPr/>
                    <a:lstStyle/>
                    <a:p>
                      <a:pPr marL="0" marR="0" lvl="0" indent="0" algn="l" rtl="0">
                        <a:spcBef>
                          <a:spcPts val="0"/>
                        </a:spcBef>
                        <a:spcAft>
                          <a:spcPts val="0"/>
                        </a:spcAft>
                        <a:buNone/>
                      </a:pPr>
                      <a:r>
                        <a:rPr lang="en-US" sz="1800"/>
                        <a:t>0, 0.25, 0.5, 0.75 kg</a:t>
                      </a: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Total mass</a:t>
                      </a:r>
                    </a:p>
                  </a:txBody>
                  <a:tcPr marL="91450" marR="91450" marT="45725" marB="45725"/>
                </a:tc>
                <a:tc>
                  <a:txBody>
                    <a:bodyPr/>
                    <a:lstStyle/>
                    <a:p>
                      <a:pPr marL="0" marR="0" lvl="0" indent="0" algn="l" rtl="0">
                        <a:spcBef>
                          <a:spcPts val="0"/>
                        </a:spcBef>
                        <a:spcAft>
                          <a:spcPts val="0"/>
                        </a:spcAft>
                        <a:buNone/>
                      </a:pPr>
                      <a:r>
                        <a:rPr lang="en-US" sz="1800"/>
                        <a:t>M</a:t>
                      </a:r>
                    </a:p>
                  </a:txBody>
                  <a:tcPr marL="91450" marR="91450" marT="45725" marB="45725"/>
                </a:tc>
                <a:tc>
                  <a:txBody>
                    <a:bodyPr/>
                    <a:lstStyle/>
                    <a:p>
                      <a:pPr marL="0" marR="0" lvl="0" indent="0" algn="l" rtl="0">
                        <a:spcBef>
                          <a:spcPts val="0"/>
                        </a:spcBef>
                        <a:spcAft>
                          <a:spcPts val="0"/>
                        </a:spcAft>
                        <a:buNone/>
                      </a:pPr>
                      <a:r>
                        <a:rPr lang="en-US" sz="1800"/>
                        <a:t>m0 + p</a:t>
                      </a:r>
                    </a:p>
                  </a:txBody>
                  <a:tcPr marL="91450" marR="91450" marT="45725" marB="45725"/>
                </a:tc>
                <a:extLst>
                  <a:ext uri="{0D108BD9-81ED-4DB2-BD59-A6C34878D82A}">
                    <a16:rowId xmlns:a16="http://schemas.microsoft.com/office/drawing/2014/main" val="10005"/>
                  </a:ext>
                </a:extLst>
              </a:tr>
              <a:tr h="426075">
                <a:tc>
                  <a:txBody>
                    <a:bodyPr/>
                    <a:lstStyle/>
                    <a:p>
                      <a:pPr marL="0" marR="0" lvl="0" indent="0" algn="l" rtl="0">
                        <a:spcBef>
                          <a:spcPts val="0"/>
                        </a:spcBef>
                        <a:spcAft>
                          <a:spcPts val="0"/>
                        </a:spcAft>
                        <a:buNone/>
                      </a:pPr>
                      <a:r>
                        <a:rPr lang="en-US" sz="1800"/>
                        <a:t>Weight</a:t>
                      </a:r>
                    </a:p>
                  </a:txBody>
                  <a:tcPr marL="91450" marR="91450" marT="45725" marB="45725"/>
                </a:tc>
                <a:tc>
                  <a:txBody>
                    <a:bodyPr/>
                    <a:lstStyle/>
                    <a:p>
                      <a:pPr marL="0" marR="0" lvl="0" indent="0" algn="l" rtl="0">
                        <a:spcBef>
                          <a:spcPts val="0"/>
                        </a:spcBef>
                        <a:spcAft>
                          <a:spcPts val="0"/>
                        </a:spcAft>
                        <a:buNone/>
                      </a:pPr>
                      <a:r>
                        <a:rPr lang="en-US" sz="1800"/>
                        <a:t>W</a:t>
                      </a:r>
                    </a:p>
                  </a:txBody>
                  <a:tcPr marL="91450" marR="91450" marT="45725" marB="45725"/>
                </a:tc>
                <a:tc>
                  <a:txBody>
                    <a:bodyPr/>
                    <a:lstStyle/>
                    <a:p>
                      <a:pPr marL="0" marR="0" lvl="0" indent="0" algn="l" rtl="0">
                        <a:spcBef>
                          <a:spcPts val="0"/>
                        </a:spcBef>
                        <a:spcAft>
                          <a:spcPts val="0"/>
                        </a:spcAft>
                        <a:buNone/>
                      </a:pPr>
                      <a:r>
                        <a:rPr lang="en-US" sz="1800"/>
                        <a:t>m.g</a:t>
                      </a:r>
                      <a:endParaRPr sz="1800"/>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a:t>Rotor radius</a:t>
                      </a:r>
                    </a:p>
                  </a:txBody>
                  <a:tcPr marL="91450" marR="91450" marT="45725" marB="45725"/>
                </a:tc>
                <a:tc>
                  <a:txBody>
                    <a:bodyPr/>
                    <a:lstStyle/>
                    <a:p>
                      <a:pPr marL="0" marR="0" lvl="0" indent="0" algn="l" rtl="0">
                        <a:spcBef>
                          <a:spcPts val="0"/>
                        </a:spcBef>
                        <a:spcAft>
                          <a:spcPts val="0"/>
                        </a:spcAft>
                        <a:buNone/>
                      </a:pPr>
                      <a:r>
                        <a:rPr lang="en-US" sz="1800"/>
                        <a:t>R</a:t>
                      </a:r>
                      <a:r>
                        <a:rPr lang="en-US" sz="1800" baseline="-25000"/>
                        <a:t>prop</a:t>
                      </a:r>
                      <a:endParaRPr sz="1800" baseline="-25000"/>
                    </a:p>
                  </a:txBody>
                  <a:tcPr marL="91450" marR="91450" marT="45725" marB="45725"/>
                </a:tc>
                <a:tc>
                  <a:txBody>
                    <a:bodyPr/>
                    <a:lstStyle/>
                    <a:p>
                      <a:pPr marL="0" marR="0" lvl="0" indent="0" algn="l" rtl="0">
                        <a:spcBef>
                          <a:spcPts val="0"/>
                        </a:spcBef>
                        <a:spcAft>
                          <a:spcPts val="0"/>
                        </a:spcAft>
                        <a:buNone/>
                      </a:pPr>
                      <a:r>
                        <a:rPr lang="en-US" sz="1800"/>
                        <a:t>0.165 m</a:t>
                      </a:r>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spcBef>
                          <a:spcPts val="0"/>
                        </a:spcBef>
                        <a:spcAft>
                          <a:spcPts val="0"/>
                        </a:spcAft>
                        <a:buNone/>
                      </a:pPr>
                      <a:r>
                        <a:rPr lang="en-US" sz="1800"/>
                        <a:t>Disk area of one rotor</a:t>
                      </a:r>
                    </a:p>
                  </a:txBody>
                  <a:tcPr marL="91450" marR="91450" marT="45725" marB="45725"/>
                </a:tc>
                <a:tc>
                  <a:txBody>
                    <a:bodyPr/>
                    <a:lstStyle/>
                    <a:p>
                      <a:pPr marL="0" marR="0" lvl="0" indent="0" algn="l" rtl="0">
                        <a:spcBef>
                          <a:spcPts val="0"/>
                        </a:spcBef>
                        <a:spcAft>
                          <a:spcPts val="0"/>
                        </a:spcAft>
                        <a:buNone/>
                      </a:pPr>
                      <a:r>
                        <a:rPr lang="en-US" sz="1800"/>
                        <a:t>A</a:t>
                      </a:r>
                      <a:r>
                        <a:rPr lang="en-US" sz="1800" baseline="-25000"/>
                        <a:t>rot = πR2</a:t>
                      </a:r>
                      <a:endParaRPr sz="1800" baseline="-25000"/>
                    </a:p>
                  </a:txBody>
                  <a:tcPr marL="91450" marR="91450" marT="45725" marB="45725"/>
                </a:tc>
                <a:tc>
                  <a:txBody>
                    <a:bodyPr/>
                    <a:lstStyle/>
                    <a:p>
                      <a:pPr marL="0" marR="0" lvl="0" indent="0" algn="l" rtl="0">
                        <a:spcBef>
                          <a:spcPts val="0"/>
                        </a:spcBef>
                        <a:spcAft>
                          <a:spcPts val="0"/>
                        </a:spcAft>
                        <a:buNone/>
                      </a:pPr>
                      <a:r>
                        <a:rPr lang="en-US" sz="1800"/>
                        <a:t>0.085 m</a:t>
                      </a:r>
                      <a:r>
                        <a:rPr lang="en-US" sz="1800" baseline="30000"/>
                        <a:t>2</a:t>
                      </a:r>
                    </a:p>
                  </a:txBody>
                  <a:tcPr marL="91450" marR="91450" marT="45725" marB="45725"/>
                </a:tc>
                <a:extLst>
                  <a:ext uri="{0D108BD9-81ED-4DB2-BD59-A6C34878D82A}">
                    <a16:rowId xmlns:a16="http://schemas.microsoft.com/office/drawing/2014/main" val="10008"/>
                  </a:ext>
                </a:extLst>
              </a:tr>
              <a:tr h="286300">
                <a:tc>
                  <a:txBody>
                    <a:bodyPr/>
                    <a:lstStyle/>
                    <a:p>
                      <a:pPr marL="0" marR="0" lvl="0" indent="0" algn="l" rtl="0">
                        <a:spcBef>
                          <a:spcPts val="0"/>
                        </a:spcBef>
                        <a:spcAft>
                          <a:spcPts val="0"/>
                        </a:spcAft>
                        <a:buNone/>
                      </a:pPr>
                      <a:r>
                        <a:rPr lang="en-US" sz="1800"/>
                        <a:t>Total rotor area</a:t>
                      </a:r>
                    </a:p>
                  </a:txBody>
                  <a:tcPr marL="91450" marR="91450" marT="45725" marB="45725"/>
                </a:tc>
                <a:tc>
                  <a:txBody>
                    <a:bodyPr/>
                    <a:lstStyle/>
                    <a:p>
                      <a:pPr marL="0" marR="0" lvl="0" indent="0" algn="l" rtl="0">
                        <a:spcBef>
                          <a:spcPts val="0"/>
                        </a:spcBef>
                        <a:spcAft>
                          <a:spcPts val="0"/>
                        </a:spcAft>
                        <a:buNone/>
                      </a:pPr>
                      <a:r>
                        <a:rPr lang="en-US" sz="1800"/>
                        <a:t>A</a:t>
                      </a:r>
                      <a:r>
                        <a:rPr lang="en-US" sz="1800" baseline="-25000"/>
                        <a:t>tot = </a:t>
                      </a:r>
                      <a:r>
                        <a:rPr lang="en-US" sz="1800"/>
                        <a:t>A</a:t>
                      </a:r>
                      <a:r>
                        <a:rPr lang="en-US" sz="1800" baseline="-25000"/>
                        <a:t>rot . 4</a:t>
                      </a:r>
                      <a:endParaRPr sz="1800" baseline="-25000"/>
                    </a:p>
                  </a:txBody>
                  <a:tcPr marL="91450" marR="91450" marT="45725" marB="45725"/>
                </a:tc>
                <a:tc>
                  <a:txBody>
                    <a:bodyPr/>
                    <a:lstStyle/>
                    <a:p>
                      <a:pPr marL="0" marR="0" lvl="0" indent="0" algn="l" rtl="0">
                        <a:spcBef>
                          <a:spcPts val="0"/>
                        </a:spcBef>
                        <a:spcAft>
                          <a:spcPts val="0"/>
                        </a:spcAft>
                        <a:buNone/>
                      </a:pPr>
                      <a:r>
                        <a:rPr lang="en-US" sz="1800" dirty="0"/>
                        <a:t>0.34 m</a:t>
                      </a:r>
                      <a:r>
                        <a:rPr lang="en-US" sz="1800" baseline="30000" dirty="0"/>
                        <a:t>2</a:t>
                      </a:r>
                      <a:endParaRPr dirty="0"/>
                    </a:p>
                  </a:txBody>
                  <a:tcPr marL="91450" marR="91450" marT="45725" marB="45725"/>
                </a:tc>
                <a:extLst>
                  <a:ext uri="{0D108BD9-81ED-4DB2-BD59-A6C34878D82A}">
                    <a16:rowId xmlns:a16="http://schemas.microsoft.com/office/drawing/2014/main" val="10009"/>
                  </a:ext>
                </a:extLst>
              </a:tr>
            </a:tbl>
          </a:graphicData>
        </a:graphic>
      </p:graphicFrame>
      <p:graphicFrame>
        <p:nvGraphicFramePr>
          <p:cNvPr id="356" name="Google Shape;356;p9"/>
          <p:cNvGraphicFramePr/>
          <p:nvPr/>
        </p:nvGraphicFramePr>
        <p:xfrm>
          <a:off x="6267450" y="1481138"/>
          <a:ext cx="5258400" cy="3664050"/>
        </p:xfrm>
        <a:graphic>
          <a:graphicData uri="http://schemas.openxmlformats.org/drawingml/2006/table">
            <a:tbl>
              <a:tblPr firstRow="1" bandRow="1">
                <a:noFill/>
                <a:tableStyleId>{F5C11C54-A5FA-420C-9B6D-B5A98925737E}</a:tableStyleId>
              </a:tblPr>
              <a:tblGrid>
                <a:gridCol w="1917050">
                  <a:extLst>
                    <a:ext uri="{9D8B030D-6E8A-4147-A177-3AD203B41FA5}">
                      <a16:colId xmlns:a16="http://schemas.microsoft.com/office/drawing/2014/main" val="20000"/>
                    </a:ext>
                  </a:extLst>
                </a:gridCol>
                <a:gridCol w="1588550">
                  <a:extLst>
                    <a:ext uri="{9D8B030D-6E8A-4147-A177-3AD203B41FA5}">
                      <a16:colId xmlns:a16="http://schemas.microsoft.com/office/drawing/2014/main" val="20001"/>
                    </a:ext>
                  </a:extLst>
                </a:gridCol>
                <a:gridCol w="1752800">
                  <a:extLst>
                    <a:ext uri="{9D8B030D-6E8A-4147-A177-3AD203B41FA5}">
                      <a16:colId xmlns:a16="http://schemas.microsoft.com/office/drawing/2014/main" val="20002"/>
                    </a:ext>
                  </a:extLst>
                </a:gridCol>
              </a:tblGrid>
              <a:tr h="399225">
                <a:tc>
                  <a:txBody>
                    <a:bodyPr/>
                    <a:lstStyle/>
                    <a:p>
                      <a:pPr marL="0" marR="0" lvl="0" indent="0" algn="ctr" rtl="0">
                        <a:spcBef>
                          <a:spcPts val="0"/>
                        </a:spcBef>
                        <a:spcAft>
                          <a:spcPts val="0"/>
                        </a:spcAft>
                        <a:buNone/>
                      </a:pPr>
                      <a:r>
                        <a:rPr lang="en-US" sz="1800"/>
                        <a:t>Parameter</a:t>
                      </a:r>
                    </a:p>
                  </a:txBody>
                  <a:tcPr marL="91450" marR="91450" marT="45725" marB="45725"/>
                </a:tc>
                <a:tc>
                  <a:txBody>
                    <a:bodyPr/>
                    <a:lstStyle/>
                    <a:p>
                      <a:pPr marL="0" marR="0" lvl="0" indent="0" algn="ctr" rtl="0">
                        <a:spcBef>
                          <a:spcPts val="0"/>
                        </a:spcBef>
                        <a:spcAft>
                          <a:spcPts val="0"/>
                        </a:spcAft>
                        <a:buNone/>
                      </a:pPr>
                      <a:r>
                        <a:rPr lang="en-US" sz="1800"/>
                        <a:t>Symbol</a:t>
                      </a:r>
                    </a:p>
                  </a:txBody>
                  <a:tcPr marL="91450" marR="91450" marT="45725" marB="45725"/>
                </a:tc>
                <a:tc>
                  <a:txBody>
                    <a:bodyPr/>
                    <a:lstStyle/>
                    <a:p>
                      <a:pPr marL="0" marR="0" lvl="0" indent="0" algn="ctr" rtl="0">
                        <a:spcBef>
                          <a:spcPts val="0"/>
                        </a:spcBef>
                        <a:spcAft>
                          <a:spcPts val="0"/>
                        </a:spcAft>
                        <a:buNone/>
                      </a:pPr>
                      <a:r>
                        <a:rPr lang="en-US" sz="1800"/>
                        <a:t>Value</a:t>
                      </a:r>
                    </a:p>
                  </a:txBody>
                  <a:tcPr marL="91450" marR="91450" marT="45725" marB="45725"/>
                </a:tc>
                <a:extLst>
                  <a:ext uri="{0D108BD9-81ED-4DB2-BD59-A6C34878D82A}">
                    <a16:rowId xmlns:a16="http://schemas.microsoft.com/office/drawing/2014/main" val="10000"/>
                  </a:ext>
                </a:extLst>
              </a:tr>
              <a:tr h="399225">
                <a:tc>
                  <a:txBody>
                    <a:bodyPr/>
                    <a:lstStyle/>
                    <a:p>
                      <a:pPr marL="0" marR="0" lvl="0" indent="0" algn="l" rtl="0">
                        <a:spcBef>
                          <a:spcPts val="0"/>
                        </a:spcBef>
                        <a:spcAft>
                          <a:spcPts val="0"/>
                        </a:spcAft>
                        <a:buNone/>
                      </a:pPr>
                      <a:r>
                        <a:rPr lang="en-US" sz="1800"/>
                        <a:t>Drag coefficient</a:t>
                      </a:r>
                      <a:endParaRPr sz="1800"/>
                    </a:p>
                  </a:txBody>
                  <a:tcPr marL="91450" marR="91450" marT="45725" marB="45725"/>
                </a:tc>
                <a:tc>
                  <a:txBody>
                    <a:bodyPr/>
                    <a:lstStyle/>
                    <a:p>
                      <a:pPr marL="0" marR="0" lvl="0" indent="0" algn="l" rtl="0">
                        <a:spcBef>
                          <a:spcPts val="0"/>
                        </a:spcBef>
                        <a:spcAft>
                          <a:spcPts val="0"/>
                        </a:spcAft>
                        <a:buNone/>
                      </a:pPr>
                      <a:r>
                        <a:rPr lang="en-US" sz="1800"/>
                        <a:t>C</a:t>
                      </a:r>
                      <a:r>
                        <a:rPr lang="en-US" sz="1800" baseline="-25000"/>
                        <a:t>d</a:t>
                      </a:r>
                    </a:p>
                  </a:txBody>
                  <a:tcPr marL="91450" marR="91450" marT="45725" marB="45725"/>
                </a:tc>
                <a:tc>
                  <a:txBody>
                    <a:bodyPr/>
                    <a:lstStyle/>
                    <a:p>
                      <a:pPr marL="0" marR="0" lvl="0" indent="0" algn="l" rtl="0">
                        <a:spcBef>
                          <a:spcPts val="0"/>
                        </a:spcBef>
                        <a:spcAft>
                          <a:spcPts val="0"/>
                        </a:spcAft>
                        <a:buNone/>
                      </a:pPr>
                      <a:r>
                        <a:rPr lang="en-US" sz="1800" dirty="0"/>
                        <a:t>0.32</a:t>
                      </a:r>
                      <a:endParaRPr dirty="0"/>
                    </a:p>
                  </a:txBody>
                  <a:tcPr marL="91450" marR="91450" marT="45725" marB="45725"/>
                </a:tc>
                <a:extLst>
                  <a:ext uri="{0D108BD9-81ED-4DB2-BD59-A6C34878D82A}">
                    <a16:rowId xmlns:a16="http://schemas.microsoft.com/office/drawing/2014/main" val="10001"/>
                  </a:ext>
                </a:extLst>
              </a:tr>
              <a:tr h="689050">
                <a:tc>
                  <a:txBody>
                    <a:bodyPr/>
                    <a:lstStyle/>
                    <a:p>
                      <a:pPr marL="0" marR="0" lvl="0" indent="0" algn="l" rtl="0">
                        <a:spcBef>
                          <a:spcPts val="0"/>
                        </a:spcBef>
                        <a:spcAft>
                          <a:spcPts val="0"/>
                        </a:spcAft>
                        <a:buNone/>
                      </a:pPr>
                      <a:r>
                        <a:rPr lang="en-US" sz="1800" dirty="0"/>
                        <a:t>Reference frontal area</a:t>
                      </a:r>
                      <a:endParaRPr dirty="0"/>
                    </a:p>
                  </a:txBody>
                  <a:tcPr marL="91450" marR="91450" marT="45725" marB="45725"/>
                </a:tc>
                <a:tc>
                  <a:txBody>
                    <a:bodyPr/>
                    <a:lstStyle/>
                    <a:p>
                      <a:pPr marL="0" marR="0" lvl="0" indent="0" algn="l" rtl="0">
                        <a:spcBef>
                          <a:spcPts val="0"/>
                        </a:spcBef>
                        <a:spcAft>
                          <a:spcPts val="0"/>
                        </a:spcAft>
                        <a:buNone/>
                      </a:pPr>
                      <a:r>
                        <a:rPr lang="en-US" sz="1800" dirty="0" err="1"/>
                        <a:t>S</a:t>
                      </a:r>
                      <a:r>
                        <a:rPr lang="en-US" sz="1800" baseline="-25000" dirty="0" err="1"/>
                        <a:t>ref</a:t>
                      </a:r>
                      <a:endParaRPr sz="1800" baseline="-25000" dirty="0"/>
                    </a:p>
                  </a:txBody>
                  <a:tcPr marL="91450" marR="91450" marT="45725" marB="45725"/>
                </a:tc>
                <a:tc>
                  <a:txBody>
                    <a:bodyPr/>
                    <a:lstStyle/>
                    <a:p>
                      <a:pPr marL="0" marR="0" lvl="0" indent="0" algn="l" rtl="0">
                        <a:spcBef>
                          <a:spcPts val="0"/>
                        </a:spcBef>
                        <a:spcAft>
                          <a:spcPts val="0"/>
                        </a:spcAft>
                        <a:buNone/>
                      </a:pPr>
                      <a:r>
                        <a:rPr lang="en-US" sz="1800" dirty="0"/>
                        <a:t>0.06 m</a:t>
                      </a:r>
                      <a:r>
                        <a:rPr lang="en-US" sz="1800" baseline="30000" dirty="0"/>
                        <a:t>2</a:t>
                      </a:r>
                      <a:endParaRPr dirty="0"/>
                    </a:p>
                  </a:txBody>
                  <a:tcPr marL="91450" marR="91450" marT="45725" marB="45725"/>
                </a:tc>
                <a:extLst>
                  <a:ext uri="{0D108BD9-81ED-4DB2-BD59-A6C34878D82A}">
                    <a16:rowId xmlns:a16="http://schemas.microsoft.com/office/drawing/2014/main" val="10002"/>
                  </a:ext>
                </a:extLst>
              </a:tr>
              <a:tr h="399225">
                <a:tc>
                  <a:txBody>
                    <a:bodyPr/>
                    <a:lstStyle/>
                    <a:p>
                      <a:pPr marL="0" marR="0" lvl="0" indent="0" algn="l" rtl="0">
                        <a:spcBef>
                          <a:spcPts val="0"/>
                        </a:spcBef>
                        <a:spcAft>
                          <a:spcPts val="0"/>
                        </a:spcAft>
                        <a:buNone/>
                      </a:pPr>
                      <a:r>
                        <a:rPr lang="en-US" sz="1800"/>
                        <a:t>Wind speed</a:t>
                      </a:r>
                    </a:p>
                  </a:txBody>
                  <a:tcPr marL="91450" marR="91450" marT="45725" marB="45725"/>
                </a:tc>
                <a:tc>
                  <a:txBody>
                    <a:bodyPr/>
                    <a:lstStyle/>
                    <a:p>
                      <a:pPr marL="0" marR="0" lvl="0" indent="0" algn="l" rtl="0">
                        <a:spcBef>
                          <a:spcPts val="0"/>
                        </a:spcBef>
                        <a:spcAft>
                          <a:spcPts val="0"/>
                        </a:spcAft>
                        <a:buNone/>
                      </a:pPr>
                      <a:r>
                        <a:rPr lang="en-US" sz="1800"/>
                        <a:t>v</a:t>
                      </a:r>
                      <a:r>
                        <a:rPr lang="en-US" sz="1800" baseline="-25000"/>
                        <a:t>wind</a:t>
                      </a:r>
                      <a:endParaRPr sz="1800" baseline="-25000"/>
                    </a:p>
                  </a:txBody>
                  <a:tcPr marL="91450" marR="91450" marT="45725" marB="45725"/>
                </a:tc>
                <a:tc>
                  <a:txBody>
                    <a:bodyPr/>
                    <a:lstStyle/>
                    <a:p>
                      <a:pPr marL="0" marR="0" lvl="0" indent="0" algn="l" rtl="0">
                        <a:spcBef>
                          <a:spcPts val="0"/>
                        </a:spcBef>
                        <a:spcAft>
                          <a:spcPts val="0"/>
                        </a:spcAft>
                        <a:buNone/>
                      </a:pPr>
                      <a:r>
                        <a:rPr lang="en-US" sz="1800"/>
                        <a:t>Data set</a:t>
                      </a:r>
                    </a:p>
                  </a:txBody>
                  <a:tcPr marL="91450" marR="91450" marT="45725" marB="45725"/>
                </a:tc>
                <a:extLst>
                  <a:ext uri="{0D108BD9-81ED-4DB2-BD59-A6C34878D82A}">
                    <a16:rowId xmlns:a16="http://schemas.microsoft.com/office/drawing/2014/main" val="10003"/>
                  </a:ext>
                </a:extLst>
              </a:tr>
              <a:tr h="399225">
                <a:tc>
                  <a:txBody>
                    <a:bodyPr/>
                    <a:lstStyle/>
                    <a:p>
                      <a:pPr marL="0" marR="0" lvl="0" indent="0" algn="l" rtl="0">
                        <a:spcBef>
                          <a:spcPts val="0"/>
                        </a:spcBef>
                        <a:spcAft>
                          <a:spcPts val="0"/>
                        </a:spcAft>
                        <a:buNone/>
                      </a:pPr>
                      <a:r>
                        <a:rPr lang="en-US" sz="1800"/>
                        <a:t>Wind angle</a:t>
                      </a:r>
                    </a:p>
                  </a:txBody>
                  <a:tcPr marL="91450" marR="91450" marT="45725" marB="45725"/>
                </a:tc>
                <a:tc>
                  <a:txBody>
                    <a:bodyPr/>
                    <a:lstStyle/>
                    <a:p>
                      <a:pPr marL="0" marR="0" lvl="0" indent="0" algn="l" rtl="0">
                        <a:spcBef>
                          <a:spcPts val="0"/>
                        </a:spcBef>
                        <a:spcAft>
                          <a:spcPts val="0"/>
                        </a:spcAft>
                        <a:buNone/>
                      </a:pPr>
                      <a:r>
                        <a:rPr lang="en-US" sz="1800"/>
                        <a:t>θ </a:t>
                      </a:r>
                    </a:p>
                  </a:txBody>
                  <a:tcPr marL="91450" marR="91450" marT="45725" marB="45725"/>
                </a:tc>
                <a:tc>
                  <a:txBody>
                    <a:bodyPr/>
                    <a:lstStyle/>
                    <a:p>
                      <a:pPr marL="0" marR="0" lvl="0" indent="0" algn="l" rtl="0">
                        <a:spcBef>
                          <a:spcPts val="0"/>
                        </a:spcBef>
                        <a:spcAft>
                          <a:spcPts val="0"/>
                        </a:spcAft>
                        <a:buNone/>
                      </a:pPr>
                      <a:r>
                        <a:rPr lang="en-US" sz="1800"/>
                        <a:t>Data set</a:t>
                      </a:r>
                    </a:p>
                  </a:txBody>
                  <a:tcPr marL="91450" marR="91450" marT="45725" marB="45725"/>
                </a:tc>
                <a:extLst>
                  <a:ext uri="{0D108BD9-81ED-4DB2-BD59-A6C34878D82A}">
                    <a16:rowId xmlns:a16="http://schemas.microsoft.com/office/drawing/2014/main" val="10004"/>
                  </a:ext>
                </a:extLst>
              </a:tr>
              <a:tr h="689050">
                <a:tc>
                  <a:txBody>
                    <a:bodyPr/>
                    <a:lstStyle/>
                    <a:p>
                      <a:pPr marL="0" marR="0" lvl="0" indent="0" algn="l" rtl="0">
                        <a:spcBef>
                          <a:spcPts val="0"/>
                        </a:spcBef>
                        <a:spcAft>
                          <a:spcPts val="0"/>
                        </a:spcAft>
                        <a:buNone/>
                      </a:pPr>
                      <a:r>
                        <a:rPr lang="en-US" sz="1800"/>
                        <a:t>Wind in x-direction</a:t>
                      </a:r>
                    </a:p>
                  </a:txBody>
                  <a:tcPr marL="91450" marR="91450" marT="45725" marB="45725"/>
                </a:tc>
                <a:tc>
                  <a:txBody>
                    <a:bodyPr/>
                    <a:lstStyle/>
                    <a:p>
                      <a:pPr marL="0" marR="0" lvl="0" indent="0" algn="l" rtl="0">
                        <a:spcBef>
                          <a:spcPts val="0"/>
                        </a:spcBef>
                        <a:spcAft>
                          <a:spcPts val="0"/>
                        </a:spcAft>
                        <a:buNone/>
                      </a:pPr>
                      <a:r>
                        <a:rPr lang="en-US" sz="1800"/>
                        <a:t>w</a:t>
                      </a:r>
                      <a:r>
                        <a:rPr lang="en-US" sz="1800" baseline="-25000"/>
                        <a:t>x</a:t>
                      </a:r>
                      <a:endParaRPr sz="1800" baseline="-25000"/>
                    </a:p>
                  </a:txBody>
                  <a:tcPr marL="91450" marR="91450" marT="45725" marB="45725"/>
                </a:tc>
                <a:tc>
                  <a:txBody>
                    <a:bodyPr/>
                    <a:lstStyle/>
                    <a:p>
                      <a:pPr marL="0" marR="0" lvl="0" indent="0" algn="l" rtl="0">
                        <a:spcBef>
                          <a:spcPts val="0"/>
                        </a:spcBef>
                        <a:spcAft>
                          <a:spcPts val="0"/>
                        </a:spcAft>
                        <a:buNone/>
                      </a:pPr>
                      <a:r>
                        <a:rPr lang="en-US" sz="1800"/>
                        <a:t>- v</a:t>
                      </a:r>
                      <a:r>
                        <a:rPr lang="en-US" sz="1800" baseline="-25000"/>
                        <a:t>wind</a:t>
                      </a:r>
                      <a:r>
                        <a:rPr lang="en-US" sz="1800"/>
                        <a:t> .cos(θ)</a:t>
                      </a:r>
                    </a:p>
                  </a:txBody>
                  <a:tcPr marL="91450" marR="91450" marT="45725" marB="45725"/>
                </a:tc>
                <a:extLst>
                  <a:ext uri="{0D108BD9-81ED-4DB2-BD59-A6C34878D82A}">
                    <a16:rowId xmlns:a16="http://schemas.microsoft.com/office/drawing/2014/main" val="10005"/>
                  </a:ext>
                </a:extLst>
              </a:tr>
              <a:tr h="689050">
                <a:tc>
                  <a:txBody>
                    <a:bodyPr/>
                    <a:lstStyle/>
                    <a:p>
                      <a:pPr marL="0" marR="0" lvl="0" indent="0" algn="l" rtl="0">
                        <a:spcBef>
                          <a:spcPts val="0"/>
                        </a:spcBef>
                        <a:spcAft>
                          <a:spcPts val="0"/>
                        </a:spcAft>
                        <a:buNone/>
                      </a:pPr>
                      <a:r>
                        <a:rPr lang="en-US" sz="1800"/>
                        <a:t>Wind in y direction</a:t>
                      </a:r>
                    </a:p>
                  </a:txBody>
                  <a:tcPr marL="91450" marR="91450" marT="45725" marB="45725"/>
                </a:tc>
                <a:tc>
                  <a:txBody>
                    <a:bodyPr/>
                    <a:lstStyle/>
                    <a:p>
                      <a:pPr marL="0" marR="0" lvl="0" indent="0" algn="l" rtl="0">
                        <a:spcBef>
                          <a:spcPts val="0"/>
                        </a:spcBef>
                        <a:spcAft>
                          <a:spcPts val="0"/>
                        </a:spcAft>
                        <a:buNone/>
                      </a:pPr>
                      <a:r>
                        <a:rPr lang="en-US" sz="1800"/>
                        <a:t>w</a:t>
                      </a:r>
                      <a:r>
                        <a:rPr lang="en-US" sz="1800" baseline="-25000"/>
                        <a:t>y</a:t>
                      </a:r>
                      <a:endParaRPr sz="1800" baseline="-25000"/>
                    </a:p>
                  </a:txBody>
                  <a:tcPr marL="91450" marR="91450" marT="45725" marB="45725"/>
                </a:tc>
                <a:tc>
                  <a:txBody>
                    <a:bodyPr/>
                    <a:lstStyle/>
                    <a:p>
                      <a:pPr marL="0" marR="0" lvl="0" indent="0" algn="l" rtl="0">
                        <a:spcBef>
                          <a:spcPts val="0"/>
                        </a:spcBef>
                        <a:spcAft>
                          <a:spcPts val="0"/>
                        </a:spcAft>
                        <a:buNone/>
                      </a:pPr>
                      <a:r>
                        <a:rPr lang="en-US" sz="1800" dirty="0"/>
                        <a:t>-</a:t>
                      </a:r>
                      <a:r>
                        <a:rPr lang="en-US" sz="1800" dirty="0" err="1"/>
                        <a:t>v</a:t>
                      </a:r>
                      <a:r>
                        <a:rPr lang="en-US" sz="1800" baseline="-25000" dirty="0" err="1"/>
                        <a:t>wind</a:t>
                      </a:r>
                      <a:r>
                        <a:rPr lang="en-US" sz="1800" dirty="0"/>
                        <a:t> sin(θ)</a:t>
                      </a:r>
                      <a:endParaRPr dirty="0"/>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Physics based power model development</a:t>
            </a:r>
            <a:endParaRPr lang="en-US"/>
          </a:p>
        </p:txBody>
      </p:sp>
      <p:sp>
        <p:nvSpPr>
          <p:cNvPr id="4" name="Text Placeholder 3"/>
          <p:cNvSpPr>
            <a:spLocks noGrp="1"/>
          </p:cNvSpPr>
          <p:nvPr>
            <p:ph type="body" idx="1"/>
          </p:nvPr>
        </p:nvSpPr>
        <p:spPr>
          <a:xfrm>
            <a:off x="875030" y="1484630"/>
            <a:ext cx="5407660" cy="4357370"/>
          </a:xfrm>
        </p:spPr>
        <p:txBody>
          <a:bodyPr/>
          <a:lstStyle/>
          <a:p>
            <a:r>
              <a:rPr lang="en-US" altLang="en-US"/>
              <a:t>Pitch angle:</a:t>
            </a:r>
          </a:p>
          <a:p>
            <a:endParaRPr lang="en-US" altLang="en-US"/>
          </a:p>
          <a:p>
            <a:pPr marL="514350" indent="-285750">
              <a:buFont typeface="Arial" panose="020B0604020202020204" pitchFamily="34" charset="0"/>
              <a:buChar char="•"/>
            </a:pPr>
            <a:r>
              <a:rPr lang="en-US" altLang="en-US" b="0"/>
              <a:t>Derived from onboard quaternion data</a:t>
            </a:r>
          </a:p>
          <a:p>
            <a:pPr marL="971550" lvl="1" indent="-285750">
              <a:buFont typeface="Arial" panose="020B0604020202020204" pitchFamily="34" charset="0"/>
              <a:buChar char="•"/>
            </a:pPr>
            <a:r>
              <a:rPr lang="en-US" altLang="en-US" b="0"/>
              <a:t>orientation_x / y / z / w (from dataset)</a:t>
            </a:r>
          </a:p>
          <a:p>
            <a:pPr marL="514350" indent="-285750">
              <a:buFont typeface="Arial" panose="020B0604020202020204" pitchFamily="34" charset="0"/>
              <a:buChar char="•"/>
            </a:pPr>
            <a:r>
              <a:rPr lang="en-US" altLang="en-US" b="0"/>
              <a:t>Strongly concentrated around 0</a:t>
            </a:r>
            <a:r>
              <a:rPr lang="" altLang="en-US" b="0"/>
              <a:t>°</a:t>
            </a:r>
          </a:p>
          <a:p>
            <a:pPr marL="514350" indent="-285750">
              <a:buFont typeface="Arial" panose="020B0604020202020204" pitchFamily="34" charset="0"/>
              <a:buChar char="•"/>
            </a:pPr>
            <a:r>
              <a:rPr lang="en-US" altLang="en-US" b="0"/>
              <a:t>Indicates near-level attitude during flight</a:t>
            </a:r>
            <a:endParaRPr lang="" altLang="en-US" b="0"/>
          </a:p>
          <a:p>
            <a:pPr marL="228600" indent="0">
              <a:buFont typeface="Arial" panose="020B0604020202020204" pitchFamily="34" charset="0"/>
            </a:pPr>
            <a:endParaRPr lang="" altLang="en-US" b="0"/>
          </a:p>
          <a:p>
            <a:pPr marL="228600" indent="0">
              <a:buFont typeface="Arial" panose="020B0604020202020204" pitchFamily="34" charset="0"/>
            </a:pPr>
            <a:r>
              <a:rPr lang="en-US" altLang="en-US" b="0">
                <a:latin typeface="Arial" panose="020B0604020202020204" pitchFamily="34" charset="0"/>
                <a:cs typeface="Arial" panose="020B0604020202020204" pitchFamily="34" charset="0"/>
              </a:rPr>
              <a:t>→ </a:t>
            </a:r>
            <a:r>
              <a:rPr lang="en-US" altLang="en-US" b="0"/>
              <a:t>Cd = 0.32 adopted for ~0</a:t>
            </a:r>
            <a:r>
              <a:rPr lang="" altLang="en-US" b="0"/>
              <a:t>°</a:t>
            </a:r>
            <a:r>
              <a:rPr lang="en-US" altLang="en-US" b="0"/>
              <a:t> fuselage pitch,</a:t>
            </a:r>
          </a:p>
          <a:p>
            <a:pPr marL="228600" indent="0">
              <a:buFont typeface="Arial" panose="020B0604020202020204" pitchFamily="34" charset="0"/>
            </a:pPr>
            <a:r>
              <a:rPr lang="en-US" altLang="en-US" b="0"/>
              <a:t>consistent with literature on near-level multirotor flight.</a:t>
            </a:r>
          </a:p>
        </p:txBody>
      </p:sp>
      <p:pic>
        <p:nvPicPr>
          <p:cNvPr id="11" name="Picture Placeholder 10" descr="output"/>
          <p:cNvPicPr>
            <a:picLocks noGrp="1" noChangeAspect="1"/>
          </p:cNvPicPr>
          <p:nvPr>
            <p:ph type="pic" idx="2"/>
          </p:nvPr>
        </p:nvPicPr>
        <p:blipFill>
          <a:blip r:embed="rId3"/>
          <a:srcRect t="6220"/>
          <a:stretch>
            <a:fillRect/>
          </a:stretch>
        </p:blipFill>
        <p:spPr>
          <a:xfrm>
            <a:off x="6282690" y="1919605"/>
            <a:ext cx="5445125" cy="4019550"/>
          </a:xfrm>
          <a:prstGeom prst="rect">
            <a:avLst/>
          </a:prstGeom>
        </p:spPr>
      </p:pic>
      <p:sp>
        <p:nvSpPr>
          <p:cNvPr id="5" name="Text Placeholder 3"/>
          <p:cNvSpPr>
            <a:spLocks noGrp="1"/>
          </p:cNvSpPr>
          <p:nvPr/>
        </p:nvSpPr>
        <p:spPr>
          <a:xfrm>
            <a:off x="6531928" y="1481138"/>
            <a:ext cx="5195887" cy="4360862"/>
          </a:xfrm>
          <a:prstGeom prst="rect">
            <a:avLst/>
          </a:prstGeom>
          <a:noFill/>
          <a:ln>
            <a:noFill/>
          </a:ln>
        </p:spPr>
        <p:txBody>
          <a:bodyPr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600"/>
              </a:spcBef>
              <a:spcAft>
                <a:spcPts val="0"/>
              </a:spcAft>
              <a:buClr>
                <a:schemeClr val="accent1"/>
              </a:buClr>
              <a:buSzPts val="1600"/>
              <a:buFont typeface="Arial" panose="020B0604020202020204"/>
              <a:buNone/>
              <a:defRPr sz="16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1pPr>
            <a:lvl2pPr marL="914400" marR="0" lvl="1" indent="-228600" algn="l" rtl="0">
              <a:lnSpc>
                <a:spcPct val="100000"/>
              </a:lnSpc>
              <a:spcBef>
                <a:spcPts val="600"/>
              </a:spcBef>
              <a:spcAft>
                <a:spcPts val="0"/>
              </a:spcAft>
              <a:buClr>
                <a:schemeClr val="accent1"/>
              </a:buClr>
              <a:buSzPts val="1600"/>
              <a:buFont typeface="Open Sans" panose="020B0606030504020204"/>
              <a:buNone/>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2pPr>
            <a:lvl3pPr marL="1371600" marR="0" lvl="2" indent="-330200" algn="l" rtl="0">
              <a:lnSpc>
                <a:spcPct val="100000"/>
              </a:lnSpc>
              <a:spcBef>
                <a:spcPts val="0"/>
              </a:spcBef>
              <a:spcAft>
                <a:spcPts val="0"/>
              </a:spcAft>
              <a:buClr>
                <a:schemeClr val="accent1"/>
              </a:buClr>
              <a:buSzPts val="1600"/>
              <a:buFont typeface="Arial" panose="020B0604020202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3pPr>
            <a:lvl4pPr marL="1828800" marR="0" lvl="3" indent="-330200" algn="l" rtl="0">
              <a:lnSpc>
                <a:spcPct val="100000"/>
              </a:lnSpc>
              <a:spcBef>
                <a:spcPts val="0"/>
              </a:spcBef>
              <a:spcAft>
                <a:spcPts val="0"/>
              </a:spcAft>
              <a:buClr>
                <a:schemeClr val="accent1"/>
              </a:buClr>
              <a:buSzPts val="1600"/>
              <a:buFont typeface="Open Sans" panose="020B0606030504020204"/>
              <a:buChar char="–"/>
              <a:defRPr sz="16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4pPr>
            <a:lvl5pPr marL="2286000" marR="0" lvl="4" indent="-228600" algn="l" rtl="0">
              <a:lnSpc>
                <a:spcPct val="100000"/>
              </a:lnSpc>
              <a:spcBef>
                <a:spcPts val="600"/>
              </a:spcBef>
              <a:spcAft>
                <a:spcPts val="0"/>
              </a:spcAft>
              <a:buClr>
                <a:schemeClr val="accent1"/>
              </a:buClr>
              <a:buSzPts val="1400"/>
              <a:buFont typeface="Noto Sans Symbols"/>
              <a:buNone/>
              <a:defRPr sz="1400" b="1"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5pPr>
            <a:lvl6pPr marL="2743200" marR="0" lvl="5" indent="-228600" algn="l" rtl="0">
              <a:lnSpc>
                <a:spcPct val="100000"/>
              </a:lnSpc>
              <a:spcBef>
                <a:spcPts val="600"/>
              </a:spcBef>
              <a:spcAft>
                <a:spcPts val="0"/>
              </a:spcAft>
              <a:buClr>
                <a:schemeClr val="accent1"/>
              </a:buClr>
              <a:buSzPts val="1400"/>
              <a:buFont typeface="Arial" panose="020B0604020202020204"/>
              <a:buNone/>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6pPr>
            <a:lvl7pPr marL="3200400" marR="0" lvl="6" indent="-317500" algn="l" rtl="0">
              <a:lnSpc>
                <a:spcPct val="100000"/>
              </a:lnSpc>
              <a:spcBef>
                <a:spcPts val="0"/>
              </a:spcBef>
              <a:spcAft>
                <a:spcPts val="0"/>
              </a:spcAft>
              <a:buClr>
                <a:schemeClr val="accent1"/>
              </a:buClr>
              <a:buSzPts val="1400"/>
              <a:buFont typeface="Arial" panose="020B0604020202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7pPr>
            <a:lvl8pPr marL="3657600" marR="0" lvl="7" indent="-317500" algn="l" rtl="0">
              <a:lnSpc>
                <a:spcPct val="100000"/>
              </a:lnSpc>
              <a:spcBef>
                <a:spcPts val="0"/>
              </a:spcBef>
              <a:spcAft>
                <a:spcPts val="0"/>
              </a:spcAft>
              <a:buClr>
                <a:schemeClr val="accent1"/>
              </a:buClr>
              <a:buSzPts val="1400"/>
              <a:buFont typeface="Open Sans" panose="020B0606030504020204"/>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8pPr>
            <a:lvl9pPr marL="4114800" marR="0" lvl="8" indent="-317500" algn="l" rtl="0">
              <a:lnSpc>
                <a:spcPct val="100000"/>
              </a:lnSpc>
              <a:spcBef>
                <a:spcPts val="0"/>
              </a:spcBef>
              <a:spcAft>
                <a:spcPts val="0"/>
              </a:spcAft>
              <a:buClr>
                <a:schemeClr val="accent1"/>
              </a:buClr>
              <a:buSzPts val="1400"/>
              <a:buFont typeface="Noto Sans Symbols"/>
              <a:buChar char="▪"/>
              <a:defRPr sz="1400" b="0" i="0" u="none" strike="noStrike" cap="none">
                <a:solidFill>
                  <a:schemeClr val="accent1"/>
                </a:solidFill>
                <a:latin typeface="Open Sans" panose="020B0606030504020204"/>
                <a:ea typeface="Open Sans" panose="020B0606030504020204"/>
                <a:cs typeface="Open Sans" panose="020B0606030504020204"/>
                <a:sym typeface="Open Sans" panose="020B0606030504020204"/>
              </a:defRPr>
            </a:lvl9pPr>
          </a:lstStyle>
          <a:p>
            <a:r>
              <a:rPr lang="en-US" altLang="en-US" dirty="0"/>
              <a:t>Histogram of Pitch Angle</a:t>
            </a:r>
            <a:r>
              <a:rPr lang="en-US"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10"/>
          <p:cNvSpPr txBox="1">
            <a:spLocks noGrp="1"/>
          </p:cNvSpPr>
          <p:nvPr>
            <p:ph type="title"/>
          </p:nvPr>
        </p:nvSpPr>
        <p:spPr>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panose="020B0606030504020204"/>
              <a:buNone/>
            </a:pPr>
            <a:r>
              <a:rPr lang="en-US" dirty="0"/>
              <a:t>Physics equations for different phases</a:t>
            </a:r>
            <a:endParaRPr dirty="0"/>
          </a:p>
        </p:txBody>
      </p:sp>
      <p:sp>
        <p:nvSpPr>
          <p:cNvPr id="362" name="Google Shape;362;p10"/>
          <p:cNvSpPr txBox="1">
            <a:spLocks noGrp="1"/>
          </p:cNvSpPr>
          <p:nvPr>
            <p:ph type="body" idx="1"/>
          </p:nvPr>
        </p:nvSpPr>
        <p:spPr>
          <a:prstGeom prst="rect">
            <a:avLst/>
          </a:prstGeom>
          <a:blipFill rotWithShape="1">
            <a:blip r:embed="rId3"/>
            <a:stretch>
              <a:fillRect l="-2344" t="-1537"/>
            </a:stretch>
          </a:blipFill>
          <a:ln>
            <a:noFill/>
          </a:ln>
        </p:spPr>
        <p:txBody>
          <a:bodyPr spcFirstLastPara="1" wrap="square" lIns="0" tIns="0" rIns="0" bIns="0" anchor="t" anchorCtr="0">
            <a:noAutofit/>
          </a:bodyPr>
          <a:lstStyle/>
          <a:p>
            <a:pPr marL="0" lvl="0" indent="0" algn="l" rtl="0">
              <a:spcBef>
                <a:spcPts val="0"/>
              </a:spcBef>
              <a:spcAft>
                <a:spcPts val="0"/>
              </a:spcAft>
              <a:buSzPts val="1600"/>
              <a:buNone/>
            </a:pPr>
            <a:r>
              <a:rPr lang="en-US" dirty="0"/>
              <a:t> </a:t>
            </a:r>
            <a:endParaRPr dirty="0"/>
          </a:p>
        </p:txBody>
      </p:sp>
      <p:sp>
        <p:nvSpPr>
          <p:cNvPr id="363" name="Google Shape;363;p10"/>
          <p:cNvSpPr txBox="1">
            <a:spLocks noGrp="1"/>
          </p:cNvSpPr>
          <p:nvPr>
            <p:ph type="body" idx="2"/>
          </p:nvPr>
        </p:nvSpPr>
        <p:spPr>
          <a:prstGeom prst="rect">
            <a:avLst/>
          </a:prstGeom>
          <a:blipFill rotWithShape="1">
            <a:blip r:embed="rId4"/>
            <a:stretch>
              <a:fillRect l="-2346" t="-1537"/>
            </a:stretch>
          </a:blipFill>
          <a:ln>
            <a:noFill/>
          </a:ln>
        </p:spPr>
        <p:txBody>
          <a:bodyPr spcFirstLastPara="1" wrap="square" lIns="0" tIns="0" rIns="0" bIns="0" anchor="t" anchorCtr="0">
            <a:noAutofit/>
          </a:bodyPr>
          <a:lstStyle/>
          <a:p>
            <a:pPr marL="0" lvl="0" indent="0" algn="l" rtl="0">
              <a:spcBef>
                <a:spcPts val="0"/>
              </a:spcBef>
              <a:spcAft>
                <a:spcPts val="0"/>
              </a:spcAft>
              <a:buSzPts val="1600"/>
              <a:buNone/>
            </a:pPr>
            <a:r>
              <a:rPr lang="en-US" dirty="0"/>
              <a:t>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and evaluation metrics</a:t>
            </a:r>
          </a:p>
        </p:txBody>
      </p:sp>
      <p:sp>
        <p:nvSpPr>
          <p:cNvPr id="5" name="Google Shape;370;p11"/>
          <p:cNvSpPr txBox="1">
            <a:spLocks noGrp="1"/>
          </p:cNvSpPr>
          <p:nvPr>
            <p:ph type="body" idx="1"/>
          </p:nvPr>
        </p:nvSpPr>
        <p:spPr>
          <a:prstGeom prst="rect">
            <a:avLst/>
          </a:prstGeom>
          <a:blipFill rotWithShape="1">
            <a:blip r:embed="rId3"/>
            <a:stretch>
              <a:fillRect l="-2464" t="-1396"/>
            </a:stretch>
          </a:blipFill>
          <a:ln>
            <a:noFill/>
          </a:ln>
        </p:spPr>
        <p:txBody>
          <a:bodyPr spcFirstLastPara="1" wrap="square" lIns="0" tIns="0" rIns="0" bIns="0" anchor="t" anchorCtr="0">
            <a:noAutofit/>
          </a:bodyPr>
          <a:lstStyle/>
          <a:p>
            <a:pPr marL="0" lvl="0" indent="0" algn="l" rtl="0">
              <a:spcBef>
                <a:spcPts val="0"/>
              </a:spcBef>
              <a:spcAft>
                <a:spcPts val="0"/>
              </a:spcAft>
              <a:buSzPts val="1600"/>
              <a:buNone/>
            </a:pPr>
            <a:r>
              <a:rPr lang="en-US" dirty="0"/>
              <a:t> </a:t>
            </a:r>
            <a:endParaRPr dirty="0"/>
          </a:p>
        </p:txBody>
      </p:sp>
      <p:sp>
        <p:nvSpPr>
          <p:cNvPr id="3" name="Picture Placeholder 2"/>
          <p:cNvSpPr>
            <a:spLocks noGrp="1"/>
          </p:cNvSpPr>
          <p:nvPr>
            <p:ph type="pic" idx="4294967295"/>
          </p:nvPr>
        </p:nvSpPr>
        <p:spPr>
          <a:xfrm>
            <a:off x="6321425" y="1458913"/>
            <a:ext cx="5187950" cy="4344987"/>
          </a:xfrm>
        </p:spPr>
        <p:txBody>
          <a:bodyPr/>
          <a:lstStyle/>
          <a:p>
            <a:pPr marL="0" indent="0"/>
            <a:r>
              <a:rPr lang="en-GB" dirty="0"/>
              <a:t>Root Mean square Error(RMSE):</a:t>
            </a:r>
          </a:p>
          <a:p>
            <a:pPr marL="285750" lvl="0" indent="-285750">
              <a:buFont typeface="Arial"/>
              <a:buChar char="•"/>
            </a:pPr>
            <a:r>
              <a:rPr lang="en-GB" b="0" dirty="0"/>
              <a:t>Shows how big error between model and real power</a:t>
            </a:r>
            <a:endParaRPr lang="en-GB" dirty="0"/>
          </a:p>
          <a:p>
            <a:pPr marL="0" lvl="0" indent="0">
              <a:spcBef>
                <a:spcPts val="0"/>
              </a:spcBef>
            </a:pPr>
            <a:r>
              <a:rPr lang="en-GB" dirty="0"/>
              <a:t>Mean Absolute Error(MAE): </a:t>
            </a:r>
          </a:p>
          <a:p>
            <a:pPr marL="285750" lvl="0" indent="-285750">
              <a:buFont typeface="Arial"/>
              <a:buChar char="•"/>
            </a:pPr>
            <a:r>
              <a:rPr lang="en-GB" b="0" dirty="0"/>
              <a:t>Shows how far predict power is from real power</a:t>
            </a:r>
          </a:p>
          <a:p>
            <a:pPr marL="0" lvl="0" indent="0"/>
            <a:r>
              <a:rPr lang="en-GB" dirty="0"/>
              <a:t>Mean Absolute Percentage Error (MAPE):</a:t>
            </a:r>
          </a:p>
          <a:p>
            <a:pPr marL="285750" lvl="0" indent="-285750">
              <a:buFont typeface="Arial"/>
              <a:buChar char="•"/>
            </a:pPr>
            <a:r>
              <a:rPr lang="en-GB" b="0" dirty="0"/>
              <a:t>Measures accuracy in percent (%)</a:t>
            </a:r>
            <a:endParaRPr lang="en-GB" dirty="0"/>
          </a:p>
          <a:p>
            <a:endParaRPr lang="en-DE" dirty="0"/>
          </a:p>
        </p:txBody>
      </p:sp>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7300" y="3925638"/>
            <a:ext cx="3351900" cy="190366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p:cNvGraphicFramePr>
            <a:graphicFrameLocks noGrp="1"/>
          </p:cNvGraphicFramePr>
          <p:nvPr>
            <p:extLst>
              <p:ext uri="{D42A27DB-BD31-4B8C-83A1-F6EECF244321}">
                <p14:modId xmlns:p14="http://schemas.microsoft.com/office/powerpoint/2010/main" val="3966532391"/>
              </p:ext>
            </p:extLst>
          </p:nvPr>
        </p:nvGraphicFramePr>
        <p:xfrm>
          <a:off x="6296024" y="3798568"/>
          <a:ext cx="5187952" cy="2011680"/>
        </p:xfrm>
        <a:graphic>
          <a:graphicData uri="http://schemas.openxmlformats.org/drawingml/2006/table">
            <a:tbl>
              <a:tblPr firstRow="1" bandRow="1">
                <a:tableStyleId>{F5C11C54-A5FA-420C-9B6D-B5A98925737E}</a:tableStyleId>
              </a:tblPr>
              <a:tblGrid>
                <a:gridCol w="1296988">
                  <a:extLst>
                    <a:ext uri="{9D8B030D-6E8A-4147-A177-3AD203B41FA5}">
                      <a16:colId xmlns:a16="http://schemas.microsoft.com/office/drawing/2014/main" val="20000"/>
                    </a:ext>
                  </a:extLst>
                </a:gridCol>
                <a:gridCol w="1296988">
                  <a:extLst>
                    <a:ext uri="{9D8B030D-6E8A-4147-A177-3AD203B41FA5}">
                      <a16:colId xmlns:a16="http://schemas.microsoft.com/office/drawing/2014/main" val="20001"/>
                    </a:ext>
                  </a:extLst>
                </a:gridCol>
                <a:gridCol w="1296988">
                  <a:extLst>
                    <a:ext uri="{9D8B030D-6E8A-4147-A177-3AD203B41FA5}">
                      <a16:colId xmlns:a16="http://schemas.microsoft.com/office/drawing/2014/main" val="20002"/>
                    </a:ext>
                  </a:extLst>
                </a:gridCol>
                <a:gridCol w="1296988">
                  <a:extLst>
                    <a:ext uri="{9D8B030D-6E8A-4147-A177-3AD203B41FA5}">
                      <a16:colId xmlns:a16="http://schemas.microsoft.com/office/drawing/2014/main" val="20003"/>
                    </a:ext>
                  </a:extLst>
                </a:gridCol>
              </a:tblGrid>
              <a:tr h="317277">
                <a:tc>
                  <a:txBody>
                    <a:bodyPr/>
                    <a:lstStyle/>
                    <a:p>
                      <a:r>
                        <a:rPr lang="en-US" sz="1600" b="0" dirty="0"/>
                        <a:t>Segment</a:t>
                      </a:r>
                    </a:p>
                  </a:txBody>
                  <a:tcPr/>
                </a:tc>
                <a:tc>
                  <a:txBody>
                    <a:bodyPr/>
                    <a:lstStyle/>
                    <a:p>
                      <a:r>
                        <a:rPr lang="en-US" sz="1600" b="0" dirty="0"/>
                        <a:t>MAE (W)</a:t>
                      </a:r>
                    </a:p>
                  </a:txBody>
                  <a:tcPr/>
                </a:tc>
                <a:tc>
                  <a:txBody>
                    <a:bodyPr/>
                    <a:lstStyle/>
                    <a:p>
                      <a:r>
                        <a:rPr lang="en-US" sz="1600" b="0" dirty="0"/>
                        <a:t>RMSE (W)</a:t>
                      </a:r>
                    </a:p>
                  </a:txBody>
                  <a:tcPr/>
                </a:tc>
                <a:tc>
                  <a:txBody>
                    <a:bodyPr/>
                    <a:lstStyle/>
                    <a:p>
                      <a:r>
                        <a:rPr lang="en-US" sz="1600" b="0" dirty="0"/>
                        <a:t>MAPE (%)</a:t>
                      </a:r>
                    </a:p>
                  </a:txBody>
                  <a:tcPr/>
                </a:tc>
                <a:extLst>
                  <a:ext uri="{0D108BD9-81ED-4DB2-BD59-A6C34878D82A}">
                    <a16:rowId xmlns:a16="http://schemas.microsoft.com/office/drawing/2014/main" val="10000"/>
                  </a:ext>
                </a:extLst>
              </a:tr>
              <a:tr h="317277">
                <a:tc>
                  <a:txBody>
                    <a:bodyPr/>
                    <a:lstStyle/>
                    <a:p>
                      <a:r>
                        <a:rPr lang="en-US" sz="1600" b="0" dirty="0"/>
                        <a:t>Hover</a:t>
                      </a:r>
                    </a:p>
                  </a:txBody>
                  <a:tcPr/>
                </a:tc>
                <a:tc>
                  <a:txBody>
                    <a:bodyPr/>
                    <a:lstStyle/>
                    <a:p>
                      <a:r>
                        <a:rPr lang="en-US" sz="1600" b="0" dirty="0"/>
                        <a:t>185.36</a:t>
                      </a:r>
                    </a:p>
                  </a:txBody>
                  <a:tcPr/>
                </a:tc>
                <a:tc>
                  <a:txBody>
                    <a:bodyPr/>
                    <a:lstStyle/>
                    <a:p>
                      <a:r>
                        <a:rPr lang="en-US" sz="1600" b="0" dirty="0"/>
                        <a:t>196.14</a:t>
                      </a:r>
                    </a:p>
                  </a:txBody>
                  <a:tcPr/>
                </a:tc>
                <a:tc>
                  <a:txBody>
                    <a:bodyPr/>
                    <a:lstStyle/>
                    <a:p>
                      <a:r>
                        <a:rPr lang="en-US" sz="1600" b="0" dirty="0"/>
                        <a:t>84.86</a:t>
                      </a:r>
                    </a:p>
                  </a:txBody>
                  <a:tcPr/>
                </a:tc>
                <a:extLst>
                  <a:ext uri="{0D108BD9-81ED-4DB2-BD59-A6C34878D82A}">
                    <a16:rowId xmlns:a16="http://schemas.microsoft.com/office/drawing/2014/main" val="10001"/>
                  </a:ext>
                </a:extLst>
              </a:tr>
              <a:tr h="317277">
                <a:tc>
                  <a:txBody>
                    <a:bodyPr/>
                    <a:lstStyle/>
                    <a:p>
                      <a:r>
                        <a:rPr lang="en-US" sz="1600" b="0" dirty="0"/>
                        <a:t>Climb</a:t>
                      </a:r>
                    </a:p>
                  </a:txBody>
                  <a:tcPr/>
                </a:tc>
                <a:tc>
                  <a:txBody>
                    <a:bodyPr/>
                    <a:lstStyle/>
                    <a:p>
                      <a:r>
                        <a:rPr lang="en-US" sz="1600" b="0" dirty="0"/>
                        <a:t>56.99</a:t>
                      </a:r>
                    </a:p>
                  </a:txBody>
                  <a:tcPr/>
                </a:tc>
                <a:tc>
                  <a:txBody>
                    <a:bodyPr/>
                    <a:lstStyle/>
                    <a:p>
                      <a:r>
                        <a:rPr lang="en-US" sz="1600" b="0" dirty="0"/>
                        <a:t>82.64</a:t>
                      </a:r>
                    </a:p>
                  </a:txBody>
                  <a:tcPr/>
                </a:tc>
                <a:tc>
                  <a:txBody>
                    <a:bodyPr/>
                    <a:lstStyle/>
                    <a:p>
                      <a:r>
                        <a:rPr lang="en-US" sz="1600" b="0" dirty="0"/>
                        <a:t>10.48</a:t>
                      </a:r>
                    </a:p>
                  </a:txBody>
                  <a:tcPr/>
                </a:tc>
                <a:extLst>
                  <a:ext uri="{0D108BD9-81ED-4DB2-BD59-A6C34878D82A}">
                    <a16:rowId xmlns:a16="http://schemas.microsoft.com/office/drawing/2014/main" val="10002"/>
                  </a:ext>
                </a:extLst>
              </a:tr>
              <a:tr h="317277">
                <a:tc>
                  <a:txBody>
                    <a:bodyPr/>
                    <a:lstStyle/>
                    <a:p>
                      <a:r>
                        <a:rPr lang="en-US" sz="1600" b="0" dirty="0"/>
                        <a:t>Decent</a:t>
                      </a:r>
                    </a:p>
                  </a:txBody>
                  <a:tcPr/>
                </a:tc>
                <a:tc>
                  <a:txBody>
                    <a:bodyPr/>
                    <a:lstStyle/>
                    <a:p>
                      <a:r>
                        <a:rPr lang="en-US" sz="1600" b="0" dirty="0"/>
                        <a:t>45.71</a:t>
                      </a:r>
                    </a:p>
                  </a:txBody>
                  <a:tcPr/>
                </a:tc>
                <a:tc>
                  <a:txBody>
                    <a:bodyPr/>
                    <a:lstStyle/>
                    <a:p>
                      <a:r>
                        <a:rPr lang="en-US" sz="1600" b="0" dirty="0"/>
                        <a:t>64.36</a:t>
                      </a:r>
                    </a:p>
                  </a:txBody>
                  <a:tcPr/>
                </a:tc>
                <a:tc>
                  <a:txBody>
                    <a:bodyPr/>
                    <a:lstStyle/>
                    <a:p>
                      <a:r>
                        <a:rPr lang="en-US" sz="1600" b="0" dirty="0"/>
                        <a:t>9.58</a:t>
                      </a:r>
                    </a:p>
                  </a:txBody>
                  <a:tcPr/>
                </a:tc>
                <a:extLst>
                  <a:ext uri="{0D108BD9-81ED-4DB2-BD59-A6C34878D82A}">
                    <a16:rowId xmlns:a16="http://schemas.microsoft.com/office/drawing/2014/main" val="10003"/>
                  </a:ext>
                </a:extLst>
              </a:tr>
              <a:tr h="317277">
                <a:tc>
                  <a:txBody>
                    <a:bodyPr/>
                    <a:lstStyle/>
                    <a:p>
                      <a:r>
                        <a:rPr lang="en-US" sz="1600" b="0" dirty="0"/>
                        <a:t>Cruise</a:t>
                      </a:r>
                    </a:p>
                  </a:txBody>
                  <a:tcPr/>
                </a:tc>
                <a:tc>
                  <a:txBody>
                    <a:bodyPr/>
                    <a:lstStyle/>
                    <a:p>
                      <a:r>
                        <a:rPr lang="en-US" sz="1600" b="0" dirty="0"/>
                        <a:t>54.79</a:t>
                      </a:r>
                    </a:p>
                  </a:txBody>
                  <a:tcPr/>
                </a:tc>
                <a:tc>
                  <a:txBody>
                    <a:bodyPr/>
                    <a:lstStyle/>
                    <a:p>
                      <a:r>
                        <a:rPr lang="en-US" sz="1600" b="0" dirty="0"/>
                        <a:t>73.81</a:t>
                      </a:r>
                    </a:p>
                  </a:txBody>
                  <a:tcPr/>
                </a:tc>
                <a:tc>
                  <a:txBody>
                    <a:bodyPr/>
                    <a:lstStyle/>
                    <a:p>
                      <a:r>
                        <a:rPr lang="en-US" sz="1600" b="0" dirty="0"/>
                        <a:t>11.01</a:t>
                      </a:r>
                    </a:p>
                  </a:txBody>
                  <a:tcPr/>
                </a:tc>
                <a:extLst>
                  <a:ext uri="{0D108BD9-81ED-4DB2-BD59-A6C34878D82A}">
                    <a16:rowId xmlns:a16="http://schemas.microsoft.com/office/drawing/2014/main" val="10004"/>
                  </a:ext>
                </a:extLst>
              </a:tr>
              <a:tr h="317277">
                <a:tc>
                  <a:txBody>
                    <a:bodyPr/>
                    <a:lstStyle/>
                    <a:p>
                      <a:r>
                        <a:rPr lang="en-US" sz="1600" b="0" dirty="0"/>
                        <a:t>All Phase</a:t>
                      </a:r>
                    </a:p>
                  </a:txBody>
                  <a:tcPr/>
                </a:tc>
                <a:tc>
                  <a:txBody>
                    <a:bodyPr/>
                    <a:lstStyle/>
                    <a:p>
                      <a:r>
                        <a:rPr lang="en-US" sz="1600" b="1" dirty="0"/>
                        <a:t>59.33</a:t>
                      </a:r>
                    </a:p>
                  </a:txBody>
                  <a:tcPr/>
                </a:tc>
                <a:tc>
                  <a:txBody>
                    <a:bodyPr/>
                    <a:lstStyle/>
                    <a:p>
                      <a:r>
                        <a:rPr lang="en-US" sz="1600" b="1" dirty="0"/>
                        <a:t>83.53</a:t>
                      </a:r>
                    </a:p>
                  </a:txBody>
                  <a:tcPr/>
                </a:tc>
                <a:tc>
                  <a:txBody>
                    <a:bodyPr/>
                    <a:lstStyle/>
                    <a:p>
                      <a:r>
                        <a:rPr lang="en-US" sz="1600" b="1" dirty="0"/>
                        <a:t>14.24</a:t>
                      </a:r>
                    </a:p>
                  </a:txBody>
                  <a:tcPr/>
                </a:tc>
                <a:extLst>
                  <a:ext uri="{0D108BD9-81ED-4DB2-BD59-A6C34878D82A}">
                    <a16:rowId xmlns:a16="http://schemas.microsoft.com/office/drawing/2014/main" val="10005"/>
                  </a:ext>
                </a:extLst>
              </a:tr>
            </a:tbl>
          </a:graphicData>
        </a:graphic>
      </p:graphicFrame>
      <mc:AlternateContent xmlns:mc="http://schemas.openxmlformats.org/markup-compatibility/2006" xmlns:p14="http://schemas.microsoft.com/office/powerpoint/2010/main">
        <mc:Choice Requires="p14">
          <p:contentPart p14:bwMode="auto" r:id="rId5">
            <p14:nvContentPartPr>
              <p14:cNvPr id="16" name="Ink 15"/>
              <p14:cNvContentPartPr/>
              <p14:nvPr/>
            </p14:nvContentPartPr>
            <p14:xfrm>
              <a:off x="4331065" y="2441918"/>
              <a:ext cx="360" cy="360"/>
            </p14:xfrm>
          </p:contentPart>
        </mc:Choice>
        <mc:Fallback xmlns="">
          <p:pic>
            <p:nvPicPr>
              <p:cNvPr id="16" name="Ink 15"/>
            </p:nvPicPr>
            <p:blipFill>
              <a:blip r:embed="rId6"/>
            </p:blipFill>
            <p:spPr>
              <a:xfrm>
                <a:off x="4331065" y="2441918"/>
                <a:ext cx="360" cy="36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17" name="Ink 16"/>
              <p14:cNvContentPartPr/>
              <p14:nvPr/>
            </p14:nvContentPartPr>
            <p14:xfrm>
              <a:off x="8914945" y="1828478"/>
              <a:ext cx="360" cy="360"/>
            </p14:xfrm>
          </p:contentPart>
        </mc:Choice>
        <mc:Fallback xmlns="">
          <p:pic>
            <p:nvPicPr>
              <p:cNvPr id="17" name="Ink 16"/>
            </p:nvPicPr>
            <p:blipFill>
              <a:blip r:embed="rId6"/>
            </p:blipFill>
            <p:spPr>
              <a:xfrm>
                <a:off x="8914945" y="1828478"/>
                <a:ext cx="360" cy="36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18" name="Ink 17"/>
              <p14:cNvContentPartPr/>
              <p14:nvPr/>
            </p14:nvContentPartPr>
            <p14:xfrm>
              <a:off x="3103825" y="2117558"/>
              <a:ext cx="360" cy="360"/>
            </p14:xfrm>
          </p:contentPart>
        </mc:Choice>
        <mc:Fallback xmlns="">
          <p:pic>
            <p:nvPicPr>
              <p:cNvPr id="18" name="Ink 17"/>
            </p:nvPicPr>
            <p:blipFill>
              <a:blip r:embed="rId6"/>
            </p:blipFill>
            <p:spPr>
              <a:xfrm>
                <a:off x="3103825" y="2117558"/>
                <a:ext cx="360" cy="360"/>
              </a:xfrm>
              <a:prstGeom prst="rect"/>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physic model (flight 79) </a:t>
            </a:r>
          </a:p>
        </p:txBody>
      </p:sp>
      <p:pic>
        <p:nvPicPr>
          <p:cNvPr id="9" name="Picture 8"/>
          <p:cNvPicPr>
            <a:picLocks noChangeAspect="1"/>
          </p:cNvPicPr>
          <p:nvPr/>
        </p:nvPicPr>
        <p:blipFill>
          <a:blip r:embed="rId3"/>
          <a:stretch>
            <a:fillRect/>
          </a:stretch>
        </p:blipFill>
        <p:spPr>
          <a:xfrm>
            <a:off x="948456" y="2546265"/>
            <a:ext cx="10506943" cy="3056021"/>
          </a:xfrm>
          <a:prstGeom prst="rect">
            <a:avLst/>
          </a:prstGeom>
        </p:spPr>
      </p:pic>
      <p:pic>
        <p:nvPicPr>
          <p:cNvPr id="10" name="Picture 9"/>
          <p:cNvPicPr>
            <a:picLocks noChangeAspect="1"/>
          </p:cNvPicPr>
          <p:nvPr/>
        </p:nvPicPr>
        <p:blipFill>
          <a:blip r:embed="rId4"/>
          <a:stretch>
            <a:fillRect/>
          </a:stretch>
        </p:blipFill>
        <p:spPr>
          <a:xfrm>
            <a:off x="1648240" y="1711732"/>
            <a:ext cx="4175044" cy="8345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driven energy model</a:t>
            </a:r>
          </a:p>
        </p:txBody>
      </p:sp>
      <p:sp>
        <p:nvSpPr>
          <p:cNvPr id="4" name="Text Placeholder 3"/>
          <p:cNvSpPr>
            <a:spLocks noGrp="1"/>
          </p:cNvSpPr>
          <p:nvPr>
            <p:ph type="body" idx="1"/>
          </p:nvPr>
        </p:nvSpPr>
        <p:spPr>
          <a:xfrm>
            <a:off x="668973" y="1481138"/>
            <a:ext cx="5195887" cy="4360862"/>
          </a:xfrm>
        </p:spPr>
        <p:txBody>
          <a:bodyPr/>
          <a:lstStyle/>
          <a:p>
            <a:r>
              <a:rPr lang="en-US" dirty="0"/>
              <a:t>Method/Technique:</a:t>
            </a:r>
          </a:p>
          <a:p>
            <a:pPr marL="514350" indent="-285750">
              <a:buFont typeface="Arial" panose="020B0604020202020204" pitchFamily="34" charset="0"/>
              <a:buChar char="•"/>
            </a:pPr>
            <a:r>
              <a:rPr lang="en-US" b="0" dirty="0"/>
              <a:t>Random Forest Regression</a:t>
            </a:r>
          </a:p>
          <a:p>
            <a:r>
              <a:rPr lang="en-US" dirty="0"/>
              <a:t>Why Random Forest?</a:t>
            </a:r>
          </a:p>
          <a:p>
            <a:pPr marL="514350" indent="-285750">
              <a:buFont typeface="Arial" panose="020B0604020202020204" pitchFamily="34" charset="0"/>
              <a:buChar char="•"/>
            </a:pPr>
            <a:r>
              <a:rPr lang="de-DE" b="0" dirty="0"/>
              <a:t>C</a:t>
            </a:r>
            <a:r>
              <a:rPr lang="en-US" b="0" dirty="0" err="1"/>
              <a:t>apture</a:t>
            </a:r>
            <a:r>
              <a:rPr lang="en-US" b="0" dirty="0"/>
              <a:t> nonlinear relationships</a:t>
            </a:r>
          </a:p>
          <a:p>
            <a:pPr marL="514350" indent="-285750">
              <a:buFont typeface="Arial" panose="020B0604020202020204" pitchFamily="34" charset="0"/>
              <a:buChar char="•"/>
            </a:pPr>
            <a:r>
              <a:rPr lang="en-DE" b="0" dirty="0"/>
              <a:t>Well</a:t>
            </a:r>
            <a:r>
              <a:rPr lang="en-US" b="0" dirty="0"/>
              <a:t> suited for tabular data</a:t>
            </a:r>
          </a:p>
          <a:p>
            <a:pPr marL="514350" indent="-285750">
              <a:buFont typeface="Arial" panose="020B0604020202020204" pitchFamily="34" charset="0"/>
              <a:buChar char="•"/>
            </a:pPr>
            <a:r>
              <a:rPr lang="en-US" b="0" dirty="0"/>
              <a:t>Performs reliably with limited datasets</a:t>
            </a:r>
          </a:p>
          <a:p>
            <a:pPr marL="514350" indent="-285750">
              <a:buFont typeface="Arial" panose="020B0604020202020204" pitchFamily="34" charset="0"/>
              <a:buChar char="•"/>
            </a:pPr>
            <a:r>
              <a:rPr lang="en-US" b="0" dirty="0"/>
              <a:t>Provide feature importance</a:t>
            </a:r>
          </a:p>
          <a:p>
            <a:pPr marL="514350" indent="-285750">
              <a:buFont typeface="Arial" panose="020B0604020202020204" pitchFamily="34" charset="0"/>
              <a:buChar char="•"/>
            </a:pPr>
            <a:r>
              <a:rPr lang="en-US" b="0" dirty="0"/>
              <a:t>Robust to noise and outliers</a:t>
            </a:r>
          </a:p>
          <a:p>
            <a:pPr marL="228600" indent="0"/>
            <a:r>
              <a:rPr lang="en-US" dirty="0"/>
              <a:t>How to use:</a:t>
            </a:r>
          </a:p>
          <a:p>
            <a:pPr marL="514350" indent="-285750">
              <a:buFont typeface="Arial" panose="020B0604020202020204" pitchFamily="34" charset="0"/>
              <a:buChar char="•"/>
            </a:pPr>
            <a:r>
              <a:rPr lang="en-US" b="0" dirty="0"/>
              <a:t> Use Scikit-learn library</a:t>
            </a:r>
          </a:p>
          <a:p>
            <a:pPr marL="514350" indent="-285750">
              <a:buFont typeface="Arial" panose="020B0604020202020204" pitchFamily="34" charset="0"/>
              <a:buChar char="•"/>
            </a:pPr>
            <a:r>
              <a:rPr lang="de-DE" b="0" dirty="0"/>
              <a:t>T</a:t>
            </a:r>
            <a:r>
              <a:rPr lang="en-US" b="0" dirty="0"/>
              <a:t>rain model using 80% data</a:t>
            </a:r>
          </a:p>
          <a:p>
            <a:pPr marL="514350" indent="-285750">
              <a:buFont typeface="Arial" panose="020B0604020202020204" pitchFamily="34" charset="0"/>
              <a:buChar char="•"/>
            </a:pPr>
            <a:r>
              <a:rPr lang="en-US" b="0" dirty="0"/>
              <a:t>Validate model using 20% data</a:t>
            </a:r>
          </a:p>
          <a:p>
            <a:pPr marL="514350" indent="-285750">
              <a:buFont typeface="Arial" panose="020B0604020202020204" pitchFamily="34" charset="0"/>
              <a:buChar char="•"/>
            </a:pPr>
            <a:endParaRPr lang="en-US" dirty="0"/>
          </a:p>
          <a:p>
            <a:endParaRPr lang="en-US" dirty="0"/>
          </a:p>
        </p:txBody>
      </p:sp>
      <p:sp>
        <p:nvSpPr>
          <p:cNvPr id="5" name="Text Placeholder 4"/>
          <p:cNvSpPr>
            <a:spLocks noGrp="1"/>
          </p:cNvSpPr>
          <p:nvPr>
            <p:ph type="body" idx="2"/>
          </p:nvPr>
        </p:nvSpPr>
        <p:spPr/>
        <p:txBody>
          <a:bodyPr/>
          <a:lstStyle/>
          <a:p>
            <a:r>
              <a:rPr lang="en-US" dirty="0"/>
              <a:t>Feature use:</a:t>
            </a:r>
          </a:p>
          <a:p>
            <a:pPr marL="514350" indent="-285750">
              <a:buFont typeface="Arial" panose="020B0604020202020204" pitchFamily="34" charset="0"/>
              <a:buChar char="•"/>
            </a:pPr>
            <a:r>
              <a:rPr lang="en-US" b="0" dirty="0"/>
              <a:t>Horizontal and vertical speed</a:t>
            </a:r>
          </a:p>
          <a:p>
            <a:pPr marL="514350" indent="-285750">
              <a:buFont typeface="Arial" panose="020B0604020202020204" pitchFamily="34" charset="0"/>
              <a:buChar char="•"/>
            </a:pPr>
            <a:r>
              <a:rPr lang="en-US" b="0" dirty="0"/>
              <a:t>Linear acceleration</a:t>
            </a:r>
            <a:r>
              <a:rPr lang="en-DE" b="0" dirty="0"/>
              <a:t> (</a:t>
            </a:r>
            <a:r>
              <a:rPr lang="en-DE" b="0" dirty="0" err="1"/>
              <a:t>x,y,z</a:t>
            </a:r>
            <a:r>
              <a:rPr lang="en-DE" b="0" dirty="0"/>
              <a:t>)</a:t>
            </a:r>
          </a:p>
          <a:p>
            <a:pPr marL="514350" indent="-285750">
              <a:buFont typeface="Arial" panose="020B0604020202020204" pitchFamily="34" charset="0"/>
              <a:buChar char="•"/>
            </a:pPr>
            <a:r>
              <a:rPr lang="en-DE" b="0" dirty="0"/>
              <a:t>Angular acceleration(</a:t>
            </a:r>
            <a:r>
              <a:rPr lang="en-DE" b="0" dirty="0" err="1"/>
              <a:t>x,y,z</a:t>
            </a:r>
            <a:r>
              <a:rPr lang="en-DE" b="0" dirty="0"/>
              <a:t>)</a:t>
            </a:r>
            <a:endParaRPr lang="en-US" b="0" dirty="0"/>
          </a:p>
          <a:p>
            <a:pPr marL="514350" indent="-285750">
              <a:buFont typeface="Arial" panose="020B0604020202020204" pitchFamily="34" charset="0"/>
              <a:buChar char="•"/>
            </a:pPr>
            <a:r>
              <a:rPr lang="en-US" b="0" dirty="0"/>
              <a:t>wind speed and wind angle</a:t>
            </a:r>
          </a:p>
          <a:p>
            <a:pPr marL="514350" indent="-285750">
              <a:buFont typeface="Arial" panose="020B0604020202020204" pitchFamily="34" charset="0"/>
              <a:buChar char="•"/>
            </a:pPr>
            <a:r>
              <a:rPr lang="en-US" b="0" dirty="0"/>
              <a:t>Payload mass</a:t>
            </a:r>
          </a:p>
          <a:p>
            <a:pPr marL="514350" indent="-285750">
              <a:buFont typeface="Arial" panose="020B0604020202020204" pitchFamily="34" charset="0"/>
              <a:buChar char="•"/>
            </a:pPr>
            <a:r>
              <a:rPr lang="en-US" b="0" dirty="0"/>
              <a:t>Flight phase (climb, cruise, descent, hover)</a:t>
            </a:r>
          </a:p>
          <a:p>
            <a:pPr marL="514350" indent="-285750">
              <a:buFont typeface="Arial" panose="020B0604020202020204" pitchFamily="34" charset="0"/>
              <a:buChar char="•"/>
            </a:pPr>
            <a:r>
              <a:rPr lang="de-DE" b="0" dirty="0"/>
              <a:t>A</a:t>
            </a:r>
            <a:r>
              <a:rPr lang="en-US" b="0" dirty="0" err="1"/>
              <a:t>ttitude</a:t>
            </a:r>
            <a:r>
              <a:rPr lang="en-US" b="0" dirty="0"/>
              <a:t> (roll, pitch, yaw)</a:t>
            </a:r>
          </a:p>
          <a:p>
            <a:pPr marL="514350" indent="-285750">
              <a:buFont typeface="Arial" panose="020B0604020202020204" pitchFamily="34" charset="0"/>
              <a:buChar char="•"/>
            </a:pPr>
            <a:r>
              <a:rPr lang="en-US" b="0" dirty="0"/>
              <a:t>Height change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Outcomes</a:t>
            </a:r>
            <a:br>
              <a:rPr lang="en-US" dirty="0"/>
            </a:br>
            <a:endParaRPr lang="en-US" dirty="0"/>
          </a:p>
        </p:txBody>
      </p:sp>
      <p:sp>
        <p:nvSpPr>
          <p:cNvPr id="4" name="Text Placeholder 3"/>
          <p:cNvSpPr>
            <a:spLocks noGrp="1"/>
          </p:cNvSpPr>
          <p:nvPr>
            <p:ph type="body" idx="1"/>
          </p:nvPr>
        </p:nvSpPr>
        <p:spPr>
          <a:xfrm>
            <a:off x="691833" y="1481138"/>
            <a:ext cx="5195887" cy="4360862"/>
          </a:xfrm>
        </p:spPr>
        <p:txBody>
          <a:bodyPr/>
          <a:lstStyle/>
          <a:p>
            <a:r>
              <a:rPr lang="en-US" dirty="0"/>
              <a:t>Feature analysis:</a:t>
            </a:r>
          </a:p>
          <a:p>
            <a:pPr marL="514350" indent="-285750">
              <a:buFont typeface="Arial" panose="020B0604020202020204" pitchFamily="34" charset="0"/>
              <a:buChar char="•"/>
            </a:pPr>
            <a:r>
              <a:rPr lang="en-US" b="0" dirty="0"/>
              <a:t>To understand which input parameters drive model’s predictions</a:t>
            </a:r>
          </a:p>
          <a:p>
            <a:pPr marL="514350" indent="-285750">
              <a:buFont typeface="Arial" panose="020B0604020202020204" pitchFamily="34" charset="0"/>
              <a:buChar char="•"/>
            </a:pPr>
            <a:r>
              <a:rPr lang="en-US" b="0" dirty="0"/>
              <a:t>To verify that model follows UAV flight physics</a:t>
            </a:r>
          </a:p>
          <a:p>
            <a:pPr marL="514350" indent="-285750">
              <a:buFont typeface="Arial" panose="020B0604020202020204" pitchFamily="34" charset="0"/>
              <a:buChar char="•"/>
            </a:pPr>
            <a:r>
              <a:rPr lang="en-US" b="0" dirty="0"/>
              <a:t>To ensure model is reliable for mission planning</a:t>
            </a:r>
          </a:p>
          <a:p>
            <a:pPr marL="514350" indent="-285750">
              <a:buFont typeface="Arial" panose="020B0604020202020204" pitchFamily="34" charset="0"/>
              <a:buChar char="•"/>
            </a:pPr>
            <a:endParaRPr lang="en-US" dirty="0"/>
          </a:p>
        </p:txBody>
      </p:sp>
      <p:graphicFrame>
        <p:nvGraphicFramePr>
          <p:cNvPr id="6" name="Table 5"/>
          <p:cNvGraphicFramePr>
            <a:graphicFrameLocks noGrp="1"/>
          </p:cNvGraphicFramePr>
          <p:nvPr/>
        </p:nvGraphicFramePr>
        <p:xfrm>
          <a:off x="874712" y="3429000"/>
          <a:ext cx="4817772" cy="1524000"/>
        </p:xfrm>
        <a:graphic>
          <a:graphicData uri="http://schemas.openxmlformats.org/drawingml/2006/table">
            <a:tbl>
              <a:tblPr firstRow="1" bandRow="1">
                <a:tableStyleId>{F5C11C54-A5FA-420C-9B6D-B5A98925737E}</a:tableStyleId>
              </a:tblPr>
              <a:tblGrid>
                <a:gridCol w="2408886">
                  <a:extLst>
                    <a:ext uri="{9D8B030D-6E8A-4147-A177-3AD203B41FA5}">
                      <a16:colId xmlns:a16="http://schemas.microsoft.com/office/drawing/2014/main" val="20000"/>
                    </a:ext>
                  </a:extLst>
                </a:gridCol>
                <a:gridCol w="2408886">
                  <a:extLst>
                    <a:ext uri="{9D8B030D-6E8A-4147-A177-3AD203B41FA5}">
                      <a16:colId xmlns:a16="http://schemas.microsoft.com/office/drawing/2014/main" val="20001"/>
                    </a:ext>
                  </a:extLst>
                </a:gridCol>
              </a:tblGrid>
              <a:tr h="272963">
                <a:tc>
                  <a:txBody>
                    <a:bodyPr/>
                    <a:lstStyle/>
                    <a:p>
                      <a:r>
                        <a:rPr lang="en-US" dirty="0"/>
                        <a:t>Parameter</a:t>
                      </a:r>
                    </a:p>
                  </a:txBody>
                  <a:tcPr/>
                </a:tc>
                <a:tc>
                  <a:txBody>
                    <a:bodyPr/>
                    <a:lstStyle/>
                    <a:p>
                      <a:r>
                        <a:rPr lang="en-US" dirty="0"/>
                        <a:t>Relative importance (%)</a:t>
                      </a:r>
                    </a:p>
                  </a:txBody>
                  <a:tcPr/>
                </a:tc>
                <a:extLst>
                  <a:ext uri="{0D108BD9-81ED-4DB2-BD59-A6C34878D82A}">
                    <a16:rowId xmlns:a16="http://schemas.microsoft.com/office/drawing/2014/main" val="10000"/>
                  </a:ext>
                </a:extLst>
              </a:tr>
              <a:tr h="272963">
                <a:tc>
                  <a:txBody>
                    <a:bodyPr/>
                    <a:lstStyle/>
                    <a:p>
                      <a:r>
                        <a:rPr lang="en-US" dirty="0"/>
                        <a:t>Vertical velocity</a:t>
                      </a:r>
                    </a:p>
                  </a:txBody>
                  <a:tcPr/>
                </a:tc>
                <a:tc>
                  <a:txBody>
                    <a:bodyPr/>
                    <a:lstStyle/>
                    <a:p>
                      <a:r>
                        <a:rPr lang="en-US" dirty="0"/>
                        <a:t>25</a:t>
                      </a:r>
                    </a:p>
                  </a:txBody>
                  <a:tcPr/>
                </a:tc>
                <a:extLst>
                  <a:ext uri="{0D108BD9-81ED-4DB2-BD59-A6C34878D82A}">
                    <a16:rowId xmlns:a16="http://schemas.microsoft.com/office/drawing/2014/main" val="10001"/>
                  </a:ext>
                </a:extLst>
              </a:tr>
              <a:tr h="272963">
                <a:tc>
                  <a:txBody>
                    <a:bodyPr/>
                    <a:lstStyle/>
                    <a:p>
                      <a:r>
                        <a:rPr lang="en-US" dirty="0"/>
                        <a:t>Payload mass</a:t>
                      </a:r>
                    </a:p>
                  </a:txBody>
                  <a:tcPr/>
                </a:tc>
                <a:tc>
                  <a:txBody>
                    <a:bodyPr/>
                    <a:lstStyle/>
                    <a:p>
                      <a:r>
                        <a:rPr lang="en-US" dirty="0"/>
                        <a:t>16</a:t>
                      </a:r>
                    </a:p>
                  </a:txBody>
                  <a:tcPr/>
                </a:tc>
                <a:extLst>
                  <a:ext uri="{0D108BD9-81ED-4DB2-BD59-A6C34878D82A}">
                    <a16:rowId xmlns:a16="http://schemas.microsoft.com/office/drawing/2014/main" val="10002"/>
                  </a:ext>
                </a:extLst>
              </a:tr>
              <a:tr h="272963">
                <a:tc>
                  <a:txBody>
                    <a:bodyPr/>
                    <a:lstStyle/>
                    <a:p>
                      <a:r>
                        <a:rPr lang="en-US" dirty="0"/>
                        <a:t>Vertical acceleration</a:t>
                      </a:r>
                    </a:p>
                  </a:txBody>
                  <a:tcPr/>
                </a:tc>
                <a:tc>
                  <a:txBody>
                    <a:bodyPr/>
                    <a:lstStyle/>
                    <a:p>
                      <a:r>
                        <a:rPr lang="en-US" dirty="0"/>
                        <a:t>15</a:t>
                      </a:r>
                    </a:p>
                  </a:txBody>
                  <a:tcPr/>
                </a:tc>
                <a:extLst>
                  <a:ext uri="{0D108BD9-81ED-4DB2-BD59-A6C34878D82A}">
                    <a16:rowId xmlns:a16="http://schemas.microsoft.com/office/drawing/2014/main" val="10003"/>
                  </a:ext>
                </a:extLst>
              </a:tr>
              <a:tr h="272963">
                <a:tc>
                  <a:txBody>
                    <a:bodyPr/>
                    <a:lstStyle/>
                    <a:p>
                      <a:r>
                        <a:rPr lang="en-US" dirty="0"/>
                        <a:t>Hover Phase Indicator</a:t>
                      </a:r>
                    </a:p>
                  </a:txBody>
                  <a:tcPr/>
                </a:tc>
                <a:tc>
                  <a:txBody>
                    <a:bodyPr/>
                    <a:lstStyle/>
                    <a:p>
                      <a:r>
                        <a:rPr lang="en-US" dirty="0"/>
                        <a:t>8</a:t>
                      </a:r>
                    </a:p>
                  </a:txBody>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321463" y="3198811"/>
          <a:ext cx="5133936" cy="2011680"/>
        </p:xfrm>
        <a:graphic>
          <a:graphicData uri="http://schemas.openxmlformats.org/drawingml/2006/table">
            <a:tbl>
              <a:tblPr firstRow="1" bandRow="1">
                <a:tableStyleId>{F5C11C54-A5FA-420C-9B6D-B5A98925737E}</a:tableStyleId>
              </a:tblPr>
              <a:tblGrid>
                <a:gridCol w="1283484">
                  <a:extLst>
                    <a:ext uri="{9D8B030D-6E8A-4147-A177-3AD203B41FA5}">
                      <a16:colId xmlns:a16="http://schemas.microsoft.com/office/drawing/2014/main" val="20000"/>
                    </a:ext>
                  </a:extLst>
                </a:gridCol>
                <a:gridCol w="1283484">
                  <a:extLst>
                    <a:ext uri="{9D8B030D-6E8A-4147-A177-3AD203B41FA5}">
                      <a16:colId xmlns:a16="http://schemas.microsoft.com/office/drawing/2014/main" val="20001"/>
                    </a:ext>
                  </a:extLst>
                </a:gridCol>
                <a:gridCol w="1283484">
                  <a:extLst>
                    <a:ext uri="{9D8B030D-6E8A-4147-A177-3AD203B41FA5}">
                      <a16:colId xmlns:a16="http://schemas.microsoft.com/office/drawing/2014/main" val="20002"/>
                    </a:ext>
                  </a:extLst>
                </a:gridCol>
                <a:gridCol w="1283484">
                  <a:extLst>
                    <a:ext uri="{9D8B030D-6E8A-4147-A177-3AD203B41FA5}">
                      <a16:colId xmlns:a16="http://schemas.microsoft.com/office/drawing/2014/main" val="20003"/>
                    </a:ext>
                  </a:extLst>
                </a:gridCol>
              </a:tblGrid>
              <a:tr h="317233">
                <a:tc>
                  <a:txBody>
                    <a:bodyPr/>
                    <a:lstStyle/>
                    <a:p>
                      <a:r>
                        <a:rPr lang="en-US" sz="1600" dirty="0"/>
                        <a:t>Phase</a:t>
                      </a:r>
                    </a:p>
                  </a:txBody>
                  <a:tcPr/>
                </a:tc>
                <a:tc>
                  <a:txBody>
                    <a:bodyPr/>
                    <a:lstStyle/>
                    <a:p>
                      <a:r>
                        <a:rPr lang="en-US" sz="1600" dirty="0"/>
                        <a:t>MAE</a:t>
                      </a:r>
                    </a:p>
                  </a:txBody>
                  <a:tcPr/>
                </a:tc>
                <a:tc>
                  <a:txBody>
                    <a:bodyPr/>
                    <a:lstStyle/>
                    <a:p>
                      <a:r>
                        <a:rPr lang="en-US" sz="1600" dirty="0"/>
                        <a:t>RMSE</a:t>
                      </a:r>
                    </a:p>
                  </a:txBody>
                  <a:tcPr/>
                </a:tc>
                <a:tc>
                  <a:txBody>
                    <a:bodyPr/>
                    <a:lstStyle/>
                    <a:p>
                      <a:r>
                        <a:rPr lang="en-US" sz="1600" dirty="0"/>
                        <a:t>MAPE (%)</a:t>
                      </a:r>
                    </a:p>
                  </a:txBody>
                  <a:tcPr/>
                </a:tc>
                <a:extLst>
                  <a:ext uri="{0D108BD9-81ED-4DB2-BD59-A6C34878D82A}">
                    <a16:rowId xmlns:a16="http://schemas.microsoft.com/office/drawing/2014/main" val="10000"/>
                  </a:ext>
                </a:extLst>
              </a:tr>
              <a:tr h="317233">
                <a:tc>
                  <a:txBody>
                    <a:bodyPr/>
                    <a:lstStyle/>
                    <a:p>
                      <a:r>
                        <a:rPr lang="en-US" sz="1600" dirty="0"/>
                        <a:t>Cruise</a:t>
                      </a:r>
                    </a:p>
                  </a:txBody>
                  <a:tcPr/>
                </a:tc>
                <a:tc>
                  <a:txBody>
                    <a:bodyPr/>
                    <a:lstStyle/>
                    <a:p>
                      <a:r>
                        <a:rPr lang="en-US" sz="1600" dirty="0"/>
                        <a:t>31.8</a:t>
                      </a:r>
                    </a:p>
                  </a:txBody>
                  <a:tcPr/>
                </a:tc>
                <a:tc>
                  <a:txBody>
                    <a:bodyPr/>
                    <a:lstStyle/>
                    <a:p>
                      <a:r>
                        <a:rPr lang="en-US" sz="1600" dirty="0"/>
                        <a:t>42.9</a:t>
                      </a:r>
                    </a:p>
                  </a:txBody>
                  <a:tcPr/>
                </a:tc>
                <a:tc>
                  <a:txBody>
                    <a:bodyPr/>
                    <a:lstStyle/>
                    <a:p>
                      <a:r>
                        <a:rPr lang="en-US" sz="1600" dirty="0"/>
                        <a:t>6.4</a:t>
                      </a:r>
                    </a:p>
                  </a:txBody>
                  <a:tcPr/>
                </a:tc>
                <a:extLst>
                  <a:ext uri="{0D108BD9-81ED-4DB2-BD59-A6C34878D82A}">
                    <a16:rowId xmlns:a16="http://schemas.microsoft.com/office/drawing/2014/main" val="10001"/>
                  </a:ext>
                </a:extLst>
              </a:tr>
              <a:tr h="317233">
                <a:tc>
                  <a:txBody>
                    <a:bodyPr/>
                    <a:lstStyle/>
                    <a:p>
                      <a:r>
                        <a:rPr lang="en-US" sz="1600" dirty="0"/>
                        <a:t>Climb</a:t>
                      </a:r>
                    </a:p>
                  </a:txBody>
                  <a:tcPr/>
                </a:tc>
                <a:tc>
                  <a:txBody>
                    <a:bodyPr/>
                    <a:lstStyle/>
                    <a:p>
                      <a:r>
                        <a:rPr lang="en-US" sz="1600" dirty="0"/>
                        <a:t>28.8</a:t>
                      </a:r>
                    </a:p>
                  </a:txBody>
                  <a:tcPr/>
                </a:tc>
                <a:tc>
                  <a:txBody>
                    <a:bodyPr/>
                    <a:lstStyle/>
                    <a:p>
                      <a:r>
                        <a:rPr lang="en-US" sz="1600" dirty="0"/>
                        <a:t>41.2</a:t>
                      </a:r>
                    </a:p>
                  </a:txBody>
                  <a:tcPr/>
                </a:tc>
                <a:tc>
                  <a:txBody>
                    <a:bodyPr/>
                    <a:lstStyle/>
                    <a:p>
                      <a:r>
                        <a:rPr lang="en-US" sz="1600" dirty="0"/>
                        <a:t>5.4</a:t>
                      </a:r>
                    </a:p>
                  </a:txBody>
                  <a:tcPr/>
                </a:tc>
                <a:extLst>
                  <a:ext uri="{0D108BD9-81ED-4DB2-BD59-A6C34878D82A}">
                    <a16:rowId xmlns:a16="http://schemas.microsoft.com/office/drawing/2014/main" val="10002"/>
                  </a:ext>
                </a:extLst>
              </a:tr>
              <a:tr h="317233">
                <a:tc>
                  <a:txBody>
                    <a:bodyPr/>
                    <a:lstStyle/>
                    <a:p>
                      <a:r>
                        <a:rPr lang="en-US" sz="1600" dirty="0"/>
                        <a:t>Decent</a:t>
                      </a:r>
                    </a:p>
                  </a:txBody>
                  <a:tcPr/>
                </a:tc>
                <a:tc>
                  <a:txBody>
                    <a:bodyPr/>
                    <a:lstStyle/>
                    <a:p>
                      <a:r>
                        <a:rPr lang="en-US" sz="1600" dirty="0"/>
                        <a:t>28.1</a:t>
                      </a:r>
                    </a:p>
                  </a:txBody>
                  <a:tcPr/>
                </a:tc>
                <a:tc>
                  <a:txBody>
                    <a:bodyPr/>
                    <a:lstStyle/>
                    <a:p>
                      <a:r>
                        <a:rPr lang="en-US" sz="1600" dirty="0"/>
                        <a:t>41.6</a:t>
                      </a:r>
                    </a:p>
                  </a:txBody>
                  <a:tcPr/>
                </a:tc>
                <a:tc>
                  <a:txBody>
                    <a:bodyPr/>
                    <a:lstStyle/>
                    <a:p>
                      <a:r>
                        <a:rPr lang="en-US" sz="1600" dirty="0"/>
                        <a:t>6.4</a:t>
                      </a:r>
                    </a:p>
                  </a:txBody>
                  <a:tcPr/>
                </a:tc>
                <a:extLst>
                  <a:ext uri="{0D108BD9-81ED-4DB2-BD59-A6C34878D82A}">
                    <a16:rowId xmlns:a16="http://schemas.microsoft.com/office/drawing/2014/main" val="10003"/>
                  </a:ext>
                </a:extLst>
              </a:tr>
              <a:tr h="317233">
                <a:tc>
                  <a:txBody>
                    <a:bodyPr/>
                    <a:lstStyle/>
                    <a:p>
                      <a:r>
                        <a:rPr lang="en-US" sz="1600" dirty="0"/>
                        <a:t>Hover</a:t>
                      </a:r>
                    </a:p>
                  </a:txBody>
                  <a:tcPr/>
                </a:tc>
                <a:tc>
                  <a:txBody>
                    <a:bodyPr/>
                    <a:lstStyle/>
                    <a:p>
                      <a:r>
                        <a:rPr lang="en-US" sz="1600" dirty="0"/>
                        <a:t>43.3</a:t>
                      </a:r>
                    </a:p>
                  </a:txBody>
                  <a:tcPr/>
                </a:tc>
                <a:tc>
                  <a:txBody>
                    <a:bodyPr/>
                    <a:lstStyle/>
                    <a:p>
                      <a:r>
                        <a:rPr lang="en-US" sz="1600" dirty="0"/>
                        <a:t>71.1</a:t>
                      </a:r>
                    </a:p>
                  </a:txBody>
                  <a:tcPr/>
                </a:tc>
                <a:tc>
                  <a:txBody>
                    <a:bodyPr/>
                    <a:lstStyle/>
                    <a:p>
                      <a:r>
                        <a:rPr lang="en-US" sz="1600" dirty="0"/>
                        <a:t>20</a:t>
                      </a:r>
                    </a:p>
                  </a:txBody>
                  <a:tcPr/>
                </a:tc>
                <a:extLst>
                  <a:ext uri="{0D108BD9-81ED-4DB2-BD59-A6C34878D82A}">
                    <a16:rowId xmlns:a16="http://schemas.microsoft.com/office/drawing/2014/main" val="10004"/>
                  </a:ext>
                </a:extLst>
              </a:tr>
              <a:tr h="317233">
                <a:tc>
                  <a:txBody>
                    <a:bodyPr/>
                    <a:lstStyle/>
                    <a:p>
                      <a:r>
                        <a:rPr lang="en-US" sz="1600" dirty="0"/>
                        <a:t>All Phase</a:t>
                      </a:r>
                    </a:p>
                  </a:txBody>
                  <a:tcPr/>
                </a:tc>
                <a:tc>
                  <a:txBody>
                    <a:bodyPr/>
                    <a:lstStyle/>
                    <a:p>
                      <a:r>
                        <a:rPr lang="en-US" sz="1600" b="1" dirty="0"/>
                        <a:t>31</a:t>
                      </a:r>
                    </a:p>
                  </a:txBody>
                  <a:tcPr/>
                </a:tc>
                <a:tc>
                  <a:txBody>
                    <a:bodyPr/>
                    <a:lstStyle/>
                    <a:p>
                      <a:r>
                        <a:rPr lang="en-US" sz="1600" b="1" dirty="0"/>
                        <a:t>44.2</a:t>
                      </a:r>
                    </a:p>
                  </a:txBody>
                  <a:tcPr/>
                </a:tc>
                <a:tc>
                  <a:txBody>
                    <a:bodyPr/>
                    <a:lstStyle/>
                    <a:p>
                      <a:r>
                        <a:rPr lang="en-US" sz="1600" b="1" dirty="0"/>
                        <a:t>6.9</a:t>
                      </a:r>
                    </a:p>
                  </a:txBody>
                  <a:tcPr/>
                </a:tc>
                <a:extLst>
                  <a:ext uri="{0D108BD9-81ED-4DB2-BD59-A6C34878D82A}">
                    <a16:rowId xmlns:a16="http://schemas.microsoft.com/office/drawing/2014/main" val="10005"/>
                  </a:ext>
                </a:extLst>
              </a:tr>
            </a:tbl>
          </a:graphicData>
        </a:graphic>
      </p:graphicFrame>
      <p:sp>
        <p:nvSpPr>
          <p:cNvPr id="8" name="Picture Placeholder 2"/>
          <p:cNvSpPr>
            <a:spLocks noGrp="1"/>
          </p:cNvSpPr>
          <p:nvPr>
            <p:ph type="body" idx="2"/>
          </p:nvPr>
        </p:nvSpPr>
        <p:spPr>
          <a:xfrm>
            <a:off x="6164581" y="1481138"/>
            <a:ext cx="5195888" cy="4360862"/>
          </a:xfrm>
        </p:spPr>
        <p:txBody>
          <a:bodyPr/>
          <a:lstStyle/>
          <a:p>
            <a:r>
              <a:rPr lang="en-US" dirty="0"/>
              <a:t>Error Evaluation:</a:t>
            </a:r>
          </a:p>
          <a:p>
            <a:pPr marL="514350" indent="-285750">
              <a:buFont typeface="Arial" panose="020B0604020202020204" pitchFamily="34" charset="0"/>
              <a:buChar char="•"/>
            </a:pPr>
            <a:r>
              <a:rPr lang="en-US" b="0" dirty="0"/>
              <a:t>Low prediction error across cruise, climb, descent</a:t>
            </a:r>
          </a:p>
          <a:p>
            <a:pPr marL="514350" indent="-285750">
              <a:buFont typeface="Arial" panose="020B0604020202020204" pitchFamily="34" charset="0"/>
              <a:buChar char="•"/>
            </a:pPr>
            <a:r>
              <a:rPr lang="en-US" b="0" dirty="0"/>
              <a:t>Hight variability during hover</a:t>
            </a:r>
          </a:p>
          <a:p>
            <a:pPr marL="514350" indent="-285750">
              <a:buFont typeface="Arial" panose="020B0604020202020204" pitchFamily="34" charset="0"/>
              <a:buChar char="•"/>
            </a:pPr>
            <a:r>
              <a:rPr lang="de-DE" b="0" dirty="0"/>
              <a:t>O</a:t>
            </a:r>
            <a:r>
              <a:rPr lang="en-US" b="0" dirty="0" err="1"/>
              <a:t>verall</a:t>
            </a:r>
            <a:r>
              <a:rPr lang="en-US" b="0" dirty="0"/>
              <a:t> prediction error is below 10%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comparison</a:t>
            </a:r>
          </a:p>
        </p:txBody>
      </p:sp>
      <p:sp>
        <p:nvSpPr>
          <p:cNvPr id="3" name="Text Placeholder 2"/>
          <p:cNvSpPr>
            <a:spLocks noGrp="1"/>
          </p:cNvSpPr>
          <p:nvPr>
            <p:ph type="body" idx="1"/>
          </p:nvPr>
        </p:nvSpPr>
        <p:spPr>
          <a:xfrm>
            <a:off x="668973" y="1481138"/>
            <a:ext cx="5195887" cy="4360862"/>
          </a:xfrm>
        </p:spPr>
        <p:txBody>
          <a:bodyPr/>
          <a:lstStyle/>
          <a:p>
            <a:pPr>
              <a:lnSpc>
                <a:spcPct val="90000"/>
              </a:lnSpc>
            </a:pPr>
            <a:r>
              <a:rPr lang="en-US" dirty="0">
                <a:highlight>
                  <a:srgbClr val="FFFFFF"/>
                </a:highlight>
              </a:rPr>
              <a:t>Physics-Based Model Results:</a:t>
            </a:r>
          </a:p>
          <a:p>
            <a:pPr>
              <a:lnSpc>
                <a:spcPct val="90000"/>
              </a:lnSpc>
              <a:buFont typeface="Arial" panose="020B0604020202020204" pitchFamily="34" charset="0"/>
              <a:buChar char="•"/>
            </a:pPr>
            <a:r>
              <a:rPr lang="en-US" b="0" dirty="0">
                <a:highlight>
                  <a:srgbClr val="FFFFFF"/>
                </a:highlight>
              </a:rPr>
              <a:t>Mean Absolute Error: 59 watts</a:t>
            </a:r>
          </a:p>
          <a:p>
            <a:pPr>
              <a:lnSpc>
                <a:spcPct val="90000"/>
              </a:lnSpc>
              <a:buFont typeface="Arial" panose="020B0604020202020204" pitchFamily="34" charset="0"/>
              <a:buChar char="•"/>
            </a:pPr>
            <a:r>
              <a:rPr lang="en-US" b="0" dirty="0">
                <a:highlight>
                  <a:srgbClr val="FFFFFF"/>
                </a:highlight>
              </a:rPr>
              <a:t>Root Mean Square Error : 84 watts</a:t>
            </a:r>
          </a:p>
          <a:p>
            <a:pPr>
              <a:lnSpc>
                <a:spcPct val="90000"/>
              </a:lnSpc>
              <a:buFont typeface="Arial" panose="020B0604020202020204" pitchFamily="34" charset="0"/>
              <a:buChar char="•"/>
            </a:pPr>
            <a:r>
              <a:rPr lang="en-US" b="0" dirty="0">
                <a:highlight>
                  <a:srgbClr val="FFFFFF"/>
                </a:highlight>
              </a:rPr>
              <a:t>Mean Absolute Percentage Error: 14%</a:t>
            </a:r>
          </a:p>
          <a:p>
            <a:pPr>
              <a:lnSpc>
                <a:spcPct val="90000"/>
              </a:lnSpc>
            </a:pPr>
            <a:r>
              <a:rPr lang="en-US" dirty="0">
                <a:highlight>
                  <a:srgbClr val="FFFFFF"/>
                </a:highlight>
              </a:rPr>
              <a:t>Random Forest Technique Results:</a:t>
            </a:r>
          </a:p>
          <a:p>
            <a:pPr>
              <a:lnSpc>
                <a:spcPct val="90000"/>
              </a:lnSpc>
              <a:buFont typeface="Arial" panose="020B0604020202020204" pitchFamily="34" charset="0"/>
              <a:buChar char="•"/>
            </a:pPr>
            <a:r>
              <a:rPr lang="en-US" b="0" dirty="0">
                <a:highlight>
                  <a:srgbClr val="FFFFFF"/>
                </a:highlight>
              </a:rPr>
              <a:t>Mean Absolute Error : 31 watts</a:t>
            </a:r>
          </a:p>
          <a:p>
            <a:pPr>
              <a:lnSpc>
                <a:spcPct val="90000"/>
              </a:lnSpc>
              <a:buFont typeface="Arial" panose="020B0604020202020204" pitchFamily="34" charset="0"/>
              <a:buChar char="•"/>
            </a:pPr>
            <a:r>
              <a:rPr lang="en-US" b="0" dirty="0">
                <a:highlight>
                  <a:srgbClr val="FFFFFF"/>
                </a:highlight>
              </a:rPr>
              <a:t>Root Mean Square Error : 44 watts</a:t>
            </a:r>
          </a:p>
          <a:p>
            <a:pPr>
              <a:lnSpc>
                <a:spcPct val="90000"/>
              </a:lnSpc>
              <a:buFont typeface="Arial" panose="020B0604020202020204" pitchFamily="34" charset="0"/>
              <a:buChar char="•"/>
            </a:pPr>
            <a:r>
              <a:rPr lang="en-US" b="0" dirty="0">
                <a:highlight>
                  <a:srgbClr val="FFFFFF"/>
                </a:highlight>
              </a:rPr>
              <a:t>Mean Absolute Percentage Error : 7%</a:t>
            </a:r>
          </a:p>
          <a:p>
            <a:pPr>
              <a:lnSpc>
                <a:spcPct val="90000"/>
              </a:lnSpc>
            </a:pPr>
            <a:r>
              <a:rPr lang="en-US" dirty="0">
                <a:highlight>
                  <a:srgbClr val="FFFFFF"/>
                </a:highlight>
              </a:rPr>
              <a:t>Key Finding:</a:t>
            </a:r>
          </a:p>
          <a:p>
            <a:pPr>
              <a:lnSpc>
                <a:spcPct val="90000"/>
              </a:lnSpc>
            </a:pPr>
            <a:r>
              <a:rPr lang="en-US" b="0" dirty="0">
                <a:highlight>
                  <a:srgbClr val="FFFFFF"/>
                </a:highlight>
              </a:rPr>
              <a:t>Random Forest - </a:t>
            </a:r>
            <a:r>
              <a:rPr lang="en-DE" b="0" dirty="0">
                <a:highlight>
                  <a:srgbClr val="FFFFFF"/>
                </a:highlight>
              </a:rPr>
              <a:t>45</a:t>
            </a:r>
            <a:r>
              <a:rPr lang="en-US" b="0" dirty="0">
                <a:highlight>
                  <a:srgbClr val="FFFFFF"/>
                </a:highlight>
              </a:rPr>
              <a:t>-</a:t>
            </a:r>
            <a:r>
              <a:rPr lang="en-DE" b="0" dirty="0">
                <a:highlight>
                  <a:srgbClr val="FFFFFF"/>
                </a:highlight>
              </a:rPr>
              <a:t>50</a:t>
            </a:r>
            <a:r>
              <a:rPr lang="en-US" b="0" dirty="0">
                <a:highlight>
                  <a:srgbClr val="FFFFFF"/>
                </a:highlight>
              </a:rPr>
              <a:t>% more accurate</a:t>
            </a:r>
            <a:endParaRPr lang="en-US" dirty="0"/>
          </a:p>
        </p:txBody>
      </p:sp>
      <p:sp>
        <p:nvSpPr>
          <p:cNvPr id="5" name="Text Placeholder 4"/>
          <p:cNvSpPr>
            <a:spLocks noGrp="1"/>
          </p:cNvSpPr>
          <p:nvPr>
            <p:ph type="body" idx="2"/>
          </p:nvPr>
        </p:nvSpPr>
        <p:spPr/>
        <p:txBody>
          <a:bodyPr/>
          <a:lstStyle/>
          <a:p>
            <a:endParaRPr lang="en-US" dirty="0"/>
          </a:p>
        </p:txBody>
      </p:sp>
      <p:pic>
        <p:nvPicPr>
          <p:cNvPr id="6" name="Picture 5"/>
          <p:cNvPicPr>
            <a:picLocks noChangeAspect="1"/>
          </p:cNvPicPr>
          <p:nvPr/>
        </p:nvPicPr>
        <p:blipFill>
          <a:blip r:embed="rId3"/>
          <a:stretch>
            <a:fillRect/>
          </a:stretch>
        </p:blipFill>
        <p:spPr>
          <a:xfrm>
            <a:off x="5450305" y="1485900"/>
            <a:ext cx="5978187" cy="43561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two models (flight 79)</a:t>
            </a:r>
          </a:p>
        </p:txBody>
      </p:sp>
      <p:pic>
        <p:nvPicPr>
          <p:cNvPr id="9" name="Picture 8"/>
          <p:cNvPicPr>
            <a:picLocks noChangeAspect="1"/>
          </p:cNvPicPr>
          <p:nvPr/>
        </p:nvPicPr>
        <p:blipFill>
          <a:blip r:embed="rId3"/>
          <a:stretch>
            <a:fillRect/>
          </a:stretch>
        </p:blipFill>
        <p:spPr>
          <a:xfrm>
            <a:off x="805656" y="2768854"/>
            <a:ext cx="10580687" cy="3060446"/>
          </a:xfrm>
          <a:prstGeom prst="rect">
            <a:avLst/>
          </a:prstGeom>
        </p:spPr>
      </p:pic>
      <p:pic>
        <p:nvPicPr>
          <p:cNvPr id="13" name="Picture 12"/>
          <p:cNvPicPr>
            <a:picLocks noChangeAspect="1"/>
          </p:cNvPicPr>
          <p:nvPr/>
        </p:nvPicPr>
        <p:blipFill>
          <a:blip r:embed="rId4"/>
          <a:stretch>
            <a:fillRect/>
          </a:stretch>
        </p:blipFill>
        <p:spPr>
          <a:xfrm>
            <a:off x="1551987" y="1897562"/>
            <a:ext cx="4175044" cy="83453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2650" y="331787"/>
            <a:ext cx="10580687" cy="684213"/>
          </a:xfrm>
        </p:spPr>
        <p:txBody>
          <a:bodyPr/>
          <a:lstStyle/>
          <a:p>
            <a:r>
              <a:rPr lang="en-US" dirty="0"/>
              <a:t>Interpretability and generalization </a:t>
            </a:r>
          </a:p>
        </p:txBody>
      </p:sp>
      <p:sp>
        <p:nvSpPr>
          <p:cNvPr id="3" name="Text Placeholder 2"/>
          <p:cNvSpPr>
            <a:spLocks noGrp="1"/>
          </p:cNvSpPr>
          <p:nvPr>
            <p:ph type="body" idx="1"/>
          </p:nvPr>
        </p:nvSpPr>
        <p:spPr>
          <a:xfrm>
            <a:off x="623253" y="1481138"/>
            <a:ext cx="5195887" cy="4360862"/>
          </a:xfrm>
        </p:spPr>
        <p:txBody>
          <a:bodyPr/>
          <a:lstStyle/>
          <a:p>
            <a:r>
              <a:rPr lang="en-US" dirty="0"/>
              <a:t>Interpretability:</a:t>
            </a:r>
          </a:p>
          <a:p>
            <a:pPr marL="228600" indent="0"/>
            <a:r>
              <a:rPr lang="de-DE" b="0" dirty="0"/>
              <a:t>H</a:t>
            </a:r>
            <a:r>
              <a:rPr lang="en-US" b="0" dirty="0"/>
              <a:t>ow input parameter influence predicted energy</a:t>
            </a:r>
          </a:p>
          <a:p>
            <a:pPr marL="228600" indent="0"/>
            <a:r>
              <a:rPr lang="en-US" dirty="0"/>
              <a:t>Physics based model:</a:t>
            </a:r>
          </a:p>
          <a:p>
            <a:pPr marL="514350" indent="-285750">
              <a:buFont typeface="Arial" panose="020B0604020202020204" pitchFamily="34" charset="0"/>
              <a:buChar char="•"/>
            </a:pPr>
            <a:r>
              <a:rPr lang="en-US" b="0" dirty="0"/>
              <a:t>Based on analytical equations</a:t>
            </a:r>
          </a:p>
          <a:p>
            <a:pPr marL="514350" indent="-285750">
              <a:buFont typeface="Arial" panose="020B0604020202020204" pitchFamily="34" charset="0"/>
              <a:buChar char="•"/>
            </a:pPr>
            <a:r>
              <a:rPr lang="en-US" b="0" dirty="0"/>
              <a:t>Input parameters have clear physical meaning</a:t>
            </a:r>
          </a:p>
          <a:p>
            <a:pPr marL="514350" indent="-285750">
              <a:buFont typeface="Arial" panose="020B0604020202020204" pitchFamily="34" charset="0"/>
              <a:buChar char="•"/>
            </a:pPr>
            <a:r>
              <a:rPr lang="en-US" b="0" dirty="0"/>
              <a:t>Direct relationship between inputs and power</a:t>
            </a:r>
          </a:p>
          <a:p>
            <a:pPr marL="514350" indent="-285750">
              <a:buFont typeface="Arial" panose="020B0604020202020204" pitchFamily="34" charset="0"/>
              <a:buChar char="•"/>
            </a:pPr>
            <a:r>
              <a:rPr lang="en-US" b="0" dirty="0"/>
              <a:t>High transparency and explainability</a:t>
            </a:r>
          </a:p>
          <a:p>
            <a:pPr marL="228600" indent="0"/>
            <a:r>
              <a:rPr lang="en-US" dirty="0"/>
              <a:t>Data driven model (Random Forest):</a:t>
            </a:r>
          </a:p>
          <a:p>
            <a:pPr marL="514350" indent="-285750">
              <a:buFont typeface="Arial" panose="020B0604020202020204" pitchFamily="34" charset="0"/>
              <a:buChar char="•"/>
            </a:pPr>
            <a:r>
              <a:rPr lang="en-US" b="0" dirty="0"/>
              <a:t>Ensemble of multiple decision trees</a:t>
            </a:r>
          </a:p>
          <a:p>
            <a:pPr marL="514350" indent="-285750">
              <a:buFont typeface="Arial" panose="020B0604020202020204" pitchFamily="34" charset="0"/>
              <a:buChar char="•"/>
            </a:pPr>
            <a:r>
              <a:rPr lang="en-US" b="0" dirty="0"/>
              <a:t>Final prediction is average of many trees</a:t>
            </a:r>
          </a:p>
          <a:p>
            <a:pPr marL="514350" indent="-285750">
              <a:buFont typeface="Arial" panose="020B0604020202020204" pitchFamily="34" charset="0"/>
              <a:buChar char="•"/>
            </a:pPr>
            <a:r>
              <a:rPr lang="en-US" b="0" dirty="0"/>
              <a:t>No explicit physical equation</a:t>
            </a:r>
          </a:p>
          <a:p>
            <a:pPr marL="514350" indent="-285750">
              <a:buFont typeface="Arial" panose="020B0604020202020204" pitchFamily="34" charset="0"/>
              <a:buChar char="•"/>
            </a:pPr>
            <a:r>
              <a:rPr lang="en-US" b="0" dirty="0"/>
              <a:t>Feature analysis provides moderate interpretability</a:t>
            </a:r>
          </a:p>
        </p:txBody>
      </p:sp>
      <p:sp>
        <p:nvSpPr>
          <p:cNvPr id="4" name="Text Placeholder 3"/>
          <p:cNvSpPr>
            <a:spLocks noGrp="1"/>
          </p:cNvSpPr>
          <p:nvPr>
            <p:ph type="body" idx="2"/>
          </p:nvPr>
        </p:nvSpPr>
        <p:spPr/>
        <p:txBody>
          <a:bodyPr/>
          <a:lstStyle/>
          <a:p>
            <a:r>
              <a:rPr lang="en-US" dirty="0"/>
              <a:t>Generalization to new flight condition:</a:t>
            </a:r>
          </a:p>
          <a:p>
            <a:pPr marL="228600" indent="0"/>
            <a:r>
              <a:rPr lang="en-US" b="0" dirty="0"/>
              <a:t>How model performs on unseen flight conditions</a:t>
            </a:r>
          </a:p>
          <a:p>
            <a:pPr marL="514350" indent="-285750">
              <a:buFont typeface="Arial" panose="020B0604020202020204" pitchFamily="34" charset="0"/>
              <a:buChar char="•"/>
            </a:pPr>
            <a:r>
              <a:rPr lang="en-US" b="0" dirty="0"/>
              <a:t>Perform well within trained parameter range</a:t>
            </a:r>
          </a:p>
          <a:p>
            <a:pPr marL="514350" indent="-285750">
              <a:buFont typeface="Arial" panose="020B0604020202020204" pitchFamily="34" charset="0"/>
              <a:buChar char="•"/>
            </a:pPr>
            <a:r>
              <a:rPr lang="en-US" b="0" dirty="0"/>
              <a:t>Limited performance outside training range</a:t>
            </a:r>
          </a:p>
          <a:p>
            <a:pPr marL="514350" indent="-285750">
              <a:buFont typeface="Arial" panose="020B0604020202020204" pitchFamily="34" charset="0"/>
              <a:buChar char="•"/>
            </a:pPr>
            <a:r>
              <a:rPr lang="en-US" b="0" dirty="0"/>
              <a:t>Retraining needed for new UAVs or conditions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Mission feasibility check on flight 79</a:t>
            </a:r>
          </a:p>
        </p:txBody>
      </p:sp>
      <p:sp>
        <p:nvSpPr>
          <p:cNvPr id="3" name="Text Placeholder 2"/>
          <p:cNvSpPr>
            <a:spLocks noGrp="1"/>
          </p:cNvSpPr>
          <p:nvPr>
            <p:ph type="body" idx="1"/>
          </p:nvPr>
        </p:nvSpPr>
        <p:spPr>
          <a:xfrm>
            <a:off x="668971" y="1484313"/>
            <a:ext cx="10580688" cy="4344987"/>
          </a:xfrm>
        </p:spPr>
        <p:txBody>
          <a:bodyPr/>
          <a:lstStyle/>
          <a:p>
            <a:r>
              <a:rPr lang="en-US" dirty="0"/>
              <a:t>       Effect of wind speed:</a:t>
            </a:r>
          </a:p>
          <a:p>
            <a:endParaRPr lang="en-US" dirty="0"/>
          </a:p>
        </p:txBody>
      </p:sp>
      <p:sp>
        <p:nvSpPr>
          <p:cNvPr id="4" name="Text Placeholder 3"/>
          <p:cNvSpPr>
            <a:spLocks noGrp="1"/>
          </p:cNvSpPr>
          <p:nvPr>
            <p:ph type="body" idx="4294967295"/>
          </p:nvPr>
        </p:nvSpPr>
        <p:spPr>
          <a:xfrm>
            <a:off x="6561773" y="1481138"/>
            <a:ext cx="5195887" cy="4360862"/>
          </a:xfrm>
        </p:spPr>
        <p:txBody>
          <a:bodyPr/>
          <a:lstStyle/>
          <a:p>
            <a:r>
              <a:rPr lang="en-US" dirty="0"/>
              <a:t>Effect of payload:</a:t>
            </a:r>
          </a:p>
        </p:txBody>
      </p:sp>
      <p:pic>
        <p:nvPicPr>
          <p:cNvPr id="8" name="Picture 7"/>
          <p:cNvPicPr>
            <a:picLocks noChangeAspect="1"/>
          </p:cNvPicPr>
          <p:nvPr/>
        </p:nvPicPr>
        <p:blipFill>
          <a:blip r:embed="rId3"/>
          <a:stretch>
            <a:fillRect/>
          </a:stretch>
        </p:blipFill>
        <p:spPr>
          <a:xfrm>
            <a:off x="560807" y="2006601"/>
            <a:ext cx="5316119" cy="3835399"/>
          </a:xfrm>
          <a:prstGeom prst="rect">
            <a:avLst/>
          </a:prstGeom>
        </p:spPr>
      </p:pic>
      <p:pic>
        <p:nvPicPr>
          <p:cNvPr id="12" name="Picture 11"/>
          <p:cNvPicPr>
            <a:picLocks noChangeAspect="1"/>
          </p:cNvPicPr>
          <p:nvPr/>
        </p:nvPicPr>
        <p:blipFill>
          <a:blip r:embed="rId4"/>
          <a:stretch>
            <a:fillRect/>
          </a:stretch>
        </p:blipFill>
        <p:spPr>
          <a:xfrm>
            <a:off x="6086476" y="1966403"/>
            <a:ext cx="5316119" cy="3897742"/>
          </a:xfrm>
          <a:prstGeom prst="rect">
            <a:avLst/>
          </a:prstGeom>
        </p:spPr>
      </p:pic>
      <p:pic>
        <p:nvPicPr>
          <p:cNvPr id="10" name="Picture 9"/>
          <p:cNvPicPr>
            <a:picLocks noChangeAspect="1"/>
          </p:cNvPicPr>
          <p:nvPr/>
        </p:nvPicPr>
        <p:blipFill>
          <a:blip r:embed="rId5"/>
          <a:stretch>
            <a:fillRect/>
          </a:stretch>
        </p:blipFill>
        <p:spPr>
          <a:xfrm>
            <a:off x="3422038" y="2125662"/>
            <a:ext cx="2321875" cy="465138"/>
          </a:xfrm>
          <a:prstGeom prst="rect">
            <a:avLst/>
          </a:prstGeom>
        </p:spPr>
      </p:pic>
      <p:pic>
        <p:nvPicPr>
          <p:cNvPr id="11" name="Picture 10"/>
          <p:cNvPicPr>
            <a:picLocks noChangeAspect="1"/>
          </p:cNvPicPr>
          <p:nvPr/>
        </p:nvPicPr>
        <p:blipFill>
          <a:blip r:embed="rId5"/>
          <a:stretch>
            <a:fillRect/>
          </a:stretch>
        </p:blipFill>
        <p:spPr>
          <a:xfrm>
            <a:off x="6841513" y="2125662"/>
            <a:ext cx="2321875" cy="4651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Mission feasibility check on flight 79</a:t>
            </a:r>
          </a:p>
        </p:txBody>
      </p:sp>
      <p:sp>
        <p:nvSpPr>
          <p:cNvPr id="9" name="Text Placeholder 8"/>
          <p:cNvSpPr>
            <a:spLocks noGrp="1"/>
          </p:cNvSpPr>
          <p:nvPr>
            <p:ph type="body" idx="1"/>
          </p:nvPr>
        </p:nvSpPr>
        <p:spPr/>
        <p:txBody>
          <a:bodyPr/>
          <a:lstStyle/>
          <a:p>
            <a:r>
              <a:rPr lang="en-US" dirty="0"/>
              <a:t>    Effect of Linear acceleration:</a:t>
            </a:r>
          </a:p>
        </p:txBody>
      </p:sp>
      <p:sp>
        <p:nvSpPr>
          <p:cNvPr id="4" name="Text Placeholder 3"/>
          <p:cNvSpPr>
            <a:spLocks noGrp="1"/>
          </p:cNvSpPr>
          <p:nvPr>
            <p:ph type="body" idx="2"/>
          </p:nvPr>
        </p:nvSpPr>
        <p:spPr/>
        <p:txBody>
          <a:bodyPr/>
          <a:lstStyle/>
          <a:p>
            <a:r>
              <a:rPr lang="en-US" dirty="0"/>
              <a:t>Feasibility assessment:</a:t>
            </a:r>
          </a:p>
          <a:p>
            <a:pPr lvl="0" defTabSz="914400" eaLnBrk="0" fontAlgn="base" hangingPunct="0">
              <a:spcBef>
                <a:spcPct val="0"/>
              </a:spcBef>
              <a:spcAft>
                <a:spcPct val="0"/>
              </a:spcAft>
              <a:buFontTx/>
              <a:buChar char="•"/>
            </a:pPr>
            <a:endParaRPr lang="en-US" altLang="en-US" b="0" dirty="0">
              <a:solidFill>
                <a:schemeClr val="accent1">
                  <a:lumMod val="90000"/>
                  <a:lumOff val="10000"/>
                </a:schemeClr>
              </a:solidFill>
              <a:latin typeface="Arial" panose="020B0604020202020204" pitchFamily="34" charset="0"/>
            </a:endParaRPr>
          </a:p>
          <a:p>
            <a:pPr lvl="0" defTabSz="914400" eaLnBrk="0" fontAlgn="base" hangingPunct="0">
              <a:spcBef>
                <a:spcPct val="0"/>
              </a:spcBef>
              <a:spcAft>
                <a:spcPct val="0"/>
              </a:spcAft>
              <a:buFontTx/>
              <a:buChar char="•"/>
            </a:pPr>
            <a:r>
              <a:rPr lang="en-US" altLang="en-US" b="0" dirty="0"/>
              <a:t>Sensitivity analyses define expected energy demand under varying operating conditions.</a:t>
            </a:r>
          </a:p>
          <a:p>
            <a:pPr lvl="0" defTabSz="914400" eaLnBrk="0" fontAlgn="base" hangingPunct="0">
              <a:spcBef>
                <a:spcPct val="0"/>
              </a:spcBef>
              <a:spcAft>
                <a:spcPct val="0"/>
              </a:spcAft>
              <a:buFontTx/>
              <a:buChar char="•"/>
            </a:pPr>
            <a:endParaRPr lang="en-US" altLang="en-US" b="0" dirty="0"/>
          </a:p>
          <a:p>
            <a:pPr lvl="0" defTabSz="914400" eaLnBrk="0" fontAlgn="base" hangingPunct="0">
              <a:spcBef>
                <a:spcPct val="0"/>
              </a:spcBef>
              <a:spcAft>
                <a:spcPct val="0"/>
              </a:spcAft>
              <a:buFontTx/>
              <a:buChar char="•"/>
            </a:pPr>
            <a:r>
              <a:rPr lang="en-US" altLang="en-US" b="0" dirty="0"/>
              <a:t>Predicted energy demand can be compared with available battery capacity in real time.</a:t>
            </a:r>
          </a:p>
          <a:p>
            <a:pPr lvl="0" defTabSz="914400" eaLnBrk="0" fontAlgn="base" hangingPunct="0">
              <a:spcBef>
                <a:spcPct val="0"/>
              </a:spcBef>
              <a:spcAft>
                <a:spcPct val="0"/>
              </a:spcAft>
              <a:buFontTx/>
              <a:buChar char="•"/>
            </a:pPr>
            <a:endParaRPr lang="en-US" altLang="en-US" b="0" dirty="0"/>
          </a:p>
          <a:p>
            <a:pPr lvl="0" defTabSz="914400" eaLnBrk="0" fontAlgn="base" hangingPunct="0">
              <a:spcBef>
                <a:spcPct val="0"/>
              </a:spcBef>
              <a:spcAft>
                <a:spcPct val="0"/>
              </a:spcAft>
              <a:buFontTx/>
              <a:buChar char="•"/>
            </a:pPr>
            <a:r>
              <a:rPr lang="en-US" altLang="en-US" b="0" dirty="0"/>
              <a:t>Increasing deviation from baseline reduces available energy margin.</a:t>
            </a:r>
          </a:p>
          <a:p>
            <a:pPr lvl="0" defTabSz="914400" eaLnBrk="0" fontAlgn="base" hangingPunct="0">
              <a:spcBef>
                <a:spcPct val="0"/>
              </a:spcBef>
              <a:spcAft>
                <a:spcPct val="0"/>
              </a:spcAft>
              <a:buFontTx/>
              <a:buChar char="•"/>
            </a:pPr>
            <a:endParaRPr lang="en-US" altLang="en-US" b="0" dirty="0"/>
          </a:p>
          <a:p>
            <a:pPr lvl="0" defTabSz="914400" eaLnBrk="0" fontAlgn="base" hangingPunct="0">
              <a:spcBef>
                <a:spcPct val="0"/>
              </a:spcBef>
              <a:spcAft>
                <a:spcPct val="0"/>
              </a:spcAft>
              <a:buFontTx/>
              <a:buChar char="•"/>
            </a:pPr>
            <a:r>
              <a:rPr lang="en-US" altLang="en-US" b="0" dirty="0"/>
              <a:t>Energy thresholds provide a quantitative basis for feasibility assessment and RTH decisions</a:t>
            </a:r>
            <a:endParaRPr lang="en-US" dirty="0"/>
          </a:p>
        </p:txBody>
      </p:sp>
      <p:pic>
        <p:nvPicPr>
          <p:cNvPr id="6" name="Picture 5"/>
          <p:cNvPicPr>
            <a:picLocks noChangeAspect="1"/>
          </p:cNvPicPr>
          <p:nvPr/>
        </p:nvPicPr>
        <p:blipFill>
          <a:blip r:embed="rId3"/>
          <a:stretch>
            <a:fillRect/>
          </a:stretch>
        </p:blipFill>
        <p:spPr>
          <a:xfrm>
            <a:off x="724842" y="1990725"/>
            <a:ext cx="5184204" cy="3762376"/>
          </a:xfrm>
          <a:prstGeom prst="rect">
            <a:avLst/>
          </a:prstGeom>
        </p:spPr>
      </p:pic>
      <p:pic>
        <p:nvPicPr>
          <p:cNvPr id="5" name="Picture 4"/>
          <p:cNvPicPr>
            <a:picLocks noChangeAspect="1"/>
          </p:cNvPicPr>
          <p:nvPr/>
        </p:nvPicPr>
        <p:blipFill>
          <a:blip r:embed="rId4"/>
          <a:stretch>
            <a:fillRect/>
          </a:stretch>
        </p:blipFill>
        <p:spPr>
          <a:xfrm>
            <a:off x="1450363" y="2097087"/>
            <a:ext cx="2321875" cy="46513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Text Placeholder 2"/>
          <p:cNvSpPr>
            <a:spLocks noGrp="1"/>
          </p:cNvSpPr>
          <p:nvPr>
            <p:ph type="body" idx="1"/>
          </p:nvPr>
        </p:nvSpPr>
        <p:spPr/>
        <p:txBody>
          <a:bodyPr/>
          <a:lstStyle/>
          <a:p>
            <a:pPr marL="285750" indent="-285750">
              <a:lnSpc>
                <a:spcPct val="150000"/>
              </a:lnSpc>
              <a:buFont typeface="Arial" panose="020B0604020202020204" pitchFamily="34" charset="0"/>
              <a:buChar char="•"/>
            </a:pPr>
            <a:r>
              <a:rPr lang="en-US" b="0" dirty="0"/>
              <a:t>The AI-driven energy model achieved higher prediction accuracy than the physics-based model</a:t>
            </a:r>
          </a:p>
          <a:p>
            <a:pPr marL="285750" indent="-285750">
              <a:lnSpc>
                <a:spcPct val="150000"/>
              </a:lnSpc>
              <a:buFont typeface="Arial" panose="020B0604020202020204" pitchFamily="34" charset="0"/>
              <a:buChar char="•"/>
            </a:pPr>
            <a:r>
              <a:rPr lang="en-US" b="0" dirty="0"/>
              <a:t>The physics-based model provided strong interpretability but</a:t>
            </a:r>
            <a:r>
              <a:rPr lang="en-DE" b="0" dirty="0"/>
              <a:t> </a:t>
            </a:r>
            <a:r>
              <a:rPr lang="en-US" b="0" dirty="0"/>
              <a:t>limited in capturing dynamic effects</a:t>
            </a:r>
          </a:p>
          <a:p>
            <a:pPr marL="285750" indent="-285750">
              <a:lnSpc>
                <a:spcPct val="150000"/>
              </a:lnSpc>
              <a:buFont typeface="Arial" panose="020B0604020202020204" pitchFamily="34" charset="0"/>
              <a:buChar char="•"/>
            </a:pPr>
            <a:r>
              <a:rPr lang="en-US" b="0" dirty="0"/>
              <a:t>The AI model showed moderate interpretability</a:t>
            </a:r>
          </a:p>
          <a:p>
            <a:pPr marL="285750" indent="-285750">
              <a:lnSpc>
                <a:spcPct val="150000"/>
              </a:lnSpc>
              <a:buFont typeface="Arial" panose="020B0604020202020204" pitchFamily="34" charset="0"/>
              <a:buChar char="•"/>
            </a:pPr>
            <a:r>
              <a:rPr lang="en-US" b="0" dirty="0"/>
              <a:t>The predicted mission energy enables a feasibility check and supports Return-to-Home decision logic</a:t>
            </a:r>
          </a:p>
          <a:p>
            <a:pPr marL="285750" indent="-285750">
              <a:lnSpc>
                <a:spcPct val="150000"/>
              </a:lnSpc>
              <a:buFont typeface="Arial" panose="020B0604020202020204" pitchFamily="34" charset="0"/>
              <a:buChar char="•"/>
            </a:pPr>
            <a:r>
              <a:rPr lang="en-US" b="0" dirty="0"/>
              <a:t>Generalization and hover </a:t>
            </a:r>
            <a:r>
              <a:rPr lang="en-US" b="0" dirty="0" err="1"/>
              <a:t>behaviour</a:t>
            </a:r>
            <a:r>
              <a:rPr lang="en-US" b="0" dirty="0"/>
              <a:t> remain key limitations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References</a:t>
            </a:r>
            <a:endParaRPr lang="en-US" dirty="0"/>
          </a:p>
        </p:txBody>
      </p:sp>
      <p:sp>
        <p:nvSpPr>
          <p:cNvPr id="3" name="Text Placeholder 2"/>
          <p:cNvSpPr>
            <a:spLocks noGrp="1"/>
          </p:cNvSpPr>
          <p:nvPr>
            <p:ph type="body" idx="1"/>
          </p:nvPr>
        </p:nvSpPr>
        <p:spPr/>
        <p:txBody>
          <a:bodyPr/>
          <a:lstStyle/>
          <a:p>
            <a:pPr marL="285750" lvl="0" indent="-285750">
              <a:buFont typeface="Arial" panose="020B0604020202020204" pitchFamily="34" charset="0"/>
              <a:buChar char="•"/>
            </a:pPr>
            <a:r>
              <a:rPr lang="de-DE" b="0" dirty="0" err="1"/>
              <a:t>Abeywickrama</a:t>
            </a:r>
            <a:r>
              <a:rPr lang="de-DE" b="0" dirty="0"/>
              <a:t>, H., </a:t>
            </a:r>
            <a:r>
              <a:rPr lang="de-DE" b="0" dirty="0" err="1"/>
              <a:t>Jayawickrama</a:t>
            </a:r>
            <a:r>
              <a:rPr lang="de-DE" b="0" dirty="0"/>
              <a:t>, B. A., </a:t>
            </a:r>
            <a:r>
              <a:rPr lang="de-DE" b="0" dirty="0" err="1"/>
              <a:t>Chathuranga</a:t>
            </a:r>
            <a:r>
              <a:rPr lang="de-DE" b="0" dirty="0"/>
              <a:t>, D., &amp; </a:t>
            </a:r>
            <a:r>
              <a:rPr lang="de-DE" b="0" dirty="0" err="1"/>
              <a:t>Munasinghe</a:t>
            </a:r>
            <a:r>
              <a:rPr lang="de-DE" b="0" dirty="0"/>
              <a:t>, S. (2018). </a:t>
            </a:r>
            <a:r>
              <a:rPr lang="de-DE" b="0" dirty="0" err="1"/>
              <a:t>Comprehensive</a:t>
            </a:r>
            <a:r>
              <a:rPr lang="de-DE" b="0" dirty="0"/>
              <a:t> </a:t>
            </a:r>
            <a:r>
              <a:rPr lang="de-DE" b="0" dirty="0" err="1"/>
              <a:t>modeling</a:t>
            </a:r>
            <a:r>
              <a:rPr lang="de-DE" b="0" dirty="0"/>
              <a:t> </a:t>
            </a:r>
            <a:r>
              <a:rPr lang="de-DE" b="0" dirty="0" err="1"/>
              <a:t>of</a:t>
            </a:r>
            <a:r>
              <a:rPr lang="de-DE" b="0" dirty="0"/>
              <a:t> </a:t>
            </a:r>
            <a:r>
              <a:rPr lang="de-DE" b="0" dirty="0" err="1"/>
              <a:t>quadrotor</a:t>
            </a:r>
            <a:r>
              <a:rPr lang="de-DE" b="0" dirty="0"/>
              <a:t> </a:t>
            </a:r>
            <a:r>
              <a:rPr lang="de-DE" b="0" dirty="0" err="1"/>
              <a:t>energy</a:t>
            </a:r>
            <a:r>
              <a:rPr lang="de-DE" b="0" dirty="0"/>
              <a:t> </a:t>
            </a:r>
            <a:r>
              <a:rPr lang="de-DE" b="0" dirty="0" err="1"/>
              <a:t>consumption</a:t>
            </a:r>
            <a:r>
              <a:rPr lang="de-DE" b="0" dirty="0"/>
              <a:t>. International Journal </a:t>
            </a:r>
            <a:r>
              <a:rPr lang="de-DE" b="0" dirty="0" err="1"/>
              <a:t>of</a:t>
            </a:r>
            <a:r>
              <a:rPr lang="de-DE" b="0" dirty="0"/>
              <a:t> Aerospace Engineering, 2018, 1–16.</a:t>
            </a:r>
          </a:p>
          <a:p>
            <a:pPr marL="285750" lvl="0" indent="-285750">
              <a:buFont typeface="Arial" panose="020B0604020202020204" pitchFamily="34" charset="0"/>
              <a:buChar char="•"/>
            </a:pPr>
            <a:r>
              <a:rPr lang="de-DE" b="0" dirty="0" err="1"/>
              <a:t>Bangura</a:t>
            </a:r>
            <a:r>
              <a:rPr lang="de-DE" b="0" dirty="0"/>
              <a:t>, M., &amp; </a:t>
            </a:r>
            <a:r>
              <a:rPr lang="de-DE" b="0" dirty="0" err="1"/>
              <a:t>Mahony</a:t>
            </a:r>
            <a:r>
              <a:rPr lang="de-DE" b="0" dirty="0"/>
              <a:t>, R. (2014). Real-time </a:t>
            </a:r>
            <a:r>
              <a:rPr lang="de-DE" b="0" dirty="0" err="1"/>
              <a:t>model</a:t>
            </a:r>
            <a:r>
              <a:rPr lang="de-DE" b="0" dirty="0"/>
              <a:t> </a:t>
            </a:r>
            <a:r>
              <a:rPr lang="de-DE" b="0" dirty="0" err="1"/>
              <a:t>predictive</a:t>
            </a:r>
            <a:r>
              <a:rPr lang="de-DE" b="0" dirty="0"/>
              <a:t> </a:t>
            </a:r>
            <a:r>
              <a:rPr lang="de-DE" b="0" dirty="0" err="1"/>
              <a:t>control</a:t>
            </a:r>
            <a:r>
              <a:rPr lang="de-DE" b="0" dirty="0"/>
              <a:t> </a:t>
            </a:r>
            <a:r>
              <a:rPr lang="de-DE" b="0" dirty="0" err="1"/>
              <a:t>for</a:t>
            </a:r>
            <a:r>
              <a:rPr lang="de-DE" b="0" dirty="0"/>
              <a:t> </a:t>
            </a:r>
            <a:r>
              <a:rPr lang="de-DE" b="0" dirty="0" err="1"/>
              <a:t>quadrotors</a:t>
            </a:r>
            <a:r>
              <a:rPr lang="de-DE" b="0" dirty="0"/>
              <a:t>. </a:t>
            </a:r>
            <a:r>
              <a:rPr lang="de-DE" b="0" dirty="0" err="1"/>
              <a:t>Australasian</a:t>
            </a:r>
            <a:r>
              <a:rPr lang="de-DE" b="0" dirty="0"/>
              <a:t> Conference on Robotics and Automation.</a:t>
            </a:r>
          </a:p>
          <a:p>
            <a:pPr marL="285750" lvl="0" indent="-285750">
              <a:buFont typeface="Arial" panose="020B0604020202020204" pitchFamily="34" charset="0"/>
              <a:buChar char="•"/>
            </a:pPr>
            <a:r>
              <a:rPr lang="de-DE" b="0" dirty="0"/>
              <a:t>DJI. (2015). </a:t>
            </a:r>
            <a:r>
              <a:rPr lang="de-DE" b="0" dirty="0" err="1"/>
              <a:t>Matrice</a:t>
            </a:r>
            <a:r>
              <a:rPr lang="de-DE" b="0" dirty="0"/>
              <a:t> 100 </a:t>
            </a:r>
            <a:r>
              <a:rPr lang="de-DE" b="0" dirty="0" err="1"/>
              <a:t>specification</a:t>
            </a:r>
            <a:r>
              <a:rPr lang="de-DE" b="0" dirty="0"/>
              <a:t> </a:t>
            </a:r>
            <a:r>
              <a:rPr lang="de-DE" b="0" dirty="0" err="1"/>
              <a:t>sheet</a:t>
            </a:r>
            <a:endParaRPr lang="de-DE" b="0" dirty="0"/>
          </a:p>
          <a:p>
            <a:pPr marL="285750" lvl="0" indent="-285750">
              <a:buFont typeface="Arial" panose="020B0604020202020204" pitchFamily="34" charset="0"/>
              <a:buChar char="•"/>
            </a:pPr>
            <a:r>
              <a:rPr lang="de-DE" b="0" dirty="0"/>
              <a:t>Dorling, K., Heinrichs, J., Messier, G. G., &amp; </a:t>
            </a:r>
            <a:r>
              <a:rPr lang="de-DE" b="0" dirty="0" err="1"/>
              <a:t>Magierowski</a:t>
            </a:r>
            <a:r>
              <a:rPr lang="de-DE" b="0" dirty="0"/>
              <a:t>, S. (2017). Energy </a:t>
            </a:r>
            <a:r>
              <a:rPr lang="de-DE" b="0" dirty="0" err="1"/>
              <a:t>consumption</a:t>
            </a:r>
            <a:r>
              <a:rPr lang="de-DE" b="0" dirty="0"/>
              <a:t> </a:t>
            </a:r>
            <a:r>
              <a:rPr lang="de-DE" b="0" dirty="0" err="1"/>
              <a:t>model</a:t>
            </a:r>
            <a:r>
              <a:rPr lang="de-DE" b="0" dirty="0"/>
              <a:t> </a:t>
            </a:r>
            <a:r>
              <a:rPr lang="de-DE" b="0" dirty="0" err="1"/>
              <a:t>for</a:t>
            </a:r>
            <a:r>
              <a:rPr lang="de-DE" b="0" dirty="0"/>
              <a:t> UAV </a:t>
            </a:r>
            <a:r>
              <a:rPr lang="de-DE" b="0" dirty="0" err="1"/>
              <a:t>flight</a:t>
            </a:r>
            <a:r>
              <a:rPr lang="de-DE" b="0" dirty="0"/>
              <a:t>. IEEE Transactions on </a:t>
            </a:r>
            <a:r>
              <a:rPr lang="de-DE" b="0" dirty="0" err="1"/>
              <a:t>Vehicular</a:t>
            </a:r>
            <a:r>
              <a:rPr lang="de-DE" b="0" dirty="0"/>
              <a:t> Technology, 66(1), 376–385.</a:t>
            </a:r>
          </a:p>
          <a:p>
            <a:pPr marL="285750" lvl="0" indent="-285750">
              <a:buFont typeface="Arial" panose="020B0604020202020204" pitchFamily="34" charset="0"/>
              <a:buChar char="•"/>
            </a:pPr>
            <a:r>
              <a:rPr lang="de-DE" b="0" dirty="0"/>
              <a:t>Gupta, L., Jain, R., &amp; </a:t>
            </a:r>
            <a:r>
              <a:rPr lang="de-DE" b="0" dirty="0" err="1"/>
              <a:t>Vaszkun</a:t>
            </a:r>
            <a:r>
              <a:rPr lang="de-DE" b="0" dirty="0"/>
              <a:t>, G. (2016). Survey </a:t>
            </a:r>
            <a:r>
              <a:rPr lang="de-DE" b="0" dirty="0" err="1"/>
              <a:t>of</a:t>
            </a:r>
            <a:r>
              <a:rPr lang="de-DE" b="0" dirty="0"/>
              <a:t> </a:t>
            </a:r>
            <a:r>
              <a:rPr lang="de-DE" b="0" dirty="0" err="1"/>
              <a:t>important</a:t>
            </a:r>
            <a:r>
              <a:rPr lang="de-DE" b="0" dirty="0"/>
              <a:t> </a:t>
            </a:r>
            <a:r>
              <a:rPr lang="de-DE" b="0" dirty="0" err="1"/>
              <a:t>issues</a:t>
            </a:r>
            <a:r>
              <a:rPr lang="de-DE" b="0" dirty="0"/>
              <a:t> in UAV </a:t>
            </a:r>
            <a:r>
              <a:rPr lang="de-DE" b="0" dirty="0" err="1"/>
              <a:t>communication</a:t>
            </a:r>
            <a:r>
              <a:rPr lang="de-DE" b="0" dirty="0"/>
              <a:t> </a:t>
            </a:r>
            <a:r>
              <a:rPr lang="de-DE" b="0" dirty="0" err="1"/>
              <a:t>networks</a:t>
            </a:r>
            <a:r>
              <a:rPr lang="de-DE" b="0" dirty="0"/>
              <a:t>. IEEE Communications Surveys &amp; Tutorials, 18(2), 1123–1152.</a:t>
            </a:r>
          </a:p>
          <a:p>
            <a:pPr marL="285750" lvl="0" indent="-285750">
              <a:buFont typeface="Arial" panose="020B0604020202020204" pitchFamily="34" charset="0"/>
              <a:buChar char="•"/>
            </a:pPr>
            <a:r>
              <a:rPr lang="de-DE" b="0" dirty="0" err="1"/>
              <a:t>Hossen</a:t>
            </a:r>
            <a:r>
              <a:rPr lang="de-DE" b="0" dirty="0"/>
              <a:t>, M., et al. (2021). Deep </a:t>
            </a:r>
            <a:r>
              <a:rPr lang="de-DE" b="0" dirty="0" err="1"/>
              <a:t>learning-based</a:t>
            </a:r>
            <a:r>
              <a:rPr lang="de-DE" b="0" dirty="0"/>
              <a:t> UAV power </a:t>
            </a:r>
            <a:r>
              <a:rPr lang="de-DE" b="0" dirty="0" err="1"/>
              <a:t>consumption</a:t>
            </a:r>
            <a:r>
              <a:rPr lang="de-DE" b="0" dirty="0"/>
              <a:t> </a:t>
            </a:r>
            <a:r>
              <a:rPr lang="de-DE" b="0" dirty="0" err="1"/>
              <a:t>prediction</a:t>
            </a:r>
            <a:r>
              <a:rPr lang="de-DE" b="0" dirty="0"/>
              <a:t>. IEEE Access, 9, 134662–134673.</a:t>
            </a:r>
          </a:p>
          <a:p>
            <a:pPr marL="285750" lvl="0" indent="-285750">
              <a:buFont typeface="Arial" panose="020B0604020202020204" pitchFamily="34" charset="0"/>
              <a:buChar char="•"/>
            </a:pPr>
            <a:r>
              <a:rPr lang="de-DE" b="0" dirty="0" err="1"/>
              <a:t>Leishman</a:t>
            </a:r>
            <a:r>
              <a:rPr lang="de-DE" b="0" dirty="0"/>
              <a:t>, J. G. (2006). </a:t>
            </a:r>
            <a:r>
              <a:rPr lang="de-DE" b="0" dirty="0" err="1"/>
              <a:t>Principles</a:t>
            </a:r>
            <a:r>
              <a:rPr lang="de-DE" b="0" dirty="0"/>
              <a:t> </a:t>
            </a:r>
            <a:r>
              <a:rPr lang="de-DE" b="0" dirty="0" err="1"/>
              <a:t>of</a:t>
            </a:r>
            <a:r>
              <a:rPr lang="de-DE" b="0" dirty="0"/>
              <a:t> </a:t>
            </a:r>
            <a:r>
              <a:rPr lang="de-DE" b="0" dirty="0" err="1"/>
              <a:t>helicopter</a:t>
            </a:r>
            <a:r>
              <a:rPr lang="de-DE" b="0" dirty="0"/>
              <a:t> </a:t>
            </a:r>
            <a:r>
              <a:rPr lang="de-DE" b="0" dirty="0" err="1"/>
              <a:t>aerodynamics</a:t>
            </a:r>
            <a:r>
              <a:rPr lang="de-DE" b="0" dirty="0"/>
              <a:t> (2nd </a:t>
            </a:r>
            <a:r>
              <a:rPr lang="de-DE" b="0" dirty="0" err="1"/>
              <a:t>ed</a:t>
            </a:r>
            <a:r>
              <a:rPr lang="de-DE" b="0" dirty="0"/>
              <a:t>.). Cambridge University Press.</a:t>
            </a:r>
          </a:p>
          <a:p>
            <a:pPr marL="285750" lvl="0" indent="-285750">
              <a:buFont typeface="Arial" panose="020B0604020202020204" pitchFamily="34" charset="0"/>
              <a:buChar char="•"/>
            </a:pPr>
            <a:r>
              <a:rPr lang="de-DE" b="0" dirty="0"/>
              <a:t>Liu, X., et al. (2020). </a:t>
            </a:r>
            <a:r>
              <a:rPr lang="de-DE" b="0" dirty="0" err="1"/>
              <a:t>Machine</a:t>
            </a:r>
            <a:r>
              <a:rPr lang="de-DE" b="0" dirty="0"/>
              <a:t> </a:t>
            </a:r>
            <a:r>
              <a:rPr lang="de-DE" b="0" dirty="0" err="1"/>
              <a:t>learning</a:t>
            </a:r>
            <a:r>
              <a:rPr lang="de-DE" b="0" dirty="0"/>
              <a:t> </a:t>
            </a:r>
            <a:r>
              <a:rPr lang="de-DE" b="0" dirty="0" err="1"/>
              <a:t>models</a:t>
            </a:r>
            <a:r>
              <a:rPr lang="de-DE" b="0" dirty="0"/>
              <a:t> </a:t>
            </a:r>
            <a:r>
              <a:rPr lang="de-DE" b="0" dirty="0" err="1"/>
              <a:t>for</a:t>
            </a:r>
            <a:r>
              <a:rPr lang="de-DE" b="0" dirty="0"/>
              <a:t> UAV </a:t>
            </a:r>
            <a:r>
              <a:rPr lang="de-DE" b="0" dirty="0" err="1"/>
              <a:t>energy</a:t>
            </a:r>
            <a:r>
              <a:rPr lang="de-DE" b="0" dirty="0"/>
              <a:t> </a:t>
            </a:r>
            <a:r>
              <a:rPr lang="de-DE" b="0" dirty="0" err="1"/>
              <a:t>estimation</a:t>
            </a:r>
            <a:r>
              <a:rPr lang="de-DE" b="0" dirty="0"/>
              <a:t>. Sensors, 20(18), 5152.</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01" name="Google Shape;401;p13"/>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chemeClr val="accent1"/>
              </a:buClr>
              <a:buSzPts val="6600"/>
              <a:buNone/>
            </a:pPr>
            <a:endParaRPr sz="6600"/>
          </a:p>
          <a:p>
            <a:pPr marL="0" lvl="0" indent="0" algn="ctr" rtl="0">
              <a:spcBef>
                <a:spcPts val="1200"/>
              </a:spcBef>
              <a:spcAft>
                <a:spcPts val="0"/>
              </a:spcAft>
              <a:buClr>
                <a:schemeClr val="accent1"/>
              </a:buClr>
              <a:buSzPts val="6600"/>
              <a:buNone/>
            </a:pPr>
            <a:r>
              <a:rPr lang="en-US" sz="6600"/>
              <a:t>Thank You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 material</a:t>
            </a:r>
          </a:p>
        </p:txBody>
      </p:sp>
      <p:sp>
        <p:nvSpPr>
          <p:cNvPr id="3" name="Text Placeholder 2"/>
          <p:cNvSpPr>
            <a:spLocks noGrp="1"/>
          </p:cNvSpPr>
          <p:nvPr>
            <p:ph type="body" idx="1"/>
          </p:nvPr>
        </p:nvSpPr>
        <p:spPr/>
        <p:txBody>
          <a:bodyPr/>
          <a:lstStyle/>
          <a:p>
            <a:r>
              <a:rPr lang="en-US" dirty="0"/>
              <a:t>Horizontal Speed histogram:</a:t>
            </a:r>
          </a:p>
        </p:txBody>
      </p:sp>
      <p:sp>
        <p:nvSpPr>
          <p:cNvPr id="4" name="Text Placeholder 3"/>
          <p:cNvSpPr>
            <a:spLocks noGrp="1"/>
          </p:cNvSpPr>
          <p:nvPr>
            <p:ph type="body" idx="2"/>
          </p:nvPr>
        </p:nvSpPr>
        <p:spPr/>
        <p:txBody>
          <a:bodyPr/>
          <a:lstStyle/>
          <a:p>
            <a:r>
              <a:rPr lang="en-US" dirty="0"/>
              <a:t>Power:</a:t>
            </a:r>
          </a:p>
        </p:txBody>
      </p:sp>
      <p:pic>
        <p:nvPicPr>
          <p:cNvPr id="6" name="Picture 5"/>
          <p:cNvPicPr>
            <a:picLocks noChangeAspect="1"/>
          </p:cNvPicPr>
          <p:nvPr/>
        </p:nvPicPr>
        <p:blipFill>
          <a:blip r:embed="rId3"/>
          <a:stretch>
            <a:fillRect/>
          </a:stretch>
        </p:blipFill>
        <p:spPr>
          <a:xfrm>
            <a:off x="822247" y="2203542"/>
            <a:ext cx="5195887" cy="3005287"/>
          </a:xfrm>
          <a:prstGeom prst="rect">
            <a:avLst/>
          </a:prstGeom>
        </p:spPr>
      </p:pic>
      <p:pic>
        <p:nvPicPr>
          <p:cNvPr id="8" name="Picture 7"/>
          <p:cNvPicPr>
            <a:picLocks noChangeAspect="1"/>
          </p:cNvPicPr>
          <p:nvPr/>
        </p:nvPicPr>
        <p:blipFill>
          <a:blip r:embed="rId4"/>
          <a:stretch>
            <a:fillRect/>
          </a:stretch>
        </p:blipFill>
        <p:spPr>
          <a:xfrm>
            <a:off x="6267449" y="2258682"/>
            <a:ext cx="4896643" cy="30945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 slides</a:t>
            </a:r>
          </a:p>
        </p:txBody>
      </p:sp>
      <p:sp>
        <p:nvSpPr>
          <p:cNvPr id="3" name="Text Placeholder 2"/>
          <p:cNvSpPr>
            <a:spLocks noGrp="1"/>
          </p:cNvSpPr>
          <p:nvPr>
            <p:ph type="body" idx="1"/>
          </p:nvPr>
        </p:nvSpPr>
        <p:spPr/>
        <p:txBody>
          <a:bodyPr/>
          <a:lstStyle/>
          <a:p>
            <a:r>
              <a:rPr lang="en-US" dirty="0"/>
              <a:t>Payload:</a:t>
            </a:r>
          </a:p>
        </p:txBody>
      </p:sp>
      <p:sp>
        <p:nvSpPr>
          <p:cNvPr id="4" name="Text Placeholder 3"/>
          <p:cNvSpPr>
            <a:spLocks noGrp="1"/>
          </p:cNvSpPr>
          <p:nvPr>
            <p:ph type="body" idx="2"/>
          </p:nvPr>
        </p:nvSpPr>
        <p:spPr/>
        <p:txBody>
          <a:bodyPr/>
          <a:lstStyle/>
          <a:p>
            <a:r>
              <a:rPr lang="en-US" dirty="0"/>
              <a:t>Linear acceleration:</a:t>
            </a:r>
          </a:p>
        </p:txBody>
      </p:sp>
      <p:pic>
        <p:nvPicPr>
          <p:cNvPr id="6" name="Picture 5"/>
          <p:cNvPicPr>
            <a:picLocks noChangeAspect="1"/>
          </p:cNvPicPr>
          <p:nvPr/>
        </p:nvPicPr>
        <p:blipFill>
          <a:blip r:embed="rId2"/>
          <a:stretch>
            <a:fillRect/>
          </a:stretch>
        </p:blipFill>
        <p:spPr>
          <a:xfrm>
            <a:off x="677863" y="2038655"/>
            <a:ext cx="5195887" cy="3803345"/>
          </a:xfrm>
          <a:prstGeom prst="rect">
            <a:avLst/>
          </a:prstGeom>
        </p:spPr>
      </p:pic>
      <p:pic>
        <p:nvPicPr>
          <p:cNvPr id="8" name="Picture 7"/>
          <p:cNvPicPr>
            <a:picLocks noChangeAspect="1"/>
          </p:cNvPicPr>
          <p:nvPr/>
        </p:nvPicPr>
        <p:blipFill>
          <a:blip r:embed="rId3"/>
          <a:stretch>
            <a:fillRect/>
          </a:stretch>
        </p:blipFill>
        <p:spPr>
          <a:xfrm>
            <a:off x="6162500" y="2042811"/>
            <a:ext cx="5278994" cy="3803345"/>
          </a:xfrm>
          <a:prstGeom prst="rect">
            <a:avLst/>
          </a:prstGeom>
        </p:spPr>
      </p:pic>
    </p:spTree>
  </p:cSld>
  <p:clrMapOvr>
    <a:masterClrMapping/>
  </p:clrMapOvr>
</p:sld>
</file>

<file path=ppt/theme/theme1.xml><?xml version="1.0" encoding="utf-8"?>
<a:theme xmlns:a="http://schemas.openxmlformats.org/drawingml/2006/main" name="TUD_2018_16zu9">
  <a:themeElements>
    <a:clrScheme name="TUD_2021-08_grün">
      <a:dk1>
        <a:srgbClr val="000000"/>
      </a:dk1>
      <a:lt1>
        <a:srgbClr val="FFFFFF"/>
      </a:lt1>
      <a:dk2>
        <a:srgbClr val="727277"/>
      </a:dk2>
      <a:lt2>
        <a:srgbClr val="FFFFFF"/>
      </a:lt2>
      <a:accent1>
        <a:srgbClr val="00305D"/>
      </a:accent1>
      <a:accent2>
        <a:srgbClr val="0069B4"/>
      </a:accent2>
      <a:accent3>
        <a:srgbClr val="009FE3"/>
      </a:accent3>
      <a:accent4>
        <a:srgbClr val="008244"/>
      </a:accent4>
      <a:accent5>
        <a:srgbClr val="65B32E"/>
      </a:accent5>
      <a:accent6>
        <a:srgbClr val="94C356"/>
      </a:accent6>
      <a:hlink>
        <a:srgbClr val="0069B4"/>
      </a:hlink>
      <a:folHlink>
        <a:srgbClr val="009F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TUD_2018_16zu9">
  <a:themeElements>
    <a:clrScheme name="TUD_2021-08_grün">
      <a:dk1>
        <a:srgbClr val="000000"/>
      </a:dk1>
      <a:lt1>
        <a:srgbClr val="FFFFFF"/>
      </a:lt1>
      <a:dk2>
        <a:srgbClr val="727277"/>
      </a:dk2>
      <a:lt2>
        <a:srgbClr val="FFFFFF"/>
      </a:lt2>
      <a:accent1>
        <a:srgbClr val="00305D"/>
      </a:accent1>
      <a:accent2>
        <a:srgbClr val="0069B4"/>
      </a:accent2>
      <a:accent3>
        <a:srgbClr val="009FE3"/>
      </a:accent3>
      <a:accent4>
        <a:srgbClr val="008244"/>
      </a:accent4>
      <a:accent5>
        <a:srgbClr val="65B32E"/>
      </a:accent5>
      <a:accent6>
        <a:srgbClr val="94C356"/>
      </a:accent6>
      <a:hlink>
        <a:srgbClr val="0069B4"/>
      </a:hlink>
      <a:folHlink>
        <a:srgbClr val="009F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TUD_2018_16zu9">
  <a:themeElements>
    <a:clrScheme name="TUD_2021-08_grün">
      <a:dk1>
        <a:srgbClr val="000000"/>
      </a:dk1>
      <a:lt1>
        <a:srgbClr val="FFFFFF"/>
      </a:lt1>
      <a:dk2>
        <a:srgbClr val="727277"/>
      </a:dk2>
      <a:lt2>
        <a:srgbClr val="FFFFFF"/>
      </a:lt2>
      <a:accent1>
        <a:srgbClr val="00305D"/>
      </a:accent1>
      <a:accent2>
        <a:srgbClr val="0069B4"/>
      </a:accent2>
      <a:accent3>
        <a:srgbClr val="009FE3"/>
      </a:accent3>
      <a:accent4>
        <a:srgbClr val="008244"/>
      </a:accent4>
      <a:accent5>
        <a:srgbClr val="65B32E"/>
      </a:accent5>
      <a:accent6>
        <a:srgbClr val="94C356"/>
      </a:accent6>
      <a:hlink>
        <a:srgbClr val="0069B4"/>
      </a:hlink>
      <a:folHlink>
        <a:srgbClr val="009F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TUD_2018_16zu9">
  <a:themeElements>
    <a:clrScheme name="TUD_2021-08_grün">
      <a:dk1>
        <a:srgbClr val="000000"/>
      </a:dk1>
      <a:lt1>
        <a:srgbClr val="FFFFFF"/>
      </a:lt1>
      <a:dk2>
        <a:srgbClr val="727277"/>
      </a:dk2>
      <a:lt2>
        <a:srgbClr val="FFFFFF"/>
      </a:lt2>
      <a:accent1>
        <a:srgbClr val="00305D"/>
      </a:accent1>
      <a:accent2>
        <a:srgbClr val="0069B4"/>
      </a:accent2>
      <a:accent3>
        <a:srgbClr val="009FE3"/>
      </a:accent3>
      <a:accent4>
        <a:srgbClr val="008244"/>
      </a:accent4>
      <a:accent5>
        <a:srgbClr val="65B32E"/>
      </a:accent5>
      <a:accent6>
        <a:srgbClr val="94C356"/>
      </a:accent6>
      <a:hlink>
        <a:srgbClr val="0069B4"/>
      </a:hlink>
      <a:folHlink>
        <a:srgbClr val="009F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TUD_2018_16zu9">
  <a:themeElements>
    <a:clrScheme name="TUD_2021-08_grün">
      <a:dk1>
        <a:srgbClr val="000000"/>
      </a:dk1>
      <a:lt1>
        <a:srgbClr val="FFFFFF"/>
      </a:lt1>
      <a:dk2>
        <a:srgbClr val="727277"/>
      </a:dk2>
      <a:lt2>
        <a:srgbClr val="FFFFFF"/>
      </a:lt2>
      <a:accent1>
        <a:srgbClr val="00305D"/>
      </a:accent1>
      <a:accent2>
        <a:srgbClr val="0069B4"/>
      </a:accent2>
      <a:accent3>
        <a:srgbClr val="009FE3"/>
      </a:accent3>
      <a:accent4>
        <a:srgbClr val="008244"/>
      </a:accent4>
      <a:accent5>
        <a:srgbClr val="65B32E"/>
      </a:accent5>
      <a:accent6>
        <a:srgbClr val="94C356"/>
      </a:accent6>
      <a:hlink>
        <a:srgbClr val="0069B4"/>
      </a:hlink>
      <a:folHlink>
        <a:srgbClr val="009F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Larissa">
  <a:themeElements>
    <a:clrScheme name="Larissa">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2291</Words>
  <Application>Microsoft Office PowerPoint</Application>
  <PresentationFormat>Widescreen</PresentationFormat>
  <Paragraphs>360</Paragraphs>
  <Slides>25</Slides>
  <Notes>18</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25</vt:i4>
      </vt:variant>
    </vt:vector>
  </HeadingPairs>
  <TitlesOfParts>
    <vt:vector size="35" baseType="lpstr">
      <vt:lpstr>Calibri</vt:lpstr>
      <vt:lpstr>Cambria Math</vt:lpstr>
      <vt:lpstr>Open Sans</vt:lpstr>
      <vt:lpstr>Arial</vt:lpstr>
      <vt:lpstr>Noto Sans Symbols</vt:lpstr>
      <vt:lpstr>TUD_2018_16zu9</vt:lpstr>
      <vt:lpstr>4_TUD_2018_16zu9</vt:lpstr>
      <vt:lpstr>3_TUD_2018_16zu9</vt:lpstr>
      <vt:lpstr>2_TUD_2018_16zu9</vt:lpstr>
      <vt:lpstr>1_TUD_2018_16zu9</vt:lpstr>
      <vt:lpstr>Research Task in Air Transport  and Logistics</vt:lpstr>
      <vt:lpstr>PowerPoint Presentation</vt:lpstr>
      <vt:lpstr>Research topic &amp; motivation</vt:lpstr>
      <vt:lpstr>Provided data</vt:lpstr>
      <vt:lpstr>Data cleaning &amp; feature extraction</vt:lpstr>
      <vt:lpstr>Use of derived vertical velocity vv instead of raw velocity</vt:lpstr>
      <vt:lpstr>Definition of different phase of flight</vt:lpstr>
      <vt:lpstr>Phase segmentation (flight 79)</vt:lpstr>
      <vt:lpstr>Physics based power model development</vt:lpstr>
      <vt:lpstr>Physics based power model development</vt:lpstr>
      <vt:lpstr>Physics equations for different phases</vt:lpstr>
      <vt:lpstr>Efficiency and evaluation metrics</vt:lpstr>
      <vt:lpstr>Representation of physic model (flight 79) </vt:lpstr>
      <vt:lpstr>Data driven energy model</vt:lpstr>
      <vt:lpstr>Outcomes </vt:lpstr>
      <vt:lpstr>Model comparison</vt:lpstr>
      <vt:lpstr>Representation of two models (flight 79)</vt:lpstr>
      <vt:lpstr>Interpretability and generalization </vt:lpstr>
      <vt:lpstr>Mission feasibility check on flight 79</vt:lpstr>
      <vt:lpstr>Mission feasibility check on flight 79</vt:lpstr>
      <vt:lpstr>Conclusion</vt:lpstr>
      <vt:lpstr>References</vt:lpstr>
      <vt:lpstr>PowerPoint Presentation</vt:lpstr>
      <vt:lpstr>Extra material</vt:lpstr>
      <vt:lpstr>Extra slides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Zeh, Thomas Rudolf</dc:creator>
  <cp:lastModifiedBy>2a8ea262, 8c589d24</cp:lastModifiedBy>
  <cp:revision>46</cp:revision>
  <dcterms:created xsi:type="dcterms:W3CDTF">2022-05-23T11:07:00Z</dcterms:created>
  <dcterms:modified xsi:type="dcterms:W3CDTF">2026-01-30T06:23:22Z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47855D9E59C84E31ABCED11CC4127A27_13</vt:lpwstr>
  </property>
  <property fmtid="{D5CDD505-2E9C-101B-9397-08002B2CF9AE}" pid="3" name="KSOProductBuildVer">
    <vt:lpwstr>1033-12.2.0.23196</vt:lpwstr>
  </property>
</Properties>
</file>