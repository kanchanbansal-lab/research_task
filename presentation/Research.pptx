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trictFirstAndLastChars="0" embedTrueTypeFonts="1" saveSubsetFonts="1" autoCompressPictures="0">
  <p:sldMasterIdLst>
    <p:sldMasterId id="2147483648" r:id="rId1"/>
  </p:sldMasterIdLst>
  <p:notesMasterIdLst>
    <p:notesMasterId r:id="rId18"/>
  </p:notesMasterIdLst>
  <p:sldIdLst>
    <p:sldId id="256" r:id="rId2"/>
    <p:sldId id="257" r:id="rId3"/>
    <p:sldId id="281" r:id="rId4"/>
    <p:sldId id="259" r:id="rId5"/>
    <p:sldId id="260" r:id="rId6"/>
    <p:sldId id="261" r:id="rId7"/>
    <p:sldId id="262" r:id="rId8"/>
    <p:sldId id="263" r:id="rId9"/>
    <p:sldId id="277" r:id="rId10"/>
    <p:sldId id="266" r:id="rId11"/>
    <p:sldId id="267" r:id="rId12"/>
    <p:sldId id="268" r:id="rId13"/>
    <p:sldId id="278" r:id="rId14"/>
    <p:sldId id="270" r:id="rId15"/>
    <p:sldId id="279" r:id="rId16"/>
    <p:sldId id="272" r:id="rId17"/>
  </p:sldIdLst>
  <p:sldSz cx="12192000" cy="6858000"/>
  <p:notesSz cx="6797675" cy="9926638"/>
  <p:embeddedFontLst>
    <p:embeddedFont>
      <p:font typeface="Helvetica Neue" panose="020B0604020202020204" charset="0"/>
      <p:regular r:id="rId19"/>
      <p:bold r:id="rId20"/>
      <p:italic r:id="rId21"/>
      <p:boldItalic r:id="rId22"/>
    </p:embeddedFont>
    <p:embeddedFont>
      <p:font typeface="Open Sans" panose="020B0606030504020204" pitchFamily="34" charset="0"/>
      <p:regular r:id="rId23"/>
      <p:bold r:id="rId24"/>
      <p:italic r:id="rId25"/>
      <p:boldItalic r:id="rId26"/>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35" roundtripDataSignature="AMtx7mgqTMImIllqng+aV5e8yvYMd27Ayg=="/>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F5C11C54-A5FA-420C-9B6D-B5A98925737E}">
  <a:tblStyle styleId="{F5C11C54-A5FA-420C-9B6D-B5A98925737E}" styleName="Table_0">
    <a:wholeTbl>
      <a:tcTxStyle b="off" i="off">
        <a:font>
          <a:latin typeface="Open Sans"/>
          <a:ea typeface="Open Sans"/>
          <a:cs typeface="Open Sans"/>
        </a:font>
        <a:schemeClr val="dk1"/>
      </a:tcTxStyle>
      <a:tcStyle>
        <a:tcBdr>
          <a:left>
            <a:ln w="12700" cap="flat" cmpd="sng">
              <a:solidFill>
                <a:schemeClr val="lt1"/>
              </a:solidFill>
              <a:prstDash val="solid"/>
              <a:round/>
              <a:headEnd type="none" w="sm" len="sm"/>
              <a:tailEnd type="none" w="sm" len="sm"/>
            </a:ln>
          </a:left>
          <a:right>
            <a:ln w="12700" cap="flat" cmpd="sng">
              <a:solidFill>
                <a:schemeClr val="lt1"/>
              </a:solidFill>
              <a:prstDash val="solid"/>
              <a:round/>
              <a:headEnd type="none" w="sm" len="sm"/>
              <a:tailEnd type="none" w="sm" len="sm"/>
            </a:ln>
          </a:right>
          <a:top>
            <a:ln w="12700" cap="flat" cmpd="sng">
              <a:solidFill>
                <a:schemeClr val="lt1"/>
              </a:solidFill>
              <a:prstDash val="solid"/>
              <a:round/>
              <a:headEnd type="none" w="sm" len="sm"/>
              <a:tailEnd type="none" w="sm" len="sm"/>
            </a:ln>
          </a:top>
          <a:bottom>
            <a:ln w="12700" cap="flat" cmpd="sng">
              <a:solidFill>
                <a:schemeClr val="lt1"/>
              </a:solidFill>
              <a:prstDash val="solid"/>
              <a:round/>
              <a:headEnd type="none" w="sm" len="sm"/>
              <a:tailEnd type="none" w="sm" len="sm"/>
            </a:ln>
          </a:bottom>
          <a:insideH>
            <a:ln w="12700" cap="flat" cmpd="sng">
              <a:solidFill>
                <a:schemeClr val="lt1"/>
              </a:solidFill>
              <a:prstDash val="solid"/>
              <a:round/>
              <a:headEnd type="none" w="sm" len="sm"/>
              <a:tailEnd type="none" w="sm" len="sm"/>
            </a:ln>
          </a:insideH>
          <a:insideV>
            <a:ln w="12700" cap="flat" cmpd="sng">
              <a:solidFill>
                <a:schemeClr val="lt1"/>
              </a:solidFill>
              <a:prstDash val="solid"/>
              <a:round/>
              <a:headEnd type="none" w="sm" len="sm"/>
              <a:tailEnd type="none" w="sm" len="sm"/>
            </a:ln>
          </a:insideV>
        </a:tcBdr>
        <a:fill>
          <a:solidFill>
            <a:srgbClr val="E6E7E9"/>
          </a:solidFill>
        </a:fill>
      </a:tcStyle>
    </a:wholeTbl>
    <a:band1H>
      <a:tcTxStyle/>
      <a:tcStyle>
        <a:tcBdr/>
        <a:fill>
          <a:solidFill>
            <a:srgbClr val="CACCD1"/>
          </a:solidFill>
        </a:fill>
      </a:tcStyle>
    </a:band1H>
    <a:band2H>
      <a:tcTxStyle/>
      <a:tcStyle>
        <a:tcBdr/>
      </a:tcStyle>
    </a:band2H>
    <a:band1V>
      <a:tcTxStyle/>
      <a:tcStyle>
        <a:tcBdr/>
        <a:fill>
          <a:solidFill>
            <a:srgbClr val="CACCD1"/>
          </a:solidFill>
        </a:fill>
      </a:tcStyle>
    </a:band1V>
    <a:band2V>
      <a:tcTxStyle/>
      <a:tcStyle>
        <a:tcBdr/>
      </a:tcStyle>
    </a:band2V>
    <a:lastCol>
      <a:tcTxStyle b="on" i="off">
        <a:font>
          <a:latin typeface="Open Sans"/>
          <a:ea typeface="Open Sans"/>
          <a:cs typeface="Open Sans"/>
        </a:font>
        <a:schemeClr val="lt1"/>
      </a:tcTxStyle>
      <a:tcStyle>
        <a:tcBdr/>
        <a:fill>
          <a:solidFill>
            <a:schemeClr val="accent1"/>
          </a:solidFill>
        </a:fill>
      </a:tcStyle>
    </a:lastCol>
    <a:firstCol>
      <a:tcTxStyle b="on" i="off">
        <a:font>
          <a:latin typeface="Open Sans"/>
          <a:ea typeface="Open Sans"/>
          <a:cs typeface="Open Sans"/>
        </a:font>
        <a:schemeClr val="lt1"/>
      </a:tcTxStyle>
      <a:tcStyle>
        <a:tcBdr/>
        <a:fill>
          <a:solidFill>
            <a:schemeClr val="accent1"/>
          </a:solidFill>
        </a:fill>
      </a:tcStyle>
    </a:firstCol>
    <a:lastRow>
      <a:tcTxStyle b="on" i="off">
        <a:font>
          <a:latin typeface="Open Sans"/>
          <a:ea typeface="Open Sans"/>
          <a:cs typeface="Open Sans"/>
        </a:font>
        <a:schemeClr val="lt1"/>
      </a:tcTxStyle>
      <a:tcStyle>
        <a:tcBdr>
          <a:top>
            <a:ln w="38100" cap="flat" cmpd="sng">
              <a:solidFill>
                <a:schemeClr val="lt1"/>
              </a:solidFill>
              <a:prstDash val="solid"/>
              <a:round/>
              <a:headEnd type="none" w="sm" len="sm"/>
              <a:tailEnd type="none" w="sm" len="sm"/>
            </a:ln>
          </a:top>
        </a:tcBdr>
        <a:fill>
          <a:solidFill>
            <a:schemeClr val="accent1"/>
          </a:solidFill>
        </a:fill>
      </a:tcStyle>
    </a:lastRow>
    <a:seCell>
      <a:tcTxStyle/>
      <a:tcStyle>
        <a:tcBdr/>
      </a:tcStyle>
    </a:seCell>
    <a:swCell>
      <a:tcTxStyle/>
      <a:tcStyle>
        <a:tcBdr/>
      </a:tcStyle>
    </a:swCell>
    <a:firstRow>
      <a:tcTxStyle b="on" i="off">
        <a:font>
          <a:latin typeface="Open Sans"/>
          <a:ea typeface="Open Sans"/>
          <a:cs typeface="Open Sans"/>
        </a:font>
        <a:schemeClr val="lt1"/>
      </a:tcTxStyle>
      <a:tcStyle>
        <a:tcBdr>
          <a:bottom>
            <a:ln w="38100" cap="flat" cmpd="sng">
              <a:solidFill>
                <a:schemeClr val="lt1"/>
              </a:solidFill>
              <a:prstDash val="solid"/>
              <a:round/>
              <a:headEnd type="none" w="sm" len="sm"/>
              <a:tailEnd type="none" w="sm" len="sm"/>
            </a:ln>
          </a:bottom>
        </a:tcBdr>
        <a:fill>
          <a:solidFill>
            <a:schemeClr val="accent1"/>
          </a:solidFill>
        </a:fill>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63240" autoAdjust="0"/>
  </p:normalViewPr>
  <p:slideViewPr>
    <p:cSldViewPr snapToGrid="0">
      <p:cViewPr varScale="1">
        <p:scale>
          <a:sx n="80" d="100"/>
          <a:sy n="80" d="100"/>
        </p:scale>
        <p:origin x="132" y="72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26" Type="http://schemas.openxmlformats.org/officeDocument/2006/relationships/font" Target="fonts/font8.fntdata"/><Relationship Id="rId39"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font" Target="fonts/font3.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7.fntdata"/><Relationship Id="rId38"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font" Target="fonts/font2.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6.fntdata"/><Relationship Id="rId37"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5.fntdata"/><Relationship Id="rId36"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font" Target="fonts/font1.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4.fntdata"/><Relationship Id="rId35" Type="http://customschemas.google.com/relationships/presentationmetadata" Target="meta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45659" cy="496332"/>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62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62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62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62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62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62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62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62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50443" y="0"/>
            <a:ext cx="2945659" cy="496332"/>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62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62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62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62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62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62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62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62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90488" y="744538"/>
            <a:ext cx="6616700" cy="3722687"/>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79768" y="4715153"/>
            <a:ext cx="5438140" cy="4466987"/>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L="914400" marR="0" lvl="1"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2pPr>
            <a:lvl3pPr marL="1371600" marR="0" lvl="2"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3pPr>
            <a:lvl4pPr marL="1828800" marR="0" lvl="3"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4pPr>
            <a:lvl5pPr marL="2286000" marR="0" lvl="4"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9428583"/>
            <a:ext cx="2945659" cy="496332"/>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62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62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62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62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62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62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62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62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50443" y="9428583"/>
            <a:ext cx="2945659" cy="496332"/>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DE"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p1:notes"/>
          <p:cNvSpPr>
            <a:spLocks noGrp="1" noRot="1" noChangeAspect="1"/>
          </p:cNvSpPr>
          <p:nvPr>
            <p:ph type="sldImg" idx="2"/>
          </p:nvPr>
        </p:nvSpPr>
        <p:spPr>
          <a:xfrm>
            <a:off x="90488" y="744538"/>
            <a:ext cx="6616700" cy="3722687"/>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75" name="Google Shape;275;p1:notes"/>
          <p:cNvSpPr txBox="1">
            <a:spLocks noGrp="1"/>
          </p:cNvSpPr>
          <p:nvPr>
            <p:ph type="body" idx="1"/>
          </p:nvPr>
        </p:nvSpPr>
        <p:spPr>
          <a:xfrm>
            <a:off x="679768" y="4715153"/>
            <a:ext cx="5438140" cy="4466987"/>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p1:notes"/>
          <p:cNvSpPr txBox="1">
            <a:spLocks noGrp="1"/>
          </p:cNvSpPr>
          <p:nvPr>
            <p:ph type="sldNum" idx="12"/>
          </p:nvPr>
        </p:nvSpPr>
        <p:spPr>
          <a:xfrm>
            <a:off x="3850443" y="9428583"/>
            <a:ext cx="2945659" cy="496332"/>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DE"/>
              <a:t>1</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5"/>
        <p:cNvGrpSpPr/>
        <p:nvPr/>
      </p:nvGrpSpPr>
      <p:grpSpPr>
        <a:xfrm>
          <a:off x="0" y="0"/>
          <a:ext cx="0" cy="0"/>
          <a:chOff x="0" y="0"/>
          <a:chExt cx="0" cy="0"/>
        </a:xfrm>
      </p:grpSpPr>
      <p:sp>
        <p:nvSpPr>
          <p:cNvPr id="286" name="Google Shape;286;p2:notes"/>
          <p:cNvSpPr txBox="1">
            <a:spLocks noGrp="1"/>
          </p:cNvSpPr>
          <p:nvPr>
            <p:ph type="body" idx="1"/>
          </p:nvPr>
        </p:nvSpPr>
        <p:spPr>
          <a:xfrm>
            <a:off x="679768" y="4715153"/>
            <a:ext cx="5438140" cy="4466987"/>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87" name="Google Shape;287;p2:notes"/>
          <p:cNvSpPr>
            <a:spLocks noGrp="1" noRot="1" noChangeAspect="1"/>
          </p:cNvSpPr>
          <p:nvPr>
            <p:ph type="sldImg" idx="2"/>
          </p:nvPr>
        </p:nvSpPr>
        <p:spPr>
          <a:xfrm>
            <a:off x="90488" y="744538"/>
            <a:ext cx="6616700" cy="3722687"/>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DE" dirty="0"/>
              <a:t>Good morning every one.my name is </a:t>
            </a:r>
            <a:r>
              <a:rPr lang="de-DE" dirty="0"/>
              <a:t>K</a:t>
            </a:r>
            <a:r>
              <a:rPr lang="en-DE" dirty="0" err="1"/>
              <a:t>anchan</a:t>
            </a:r>
            <a:r>
              <a:rPr lang="en-DE" dirty="0"/>
              <a:t> </a:t>
            </a:r>
            <a:r>
              <a:rPr lang="en-DE" dirty="0" err="1"/>
              <a:t>bansal</a:t>
            </a:r>
            <a:r>
              <a:rPr lang="en-DE" dirty="0"/>
              <a:t>. </a:t>
            </a:r>
            <a:r>
              <a:rPr lang="de-DE" dirty="0"/>
              <a:t>O</a:t>
            </a:r>
            <a:r>
              <a:rPr lang="en-DE" dirty="0" err="1"/>
              <a:t>ur</a:t>
            </a:r>
            <a:r>
              <a:rPr lang="en-DE" dirty="0"/>
              <a:t> </a:t>
            </a:r>
            <a:r>
              <a:rPr lang="en-DE" dirty="0" err="1"/>
              <a:t>resear</a:t>
            </a:r>
            <a:r>
              <a:rPr lang="de-DE" dirty="0"/>
              <a:t>c</a:t>
            </a:r>
            <a:r>
              <a:rPr lang="en-DE" dirty="0"/>
              <a:t>h topic is energy consumption model for UAVs using flight data and mission parameter. </a:t>
            </a:r>
            <a:r>
              <a:rPr lang="de-DE" dirty="0"/>
              <a:t>T</a:t>
            </a:r>
            <a:r>
              <a:rPr lang="en-DE" dirty="0"/>
              <a:t>he goal of our research is to understand how flight parameter such as wind , altitude,  speed etc affect the energy use which helps us safe to return home decision and also support mission feasibility. </a:t>
            </a:r>
          </a:p>
          <a:p>
            <a:r>
              <a:rPr lang="de-DE" dirty="0"/>
              <a:t>H</a:t>
            </a:r>
            <a:r>
              <a:rPr lang="en-DE" dirty="0"/>
              <a:t>ow we are doing this research. </a:t>
            </a:r>
            <a:r>
              <a:rPr lang="de-DE" dirty="0"/>
              <a:t>F</a:t>
            </a:r>
            <a:r>
              <a:rPr lang="en-DE" dirty="0" err="1"/>
              <a:t>irst</a:t>
            </a:r>
            <a:r>
              <a:rPr lang="en-DE" dirty="0"/>
              <a:t> we collected the data and clean data. </a:t>
            </a:r>
            <a:r>
              <a:rPr lang="de-DE" dirty="0"/>
              <a:t>T</a:t>
            </a:r>
            <a:r>
              <a:rPr lang="en-DE" dirty="0"/>
              <a:t>hen we extracted features and segmented data into </a:t>
            </a:r>
            <a:r>
              <a:rPr lang="en-DE" dirty="0" err="1"/>
              <a:t>differet</a:t>
            </a:r>
            <a:r>
              <a:rPr lang="en-DE" dirty="0"/>
              <a:t> phase . </a:t>
            </a:r>
            <a:r>
              <a:rPr lang="de-DE" dirty="0"/>
              <a:t>T</a:t>
            </a:r>
            <a:r>
              <a:rPr lang="en-DE" dirty="0"/>
              <a:t>hen develop two model physics based model and data driven model at the end validate and compare the use using mean absolute error , root mean square error and mean absolute error.</a:t>
            </a:r>
          </a:p>
        </p:txBody>
      </p:sp>
      <p:sp>
        <p:nvSpPr>
          <p:cNvPr id="4" name="Slide Number Placeholder 3"/>
          <p:cNvSpPr>
            <a:spLocks noGrp="1"/>
          </p:cNvSpPr>
          <p:nvPr>
            <p:ph type="sldNum" idx="12"/>
          </p:nvPr>
        </p:nvSpPr>
        <p:spPr/>
        <p:txBody>
          <a:bodyPr/>
          <a:lstStyle/>
          <a:p>
            <a:pPr marL="0" marR="0" lvl="0" indent="0" algn="r" rtl="0">
              <a:spcBef>
                <a:spcPts val="0"/>
              </a:spcBef>
              <a:spcAft>
                <a:spcPts val="0"/>
              </a:spcAft>
              <a:buNone/>
            </a:pPr>
            <a:fld id="{00000000-1234-1234-1234-123412341234}" type="slidenum">
              <a:rPr lang="en-DE" sz="1200" b="0" i="0" u="none" strike="noStrike" cap="none" smtClean="0">
                <a:solidFill>
                  <a:schemeClr val="dk1"/>
                </a:solidFill>
                <a:latin typeface="Calibri"/>
                <a:ea typeface="Calibri"/>
                <a:cs typeface="Calibri"/>
                <a:sym typeface="Calibri"/>
              </a:rPr>
              <a:t>3</a:t>
            </a:fld>
            <a:endParaRPr lang="en-DE"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223947900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6"/>
        <p:cNvGrpSpPr/>
        <p:nvPr/>
      </p:nvGrpSpPr>
      <p:grpSpPr>
        <a:xfrm>
          <a:off x="0" y="0"/>
          <a:ext cx="0" cy="0"/>
          <a:chOff x="0" y="0"/>
          <a:chExt cx="0" cy="0"/>
        </a:xfrm>
      </p:grpSpPr>
      <p:sp>
        <p:nvSpPr>
          <p:cNvPr id="297" name="Google Shape;297;p4:notes"/>
          <p:cNvSpPr txBox="1">
            <a:spLocks noGrp="1"/>
          </p:cNvSpPr>
          <p:nvPr>
            <p:ph type="body" idx="1"/>
          </p:nvPr>
        </p:nvSpPr>
        <p:spPr>
          <a:xfrm>
            <a:off x="679768" y="4715153"/>
            <a:ext cx="5438140" cy="4466987"/>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r>
              <a:rPr lang="en-DE" dirty="0"/>
              <a:t>we use   data set  Dji </a:t>
            </a:r>
            <a:r>
              <a:rPr lang="en-DE" dirty="0" err="1"/>
              <a:t>Matrics</a:t>
            </a:r>
            <a:r>
              <a:rPr lang="en-DE" dirty="0"/>
              <a:t> 100 quadcopter which contain data of 209 flights. </a:t>
            </a:r>
            <a:r>
              <a:rPr lang="de-DE" dirty="0"/>
              <a:t>T</a:t>
            </a:r>
            <a:r>
              <a:rPr lang="en-DE" dirty="0"/>
              <a:t>he data includes :</a:t>
            </a:r>
            <a:endParaRPr dirty="0"/>
          </a:p>
        </p:txBody>
      </p:sp>
      <p:sp>
        <p:nvSpPr>
          <p:cNvPr id="298" name="Google Shape;298;p4:notes"/>
          <p:cNvSpPr>
            <a:spLocks noGrp="1" noRot="1" noChangeAspect="1"/>
          </p:cNvSpPr>
          <p:nvPr>
            <p:ph type="sldImg" idx="2"/>
          </p:nvPr>
        </p:nvSpPr>
        <p:spPr>
          <a:xfrm>
            <a:off x="90488" y="744538"/>
            <a:ext cx="6616700" cy="3722687"/>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3"/>
        <p:cNvGrpSpPr/>
        <p:nvPr/>
      </p:nvGrpSpPr>
      <p:grpSpPr>
        <a:xfrm>
          <a:off x="0" y="0"/>
          <a:ext cx="0" cy="0"/>
          <a:chOff x="0" y="0"/>
          <a:chExt cx="0" cy="0"/>
        </a:xfrm>
      </p:grpSpPr>
      <p:sp>
        <p:nvSpPr>
          <p:cNvPr id="304" name="Google Shape;304;p5:notes"/>
          <p:cNvSpPr txBox="1">
            <a:spLocks noGrp="1"/>
          </p:cNvSpPr>
          <p:nvPr>
            <p:ph type="body" idx="1"/>
          </p:nvPr>
        </p:nvSpPr>
        <p:spPr>
          <a:xfrm>
            <a:off x="679768" y="4715153"/>
            <a:ext cx="5438140" cy="4466987"/>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r>
              <a:rPr lang="de-DE" dirty="0"/>
              <a:t>F</a:t>
            </a:r>
            <a:r>
              <a:rPr lang="en-DE" dirty="0" err="1"/>
              <a:t>irst</a:t>
            </a:r>
            <a:r>
              <a:rPr lang="en-DE" dirty="0"/>
              <a:t> we did data cleaning for example converted the date and time in unified time stamps, remove all duplicate and </a:t>
            </a:r>
            <a:r>
              <a:rPr lang="en-DE" dirty="0" err="1"/>
              <a:t>immposible</a:t>
            </a:r>
            <a:r>
              <a:rPr lang="en-DE" dirty="0"/>
              <a:t> values such as wind speed grater than 60 m/s , battery </a:t>
            </a:r>
            <a:r>
              <a:rPr lang="en-DE" dirty="0" err="1"/>
              <a:t>voltagegrater</a:t>
            </a:r>
            <a:r>
              <a:rPr lang="en-DE" dirty="0"/>
              <a:t> than 30 v and </a:t>
            </a:r>
            <a:r>
              <a:rPr lang="en-DE" dirty="0" err="1"/>
              <a:t>veloc</a:t>
            </a:r>
            <a:r>
              <a:rPr lang="de-DE" dirty="0"/>
              <a:t>i</a:t>
            </a:r>
            <a:r>
              <a:rPr lang="en-DE" dirty="0"/>
              <a:t>ty grater than 50 m/s</a:t>
            </a:r>
          </a:p>
          <a:p>
            <a:pPr marL="0" lvl="0" indent="0" algn="l" rtl="0">
              <a:spcBef>
                <a:spcPts val="0"/>
              </a:spcBef>
              <a:spcAft>
                <a:spcPts val="0"/>
              </a:spcAft>
              <a:buNone/>
            </a:pPr>
            <a:r>
              <a:rPr lang="en-DE" dirty="0"/>
              <a:t>. </a:t>
            </a:r>
            <a:r>
              <a:rPr lang="de-DE" dirty="0"/>
              <a:t>T</a:t>
            </a:r>
            <a:r>
              <a:rPr lang="en-DE" dirty="0"/>
              <a:t>hen extracted </a:t>
            </a:r>
            <a:r>
              <a:rPr lang="en-DE" dirty="0" err="1"/>
              <a:t>fea</a:t>
            </a:r>
            <a:r>
              <a:rPr lang="de-DE" dirty="0"/>
              <a:t>tu</a:t>
            </a:r>
            <a:r>
              <a:rPr lang="en-DE" dirty="0"/>
              <a:t>res such as horizontal </a:t>
            </a:r>
            <a:r>
              <a:rPr lang="en-DE" dirty="0" err="1"/>
              <a:t>spped</a:t>
            </a:r>
            <a:r>
              <a:rPr lang="en-DE" dirty="0"/>
              <a:t> using velocity in x and y direction and al</a:t>
            </a:r>
            <a:r>
              <a:rPr lang="de-DE" dirty="0"/>
              <a:t>t</a:t>
            </a:r>
            <a:r>
              <a:rPr lang="en-DE" dirty="0" err="1"/>
              <a:t>itude</a:t>
            </a:r>
            <a:r>
              <a:rPr lang="en-DE" dirty="0"/>
              <a:t> using position at time stamp t minus position at time stamp 0 . </a:t>
            </a:r>
            <a:r>
              <a:rPr lang="de-DE" dirty="0"/>
              <a:t>V</a:t>
            </a:r>
            <a:r>
              <a:rPr lang="en-DE" dirty="0" err="1"/>
              <a:t>ertical</a:t>
            </a:r>
            <a:r>
              <a:rPr lang="en-DE" dirty="0"/>
              <a:t> velocity using </a:t>
            </a:r>
            <a:r>
              <a:rPr lang="en-DE" dirty="0" err="1"/>
              <a:t>deriv</a:t>
            </a:r>
            <a:r>
              <a:rPr lang="de-DE" dirty="0"/>
              <a:t>a</a:t>
            </a:r>
            <a:r>
              <a:rPr lang="en-DE" dirty="0" err="1"/>
              <a:t>tive</a:t>
            </a:r>
            <a:r>
              <a:rPr lang="en-DE" dirty="0"/>
              <a:t> of altitude and power using formula voltage multiply current</a:t>
            </a:r>
          </a:p>
          <a:p>
            <a:pPr marL="0" lvl="0" indent="0" algn="l" rtl="0">
              <a:spcBef>
                <a:spcPts val="0"/>
              </a:spcBef>
              <a:spcAft>
                <a:spcPts val="0"/>
              </a:spcAft>
              <a:buNone/>
            </a:pPr>
            <a:endParaRPr dirty="0"/>
          </a:p>
        </p:txBody>
      </p:sp>
      <p:sp>
        <p:nvSpPr>
          <p:cNvPr id="305" name="Google Shape;305;p5:notes"/>
          <p:cNvSpPr>
            <a:spLocks noGrp="1" noRot="1" noChangeAspect="1"/>
          </p:cNvSpPr>
          <p:nvPr>
            <p:ph type="sldImg" idx="2"/>
          </p:nvPr>
        </p:nvSpPr>
        <p:spPr>
          <a:xfrm>
            <a:off x="90488" y="744538"/>
            <a:ext cx="6616700" cy="3722687"/>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0"/>
        <p:cNvGrpSpPr/>
        <p:nvPr/>
      </p:nvGrpSpPr>
      <p:grpSpPr>
        <a:xfrm>
          <a:off x="0" y="0"/>
          <a:ext cx="0" cy="0"/>
          <a:chOff x="0" y="0"/>
          <a:chExt cx="0" cy="0"/>
        </a:xfrm>
      </p:grpSpPr>
      <p:sp>
        <p:nvSpPr>
          <p:cNvPr id="311" name="Google Shape;311;p6:notes"/>
          <p:cNvSpPr>
            <a:spLocks noGrp="1" noRot="1" noChangeAspect="1"/>
          </p:cNvSpPr>
          <p:nvPr>
            <p:ph type="sldImg" idx="2"/>
          </p:nvPr>
        </p:nvSpPr>
        <p:spPr>
          <a:xfrm>
            <a:off x="90488" y="744538"/>
            <a:ext cx="6616700" cy="3722687"/>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12" name="Google Shape;312;p6:notes"/>
          <p:cNvSpPr txBox="1">
            <a:spLocks noGrp="1"/>
          </p:cNvSpPr>
          <p:nvPr>
            <p:ph type="body" idx="1"/>
          </p:nvPr>
        </p:nvSpPr>
        <p:spPr>
          <a:xfrm>
            <a:off x="679768" y="4715153"/>
            <a:ext cx="5438140" cy="4466987"/>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de-DE" dirty="0"/>
              <a:t>W</a:t>
            </a:r>
            <a:r>
              <a:rPr dirty="0"/>
              <a:t>hy we used altitude derived vertical </a:t>
            </a:r>
            <a:r>
              <a:rPr dirty="0" err="1"/>
              <a:t>veloc</a:t>
            </a:r>
            <a:r>
              <a:rPr lang="de-DE" dirty="0" err="1"/>
              <a:t>it</a:t>
            </a:r>
            <a:r>
              <a:rPr dirty="0"/>
              <a:t>y instead of using raw velocity. </a:t>
            </a:r>
            <a:r>
              <a:rPr lang="de-DE" dirty="0"/>
              <a:t>W</a:t>
            </a:r>
            <a:r>
              <a:rPr dirty="0"/>
              <a:t>e can see clearly in graph raw velocity is very noisy and unstable especially in cruise phase which lead to f</a:t>
            </a:r>
            <a:r>
              <a:rPr lang="de-DE" dirty="0"/>
              <a:t>al</a:t>
            </a:r>
            <a:r>
              <a:rPr dirty="0"/>
              <a:t>se phase identification. </a:t>
            </a:r>
            <a:r>
              <a:rPr lang="de-DE" dirty="0"/>
              <a:t>T</a:t>
            </a:r>
            <a:r>
              <a:rPr dirty="0"/>
              <a:t>hat why we decided to use altitude der</a:t>
            </a:r>
            <a:r>
              <a:rPr lang="de-DE" dirty="0"/>
              <a:t>iv</a:t>
            </a:r>
            <a:r>
              <a:rPr dirty="0"/>
              <a:t>ed vertical velocity for our data analysis.</a:t>
            </a:r>
          </a:p>
        </p:txBody>
      </p:sp>
      <p:sp>
        <p:nvSpPr>
          <p:cNvPr id="313" name="Google Shape;313;p6:notes"/>
          <p:cNvSpPr txBox="1">
            <a:spLocks noGrp="1"/>
          </p:cNvSpPr>
          <p:nvPr>
            <p:ph type="sldNum" idx="12"/>
          </p:nvPr>
        </p:nvSpPr>
        <p:spPr>
          <a:xfrm>
            <a:off x="3850443" y="9428583"/>
            <a:ext cx="2945659" cy="496332"/>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DE"/>
              <a:t>6</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8"/>
        <p:cNvGrpSpPr/>
        <p:nvPr/>
      </p:nvGrpSpPr>
      <p:grpSpPr>
        <a:xfrm>
          <a:off x="0" y="0"/>
          <a:ext cx="0" cy="0"/>
          <a:chOff x="0" y="0"/>
          <a:chExt cx="0" cy="0"/>
        </a:xfrm>
      </p:grpSpPr>
      <p:sp>
        <p:nvSpPr>
          <p:cNvPr id="319" name="Google Shape;319;p7:notes"/>
          <p:cNvSpPr>
            <a:spLocks noGrp="1" noRot="1" noChangeAspect="1"/>
          </p:cNvSpPr>
          <p:nvPr>
            <p:ph type="sldImg" idx="2"/>
          </p:nvPr>
        </p:nvSpPr>
        <p:spPr>
          <a:xfrm>
            <a:off x="90488" y="744538"/>
            <a:ext cx="6616700" cy="3722687"/>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20" name="Google Shape;320;p7:notes"/>
          <p:cNvSpPr txBox="1">
            <a:spLocks noGrp="1"/>
          </p:cNvSpPr>
          <p:nvPr>
            <p:ph type="body" idx="1"/>
          </p:nvPr>
        </p:nvSpPr>
        <p:spPr>
          <a:xfrm>
            <a:off x="679768" y="4715153"/>
            <a:ext cx="5438140" cy="4466987"/>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de-DE" dirty="0"/>
              <a:t>D</a:t>
            </a:r>
            <a:r>
              <a:rPr dirty="0" err="1"/>
              <a:t>efiniton</a:t>
            </a:r>
            <a:r>
              <a:rPr dirty="0"/>
              <a:t> of different phases:</a:t>
            </a:r>
          </a:p>
          <a:p>
            <a:pPr marL="0" lvl="0" indent="0" algn="l" rtl="0">
              <a:spcBef>
                <a:spcPts val="0"/>
              </a:spcBef>
              <a:spcAft>
                <a:spcPts val="0"/>
              </a:spcAft>
              <a:buNone/>
            </a:pPr>
            <a:r>
              <a:rPr lang="en-DE" dirty="0"/>
              <a:t> we define the phase using vertical velocity. </a:t>
            </a:r>
            <a:r>
              <a:rPr lang="de-DE" dirty="0"/>
              <a:t>T</a:t>
            </a:r>
            <a:r>
              <a:rPr lang="en-DE" dirty="0"/>
              <a:t>he blue part in diagram which lies between the -06 to 0.6 we consider</a:t>
            </a:r>
            <a:r>
              <a:rPr lang="de-DE" dirty="0"/>
              <a:t>e</a:t>
            </a:r>
            <a:r>
              <a:rPr lang="en-DE" dirty="0"/>
              <a:t>d as cruise phase because in cruise phase vertical velocity is near to zero. </a:t>
            </a:r>
            <a:r>
              <a:rPr lang="de-DE" dirty="0"/>
              <a:t>T</a:t>
            </a:r>
            <a:r>
              <a:rPr lang="en-DE" dirty="0"/>
              <a:t>he red part show negative value of velocity so we consider as decent part and where the velocity greater than 0.6 m/s we consider it as climb phase. </a:t>
            </a:r>
            <a:r>
              <a:rPr lang="de-DE" dirty="0"/>
              <a:t>W</a:t>
            </a:r>
            <a:r>
              <a:rPr lang="en-DE" dirty="0"/>
              <a:t>e divided the taxi and hover using the power where power is less than 5v we consider it as taxi. </a:t>
            </a:r>
            <a:endParaRPr dirty="0"/>
          </a:p>
        </p:txBody>
      </p:sp>
      <p:sp>
        <p:nvSpPr>
          <p:cNvPr id="321" name="Google Shape;321;p7:notes"/>
          <p:cNvSpPr txBox="1">
            <a:spLocks noGrp="1"/>
          </p:cNvSpPr>
          <p:nvPr>
            <p:ph type="sldNum" idx="12"/>
          </p:nvPr>
        </p:nvSpPr>
        <p:spPr>
          <a:xfrm>
            <a:off x="3850443" y="9428583"/>
            <a:ext cx="2945659" cy="496332"/>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DE"/>
              <a:t>7</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7"/>
        <p:cNvGrpSpPr/>
        <p:nvPr/>
      </p:nvGrpSpPr>
      <p:grpSpPr>
        <a:xfrm>
          <a:off x="0" y="0"/>
          <a:ext cx="0" cy="0"/>
          <a:chOff x="0" y="0"/>
          <a:chExt cx="0" cy="0"/>
        </a:xfrm>
      </p:grpSpPr>
      <p:sp>
        <p:nvSpPr>
          <p:cNvPr id="328" name="Google Shape;328;p8:notes"/>
          <p:cNvSpPr txBox="1">
            <a:spLocks noGrp="1"/>
          </p:cNvSpPr>
          <p:nvPr>
            <p:ph type="body" idx="1"/>
          </p:nvPr>
        </p:nvSpPr>
        <p:spPr>
          <a:xfrm>
            <a:off x="679768" y="4715153"/>
            <a:ext cx="5438140" cy="4466987"/>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r>
              <a:rPr lang="de-DE" dirty="0"/>
              <a:t>W</a:t>
            </a:r>
            <a:r>
              <a:rPr dirty="0"/>
              <a:t>e can see clearly phase segmentation by graph. </a:t>
            </a:r>
            <a:r>
              <a:rPr lang="de-DE" dirty="0"/>
              <a:t>X</a:t>
            </a:r>
            <a:r>
              <a:rPr dirty="0"/>
              <a:t> axis show time in second y axis show altitude and vertical speed.  </a:t>
            </a:r>
            <a:r>
              <a:rPr lang="de-DE" dirty="0"/>
              <a:t>Y</a:t>
            </a:r>
            <a:r>
              <a:rPr dirty="0" err="1"/>
              <a:t>ellow</a:t>
            </a:r>
            <a:r>
              <a:rPr dirty="0"/>
              <a:t> </a:t>
            </a:r>
            <a:r>
              <a:rPr dirty="0" err="1"/>
              <a:t>colour</a:t>
            </a:r>
            <a:r>
              <a:rPr dirty="0"/>
              <a:t> shows taxi phase, green shows climb, blue shows cruise phase and red show descent part and orange part shows hover but the gray part show other phase. </a:t>
            </a:r>
            <a:r>
              <a:rPr lang="de-DE" dirty="0"/>
              <a:t>B</a:t>
            </a:r>
            <a:r>
              <a:rPr dirty="0" err="1"/>
              <a:t>ut</a:t>
            </a:r>
            <a:r>
              <a:rPr dirty="0"/>
              <a:t> in our data set gray part is only less then four percent.</a:t>
            </a:r>
          </a:p>
        </p:txBody>
      </p:sp>
      <p:sp>
        <p:nvSpPr>
          <p:cNvPr id="329" name="Google Shape;329;p8:notes"/>
          <p:cNvSpPr>
            <a:spLocks noGrp="1" noRot="1" noChangeAspect="1"/>
          </p:cNvSpPr>
          <p:nvPr>
            <p:ph type="sldImg" idx="2"/>
          </p:nvPr>
        </p:nvSpPr>
        <p:spPr>
          <a:xfrm>
            <a:off x="90488" y="744538"/>
            <a:ext cx="6616700" cy="3722687"/>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This slide shows how much data we have for each flight phase. Cruise has the most samples, which means our models will learn mostly from cruise </a:t>
            </a:r>
            <a:r>
              <a:rPr lang="en-GB" dirty="0" err="1"/>
              <a:t>behavior</a:t>
            </a:r>
            <a:r>
              <a:rPr lang="en-DE" dirty="0"/>
              <a:t> </a:t>
            </a:r>
            <a:r>
              <a:rPr lang="en-GB" dirty="0"/>
              <a:t>.Taxi and other phases are removed </a:t>
            </a:r>
            <a:r>
              <a:rPr lang="en-DE" dirty="0"/>
              <a:t> from physic model </a:t>
            </a:r>
            <a:r>
              <a:rPr lang="en-GB" dirty="0"/>
              <a:t>because physics formulas don’t apply there.</a:t>
            </a:r>
            <a:r>
              <a:rPr lang="en-DE" dirty="0"/>
              <a:t> </a:t>
            </a:r>
            <a:r>
              <a:rPr lang="de-DE" dirty="0"/>
              <a:t>U</a:t>
            </a:r>
            <a:r>
              <a:rPr lang="en-DE" dirty="0" err="1"/>
              <a:t>nderstanding</a:t>
            </a:r>
            <a:r>
              <a:rPr lang="en-DE" dirty="0"/>
              <a:t> of t</a:t>
            </a:r>
            <a:r>
              <a:rPr lang="en-GB" dirty="0"/>
              <a:t>his distribution is important because it influences which phases the model can predict more accurately.”</a:t>
            </a:r>
            <a:endParaRPr lang="en-DE" dirty="0"/>
          </a:p>
        </p:txBody>
      </p:sp>
      <p:sp>
        <p:nvSpPr>
          <p:cNvPr id="4" name="Slide Number Placeholder 3"/>
          <p:cNvSpPr>
            <a:spLocks noGrp="1"/>
          </p:cNvSpPr>
          <p:nvPr>
            <p:ph type="sldNum" idx="12"/>
          </p:nvPr>
        </p:nvSpPr>
        <p:spPr/>
        <p:txBody>
          <a:bodyPr/>
          <a:lstStyle/>
          <a:p>
            <a:pPr marL="0" marR="0" lvl="0" indent="0" algn="r" rtl="0">
              <a:spcBef>
                <a:spcPts val="0"/>
              </a:spcBef>
              <a:spcAft>
                <a:spcPts val="0"/>
              </a:spcAft>
              <a:buNone/>
            </a:pPr>
            <a:fld id="{00000000-1234-1234-1234-123412341234}" type="slidenum">
              <a:rPr lang="en-DE" sz="1200" b="0" i="0" u="none" strike="noStrike" cap="none" smtClean="0">
                <a:solidFill>
                  <a:schemeClr val="dk1"/>
                </a:solidFill>
                <a:latin typeface="Calibri"/>
                <a:ea typeface="Calibri"/>
                <a:cs typeface="Calibri"/>
                <a:sym typeface="Calibri"/>
              </a:rPr>
              <a:t>9</a:t>
            </a:fld>
            <a:endParaRPr lang="en-DE"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18984665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0"/>
        <p:cNvGrpSpPr/>
        <p:nvPr/>
      </p:nvGrpSpPr>
      <p:grpSpPr>
        <a:xfrm>
          <a:off x="0" y="0"/>
          <a:ext cx="0" cy="0"/>
          <a:chOff x="0" y="0"/>
          <a:chExt cx="0" cy="0"/>
        </a:xfrm>
      </p:grpSpPr>
      <p:sp>
        <p:nvSpPr>
          <p:cNvPr id="351" name="Google Shape;351;p9:notes"/>
          <p:cNvSpPr txBox="1">
            <a:spLocks noGrp="1"/>
          </p:cNvSpPr>
          <p:nvPr>
            <p:ph type="body" idx="1"/>
          </p:nvPr>
        </p:nvSpPr>
        <p:spPr>
          <a:xfrm>
            <a:off x="679768" y="4715153"/>
            <a:ext cx="5438140" cy="4466987"/>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r>
              <a:rPr lang="de-DE" dirty="0"/>
              <a:t>F</a:t>
            </a:r>
            <a:r>
              <a:rPr dirty="0" err="1"/>
              <a:t>irst</a:t>
            </a:r>
            <a:r>
              <a:rPr dirty="0"/>
              <a:t> we defined our parameter :  such as gravity, air density empty mass take from D</a:t>
            </a:r>
            <a:r>
              <a:rPr lang="de-DE" dirty="0"/>
              <a:t>j</a:t>
            </a:r>
            <a:r>
              <a:rPr dirty="0" err="1"/>
              <a:t>i</a:t>
            </a:r>
            <a:r>
              <a:rPr dirty="0"/>
              <a:t> 100 matrix manual and payload is given in data. </a:t>
            </a:r>
            <a:r>
              <a:rPr lang="de-DE" dirty="0"/>
              <a:t>T</a:t>
            </a:r>
            <a:r>
              <a:rPr dirty="0"/>
              <a:t>he drag </a:t>
            </a:r>
            <a:r>
              <a:rPr dirty="0" err="1"/>
              <a:t>cofficent</a:t>
            </a:r>
            <a:r>
              <a:rPr dirty="0"/>
              <a:t> value is taken from research paper and wind speed and wind angle from data set and wind in x direction and y direction are calculated by using wind </a:t>
            </a:r>
            <a:r>
              <a:rPr dirty="0" err="1"/>
              <a:t>spped</a:t>
            </a:r>
            <a:r>
              <a:rPr dirty="0"/>
              <a:t> and wind angle.</a:t>
            </a:r>
          </a:p>
        </p:txBody>
      </p:sp>
      <p:sp>
        <p:nvSpPr>
          <p:cNvPr id="352" name="Google Shape;352;p9:notes"/>
          <p:cNvSpPr>
            <a:spLocks noGrp="1" noRot="1" noChangeAspect="1"/>
          </p:cNvSpPr>
          <p:nvPr>
            <p:ph type="sldImg" idx="2"/>
          </p:nvPr>
        </p:nvSpPr>
        <p:spPr>
          <a:xfrm>
            <a:off x="90488" y="744538"/>
            <a:ext cx="6616700" cy="3722687"/>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7"/>
        <p:cNvGrpSpPr/>
        <p:nvPr/>
      </p:nvGrpSpPr>
      <p:grpSpPr>
        <a:xfrm>
          <a:off x="0" y="0"/>
          <a:ext cx="0" cy="0"/>
          <a:chOff x="0" y="0"/>
          <a:chExt cx="0" cy="0"/>
        </a:xfrm>
      </p:grpSpPr>
      <p:sp>
        <p:nvSpPr>
          <p:cNvPr id="358" name="Google Shape;358;p10:notes"/>
          <p:cNvSpPr txBox="1">
            <a:spLocks noGrp="1"/>
          </p:cNvSpPr>
          <p:nvPr>
            <p:ph type="body" idx="1"/>
          </p:nvPr>
        </p:nvSpPr>
        <p:spPr>
          <a:xfrm>
            <a:off x="679768" y="4715153"/>
            <a:ext cx="5438140" cy="4466987"/>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r>
              <a:rPr lang="en-DE" dirty="0"/>
              <a:t>Next part was prepared by my teammate Phoebe. Unfortunately she fell ill last night and had to be hospitalized . </a:t>
            </a:r>
            <a:r>
              <a:rPr lang="de-DE" dirty="0"/>
              <a:t>T</a:t>
            </a:r>
            <a:r>
              <a:rPr lang="en-DE" dirty="0"/>
              <a:t>here fore </a:t>
            </a:r>
            <a:r>
              <a:rPr lang="en-DE" dirty="0" err="1"/>
              <a:t>i</a:t>
            </a:r>
            <a:r>
              <a:rPr lang="en-DE" dirty="0"/>
              <a:t> am presenting her part today. </a:t>
            </a:r>
          </a:p>
          <a:p>
            <a:pPr marL="0" lvl="0" indent="0" algn="l" rtl="0">
              <a:spcBef>
                <a:spcPts val="0"/>
              </a:spcBef>
              <a:spcAft>
                <a:spcPts val="0"/>
              </a:spcAft>
              <a:buNone/>
            </a:pPr>
            <a:endParaRPr lang="en-DE" dirty="0"/>
          </a:p>
          <a:p>
            <a:pPr marL="0" lvl="0" indent="0" algn="l" rtl="0">
              <a:spcBef>
                <a:spcPts val="0"/>
              </a:spcBef>
              <a:spcAft>
                <a:spcPts val="0"/>
              </a:spcAft>
              <a:buNone/>
            </a:pPr>
            <a:r>
              <a:rPr lang="en-DE" dirty="0"/>
              <a:t> Next Physic equation for different phases. As we know e</a:t>
            </a:r>
            <a:r>
              <a:rPr lang="en-GB" dirty="0"/>
              <a:t>ach flight </a:t>
            </a:r>
            <a:r>
              <a:rPr lang="en-GB" dirty="0" err="1"/>
              <a:t>pha</a:t>
            </a:r>
            <a:r>
              <a:rPr lang="en-DE" dirty="0"/>
              <a:t>se </a:t>
            </a:r>
            <a:r>
              <a:rPr lang="en-GB" dirty="0"/>
              <a:t>has different aerodynamic requirements, so we use different equations. For example, “During hover, the rotors must generate thrust equal to the aircraft’s weight,  and climb includes additional power to overcome gravity</a:t>
            </a:r>
            <a:r>
              <a:rPr lang="en-DE" dirty="0"/>
              <a:t>, </a:t>
            </a:r>
            <a:r>
              <a:rPr lang="en-GB" dirty="0"/>
              <a:t>“Cruise </a:t>
            </a:r>
            <a:r>
              <a:rPr lang="en-DE" dirty="0"/>
              <a:t>is equal to </a:t>
            </a:r>
            <a:r>
              <a:rPr lang="en-GB" dirty="0"/>
              <a:t> hover power plus the extra power needed to overcome drag while flying forward.”</a:t>
            </a:r>
            <a:r>
              <a:rPr lang="en-DE" dirty="0"/>
              <a:t> and </a:t>
            </a:r>
            <a:r>
              <a:rPr lang="en-GB" dirty="0"/>
              <a:t>“Descent needs less power </a:t>
            </a:r>
            <a:r>
              <a:rPr lang="en-DE" dirty="0"/>
              <a:t>due to </a:t>
            </a:r>
            <a:r>
              <a:rPr lang="en-GB" dirty="0"/>
              <a:t> gravity </a:t>
            </a:r>
            <a:br>
              <a:rPr lang="en-GB" dirty="0"/>
            </a:br>
            <a:r>
              <a:rPr lang="en-GB" dirty="0"/>
              <a:t>These physics equations give us a theoretical baseline for how much energy the UAV </a:t>
            </a:r>
            <a:r>
              <a:rPr lang="en-GB" i="1" dirty="0"/>
              <a:t>should</a:t>
            </a:r>
            <a:r>
              <a:rPr lang="en-GB" dirty="0"/>
              <a:t> consume under ideal conditions. “Th</a:t>
            </a:r>
            <a:r>
              <a:rPr lang="en-DE" dirty="0"/>
              <a:t>e</a:t>
            </a:r>
            <a:r>
              <a:rPr lang="en-GB" dirty="0"/>
              <a:t> table summarizes average power use in different flight phases. Climb consumes the most power, descent the least</a:t>
            </a:r>
            <a:r>
              <a:rPr lang="en-DE" dirty="0"/>
              <a:t>.</a:t>
            </a:r>
            <a:endParaRPr dirty="0"/>
          </a:p>
        </p:txBody>
      </p:sp>
      <p:sp>
        <p:nvSpPr>
          <p:cNvPr id="359" name="Google Shape;359;p10:notes"/>
          <p:cNvSpPr>
            <a:spLocks noGrp="1" noRot="1" noChangeAspect="1"/>
          </p:cNvSpPr>
          <p:nvPr>
            <p:ph type="sldImg" idx="2"/>
          </p:nvPr>
        </p:nvSpPr>
        <p:spPr>
          <a:xfrm>
            <a:off x="90488" y="744538"/>
            <a:ext cx="6616700" cy="3722687"/>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5"/>
        <p:cNvGrpSpPr/>
        <p:nvPr/>
      </p:nvGrpSpPr>
      <p:grpSpPr>
        <a:xfrm>
          <a:off x="0" y="0"/>
          <a:ext cx="0" cy="0"/>
          <a:chOff x="0" y="0"/>
          <a:chExt cx="0" cy="0"/>
        </a:xfrm>
      </p:grpSpPr>
      <p:sp>
        <p:nvSpPr>
          <p:cNvPr id="366" name="Google Shape;366;p11:notes"/>
          <p:cNvSpPr txBox="1">
            <a:spLocks noGrp="1"/>
          </p:cNvSpPr>
          <p:nvPr>
            <p:ph type="body" idx="1"/>
          </p:nvPr>
        </p:nvSpPr>
        <p:spPr>
          <a:xfrm>
            <a:off x="679768" y="4715153"/>
            <a:ext cx="5438140" cy="4466987"/>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r>
              <a:rPr lang="de-DE" dirty="0"/>
              <a:t>N</a:t>
            </a:r>
            <a:r>
              <a:rPr dirty="0" err="1"/>
              <a:t>ext</a:t>
            </a:r>
            <a:r>
              <a:rPr dirty="0"/>
              <a:t> </a:t>
            </a:r>
            <a:r>
              <a:rPr dirty="0" err="1"/>
              <a:t>efficien</a:t>
            </a:r>
            <a:r>
              <a:rPr lang="de-DE" dirty="0"/>
              <a:t>c</a:t>
            </a:r>
            <a:r>
              <a:rPr dirty="0"/>
              <a:t>y is calculated by comparing model power to real power </a:t>
            </a:r>
          </a:p>
          <a:p>
            <a:pPr marL="0" lvl="0" indent="0" algn="l" rtl="0">
              <a:spcBef>
                <a:spcPts val="0"/>
              </a:spcBef>
              <a:spcAft>
                <a:spcPts val="0"/>
              </a:spcAft>
              <a:buNone/>
            </a:pPr>
            <a:r>
              <a:rPr lang="de-DE" dirty="0"/>
              <a:t>W</a:t>
            </a:r>
            <a:r>
              <a:rPr dirty="0"/>
              <a:t>e used the least </a:t>
            </a:r>
            <a:r>
              <a:rPr dirty="0" err="1"/>
              <a:t>squres</a:t>
            </a:r>
            <a:r>
              <a:rPr dirty="0"/>
              <a:t> liner regression to find best value of </a:t>
            </a:r>
            <a:r>
              <a:rPr dirty="0" err="1"/>
              <a:t>effic</a:t>
            </a:r>
            <a:r>
              <a:rPr lang="de-DE" dirty="0"/>
              <a:t>i</a:t>
            </a:r>
            <a:r>
              <a:rPr dirty="0" err="1"/>
              <a:t>ency</a:t>
            </a:r>
            <a:r>
              <a:rPr dirty="0"/>
              <a:t> for each phase. </a:t>
            </a:r>
          </a:p>
          <a:p>
            <a:pPr marL="0" lvl="0" indent="0" algn="l" rtl="0">
              <a:spcBef>
                <a:spcPts val="0"/>
              </a:spcBef>
              <a:spcAft>
                <a:spcPts val="0"/>
              </a:spcAft>
              <a:buNone/>
            </a:pPr>
            <a:r>
              <a:rPr lang="de-DE" dirty="0"/>
              <a:t>W</a:t>
            </a:r>
            <a:r>
              <a:rPr dirty="0"/>
              <a:t>e fit a straight line through all the data points and slop of that line give us value of eta for each phase.</a:t>
            </a:r>
          </a:p>
          <a:p>
            <a:pPr marL="0" lvl="0" indent="0" algn="l" rtl="0">
              <a:spcBef>
                <a:spcPts val="0"/>
              </a:spcBef>
              <a:spcAft>
                <a:spcPts val="0"/>
              </a:spcAft>
              <a:buNone/>
            </a:pPr>
            <a:r>
              <a:rPr lang="de-DE" dirty="0"/>
              <a:t>A</a:t>
            </a:r>
            <a:r>
              <a:rPr dirty="0"/>
              <a:t>s a result we can see hover has high </a:t>
            </a:r>
            <a:r>
              <a:rPr dirty="0" err="1"/>
              <a:t>erorr</a:t>
            </a:r>
            <a:r>
              <a:rPr dirty="0"/>
              <a:t>. </a:t>
            </a:r>
            <a:r>
              <a:rPr lang="de-DE" dirty="0"/>
              <a:t>W</a:t>
            </a:r>
            <a:r>
              <a:rPr dirty="0"/>
              <a:t>e can say that  </a:t>
            </a:r>
            <a:r>
              <a:rPr lang="de-DE" dirty="0"/>
              <a:t>M</a:t>
            </a:r>
            <a:r>
              <a:rPr dirty="0" err="1"/>
              <a:t>odel</a:t>
            </a:r>
            <a:r>
              <a:rPr dirty="0"/>
              <a:t> performs poorly in hover phase. </a:t>
            </a:r>
          </a:p>
          <a:p>
            <a:pPr marL="0" lvl="0" indent="0" algn="l" rtl="0">
              <a:spcBef>
                <a:spcPts val="0"/>
              </a:spcBef>
              <a:spcAft>
                <a:spcPts val="0"/>
              </a:spcAft>
              <a:buNone/>
            </a:pPr>
            <a:r>
              <a:rPr lang="de-DE" dirty="0"/>
              <a:t>B</a:t>
            </a:r>
            <a:r>
              <a:rPr lang="en-DE" dirty="0" err="1"/>
              <a:t>ut</a:t>
            </a:r>
            <a:r>
              <a:rPr lang="en-DE" dirty="0"/>
              <a:t> climb, cruise and decent error are much lower. </a:t>
            </a:r>
          </a:p>
          <a:p>
            <a:pPr marL="0" lvl="0" indent="0" algn="l" rtl="0">
              <a:spcBef>
                <a:spcPts val="0"/>
              </a:spcBef>
              <a:spcAft>
                <a:spcPts val="0"/>
              </a:spcAft>
              <a:buNone/>
            </a:pPr>
            <a:r>
              <a:rPr lang="de-DE" dirty="0"/>
              <a:t>O</a:t>
            </a:r>
            <a:r>
              <a:rPr lang="en-DE" dirty="0" err="1"/>
              <a:t>verall</a:t>
            </a:r>
            <a:r>
              <a:rPr lang="en-DE" dirty="0"/>
              <a:t> error is only 26 percent showing model perform good but not perfect.</a:t>
            </a:r>
            <a:endParaRPr dirty="0"/>
          </a:p>
          <a:p>
            <a:pPr marL="0" lvl="0" indent="0" algn="l" rtl="0">
              <a:spcBef>
                <a:spcPts val="0"/>
              </a:spcBef>
              <a:spcAft>
                <a:spcPts val="0"/>
              </a:spcAft>
              <a:buNone/>
            </a:pPr>
            <a:endParaRPr lang="en-DE" dirty="0"/>
          </a:p>
          <a:p>
            <a:pPr marL="0" lvl="0" indent="0" algn="l" rtl="0">
              <a:spcBef>
                <a:spcPts val="0"/>
              </a:spcBef>
              <a:spcAft>
                <a:spcPts val="0"/>
              </a:spcAft>
              <a:buNone/>
            </a:pPr>
            <a:endParaRPr dirty="0"/>
          </a:p>
        </p:txBody>
      </p:sp>
      <p:sp>
        <p:nvSpPr>
          <p:cNvPr id="367" name="Google Shape;367;p11:notes"/>
          <p:cNvSpPr>
            <a:spLocks noGrp="1" noRot="1" noChangeAspect="1"/>
          </p:cNvSpPr>
          <p:nvPr>
            <p:ph type="sldImg" idx="2"/>
          </p:nvPr>
        </p:nvSpPr>
        <p:spPr>
          <a:xfrm>
            <a:off x="90488" y="744538"/>
            <a:ext cx="6616700" cy="3722687"/>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DE" dirty="0"/>
              <a:t>Now question arises why hover has </a:t>
            </a:r>
            <a:r>
              <a:rPr lang="en-DE" dirty="0" err="1"/>
              <a:t>highst</a:t>
            </a:r>
            <a:r>
              <a:rPr lang="en-DE" dirty="0"/>
              <a:t> error?</a:t>
            </a:r>
          </a:p>
          <a:p>
            <a:endParaRPr lang="en-DE" dirty="0"/>
          </a:p>
          <a:p>
            <a:r>
              <a:rPr lang="de-DE" dirty="0"/>
              <a:t>B</a:t>
            </a:r>
            <a:r>
              <a:rPr lang="en-DE" dirty="0" err="1"/>
              <a:t>ecuase</a:t>
            </a:r>
            <a:r>
              <a:rPr lang="en-DE" dirty="0"/>
              <a:t> </a:t>
            </a:r>
            <a:r>
              <a:rPr lang="en-DE" dirty="0" err="1"/>
              <a:t>uav</a:t>
            </a:r>
            <a:r>
              <a:rPr lang="en-DE" dirty="0"/>
              <a:t> </a:t>
            </a:r>
            <a:r>
              <a:rPr lang="en-DE" dirty="0" err="1"/>
              <a:t>contantly</a:t>
            </a:r>
            <a:r>
              <a:rPr lang="en-DE" dirty="0"/>
              <a:t> </a:t>
            </a:r>
            <a:r>
              <a:rPr lang="en-DE" dirty="0" err="1"/>
              <a:t>adust</a:t>
            </a:r>
            <a:r>
              <a:rPr lang="en-DE" dirty="0"/>
              <a:t> roll, pitch, yaw to maintain </a:t>
            </a:r>
            <a:r>
              <a:rPr lang="en-DE" dirty="0" err="1"/>
              <a:t>positon</a:t>
            </a:r>
            <a:r>
              <a:rPr lang="en-DE" dirty="0"/>
              <a:t> . even small gusts cause large power fluctuations . </a:t>
            </a:r>
            <a:r>
              <a:rPr lang="de-DE" dirty="0"/>
              <a:t>O</a:t>
            </a:r>
            <a:r>
              <a:rPr lang="en-DE" dirty="0" err="1"/>
              <a:t>ur</a:t>
            </a:r>
            <a:r>
              <a:rPr lang="en-DE" dirty="0"/>
              <a:t> physic equation does not consider Rotor profile power and wind effect.</a:t>
            </a:r>
          </a:p>
          <a:p>
            <a:r>
              <a:rPr lang="en-DE" dirty="0"/>
              <a:t> </a:t>
            </a:r>
          </a:p>
          <a:p>
            <a:endParaRPr lang="en-DE" dirty="0"/>
          </a:p>
          <a:p>
            <a:endParaRPr lang="en-DE" dirty="0"/>
          </a:p>
        </p:txBody>
      </p:sp>
      <p:sp>
        <p:nvSpPr>
          <p:cNvPr id="4" name="Slide Number Placeholder 3"/>
          <p:cNvSpPr>
            <a:spLocks noGrp="1"/>
          </p:cNvSpPr>
          <p:nvPr>
            <p:ph type="sldNum" idx="12"/>
          </p:nvPr>
        </p:nvSpPr>
        <p:spPr/>
        <p:txBody>
          <a:bodyPr/>
          <a:lstStyle/>
          <a:p>
            <a:pPr marL="0" marR="0" lvl="0" indent="0" algn="r" rtl="0">
              <a:spcBef>
                <a:spcPts val="0"/>
              </a:spcBef>
              <a:spcAft>
                <a:spcPts val="0"/>
              </a:spcAft>
              <a:buNone/>
            </a:pPr>
            <a:fld id="{00000000-1234-1234-1234-123412341234}" type="slidenum">
              <a:rPr lang="en-DE" sz="1200" b="0" i="0" u="none" strike="noStrike" cap="none" smtClean="0">
                <a:solidFill>
                  <a:schemeClr val="dk1"/>
                </a:solidFill>
                <a:latin typeface="Calibri"/>
                <a:ea typeface="Calibri"/>
                <a:cs typeface="Calibri"/>
                <a:sym typeface="Calibri"/>
              </a:rPr>
              <a:t>13</a:t>
            </a:fld>
            <a:endParaRPr lang="en-DE"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96164419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4"/>
        <p:cNvGrpSpPr/>
        <p:nvPr/>
      </p:nvGrpSpPr>
      <p:grpSpPr>
        <a:xfrm>
          <a:off x="0" y="0"/>
          <a:ext cx="0" cy="0"/>
          <a:chOff x="0" y="0"/>
          <a:chExt cx="0" cy="0"/>
        </a:xfrm>
      </p:grpSpPr>
      <p:sp>
        <p:nvSpPr>
          <p:cNvPr id="385" name="Google Shape;385;p12:notes"/>
          <p:cNvSpPr txBox="1">
            <a:spLocks noGrp="1"/>
          </p:cNvSpPr>
          <p:nvPr>
            <p:ph type="body" idx="1"/>
          </p:nvPr>
        </p:nvSpPr>
        <p:spPr>
          <a:xfrm>
            <a:off x="679768" y="4715153"/>
            <a:ext cx="5438140" cy="4466987"/>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r>
              <a:rPr lang="de-DE" dirty="0"/>
              <a:t>The</a:t>
            </a:r>
            <a:r>
              <a:rPr dirty="0"/>
              <a:t> diagram show real power and physic model power. </a:t>
            </a:r>
            <a:r>
              <a:rPr lang="de-DE" dirty="0"/>
              <a:t>B</a:t>
            </a:r>
            <a:r>
              <a:rPr dirty="0" err="1"/>
              <a:t>lue</a:t>
            </a:r>
            <a:r>
              <a:rPr dirty="0"/>
              <a:t> line show real power and red line show model power. </a:t>
            </a:r>
            <a:r>
              <a:rPr lang="de-DE" dirty="0"/>
              <a:t>I</a:t>
            </a:r>
            <a:r>
              <a:rPr dirty="0"/>
              <a:t>n hover we can seen red line is smother and </a:t>
            </a:r>
            <a:r>
              <a:rPr dirty="0" err="1"/>
              <a:t>and</a:t>
            </a:r>
            <a:r>
              <a:rPr dirty="0"/>
              <a:t> lower then real power . </a:t>
            </a:r>
            <a:r>
              <a:rPr lang="de-DE" dirty="0"/>
              <a:t>T</a:t>
            </a:r>
            <a:r>
              <a:rPr dirty="0"/>
              <a:t>his show model underestimate hover power . </a:t>
            </a:r>
            <a:r>
              <a:rPr lang="de-DE" dirty="0"/>
              <a:t>I</a:t>
            </a:r>
            <a:r>
              <a:rPr dirty="0"/>
              <a:t>n other phases the model prediction follows the real power more closely. </a:t>
            </a:r>
          </a:p>
        </p:txBody>
      </p:sp>
      <p:sp>
        <p:nvSpPr>
          <p:cNvPr id="386" name="Google Shape;386;p12:notes"/>
          <p:cNvSpPr>
            <a:spLocks noGrp="1" noRot="1" noChangeAspect="1"/>
          </p:cNvSpPr>
          <p:nvPr>
            <p:ph type="sldImg" idx="2"/>
          </p:nvPr>
        </p:nvSpPr>
        <p:spPr>
          <a:xfrm>
            <a:off x="90488" y="744538"/>
            <a:ext cx="6616700" cy="3722687"/>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7"/>
        <p:cNvGrpSpPr/>
        <p:nvPr/>
      </p:nvGrpSpPr>
      <p:grpSpPr>
        <a:xfrm>
          <a:off x="0" y="0"/>
          <a:ext cx="0" cy="0"/>
          <a:chOff x="0" y="0"/>
          <a:chExt cx="0" cy="0"/>
        </a:xfrm>
      </p:grpSpPr>
      <p:sp>
        <p:nvSpPr>
          <p:cNvPr id="398" name="Google Shape;398;p13:notes"/>
          <p:cNvSpPr txBox="1">
            <a:spLocks noGrp="1"/>
          </p:cNvSpPr>
          <p:nvPr>
            <p:ph type="body" idx="1"/>
          </p:nvPr>
        </p:nvSpPr>
        <p:spPr>
          <a:xfrm>
            <a:off x="679768" y="4715153"/>
            <a:ext cx="5438140" cy="4466987"/>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399" name="Google Shape;399;p13:notes"/>
          <p:cNvSpPr>
            <a:spLocks noGrp="1" noRot="1" noChangeAspect="1"/>
          </p:cNvSpPr>
          <p:nvPr>
            <p:ph type="sldImg" idx="2"/>
          </p:nvPr>
        </p:nvSpPr>
        <p:spPr>
          <a:xfrm>
            <a:off x="90488" y="744538"/>
            <a:ext cx="6616700" cy="3722687"/>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matchingName="1_Titelfolie_TUD_weiß-blau">
  <p:cSld name="1_Titelfolie_TUD_weiß-blau">
    <p:spTree>
      <p:nvGrpSpPr>
        <p:cNvPr id="1" name="Shape 17"/>
        <p:cNvGrpSpPr/>
        <p:nvPr/>
      </p:nvGrpSpPr>
      <p:grpSpPr>
        <a:xfrm>
          <a:off x="0" y="0"/>
          <a:ext cx="0" cy="0"/>
          <a:chOff x="0" y="0"/>
          <a:chExt cx="0" cy="0"/>
        </a:xfrm>
      </p:grpSpPr>
      <p:pic>
        <p:nvPicPr>
          <p:cNvPr id="18" name="Google Shape;18;p15" descr="Logo. Acht unregelmäßige Dreiecksflächen sind, im Uhrzeigersinn einen Farbverlauf von dunkelblau bis hellgrün ergebend, zu einem regelmäßig achteckigen Ring angeordnet. Links daneben zweizeilig der Schriftzug &quot;DRESDEN concept" title="Logo Dresden concept"/>
          <p:cNvPicPr preferRelativeResize="0"/>
          <p:nvPr/>
        </p:nvPicPr>
        <p:blipFill rotWithShape="1">
          <a:blip r:embed="rId2">
            <a:alphaModFix/>
          </a:blip>
          <a:srcRect/>
          <a:stretch/>
        </p:blipFill>
        <p:spPr>
          <a:xfrm>
            <a:off x="10406348" y="327901"/>
            <a:ext cx="1468046" cy="548987"/>
          </a:xfrm>
          <a:prstGeom prst="rect">
            <a:avLst/>
          </a:prstGeom>
          <a:noFill/>
          <a:ln>
            <a:noFill/>
          </a:ln>
        </p:spPr>
      </p:pic>
      <p:pic>
        <p:nvPicPr>
          <p:cNvPr id="19" name="Google Shape;19;p15" descr="Logo. Schriftzug &quot;Technische Universität Dresden&quot;. Links davon befindet sich ein Achteck, das in zwei Bereiche aufgeteilt ist, die zusammen die Buchstaben &quot;T&quot; und &quot;U&quot; ergeben." title="Logo der TU Dresden"/>
          <p:cNvPicPr preferRelativeResize="0"/>
          <p:nvPr/>
        </p:nvPicPr>
        <p:blipFill rotWithShape="1">
          <a:blip r:embed="rId3">
            <a:alphaModFix/>
          </a:blip>
          <a:srcRect/>
          <a:stretch/>
        </p:blipFill>
        <p:spPr>
          <a:xfrm>
            <a:off x="290304" y="348373"/>
            <a:ext cx="1764000" cy="514800"/>
          </a:xfrm>
          <a:prstGeom prst="rect">
            <a:avLst/>
          </a:prstGeom>
          <a:noFill/>
          <a:ln>
            <a:noFill/>
          </a:ln>
        </p:spPr>
      </p:pic>
      <p:sp>
        <p:nvSpPr>
          <p:cNvPr id="20" name="Google Shape;20;p15"/>
          <p:cNvSpPr/>
          <p:nvPr/>
        </p:nvSpPr>
        <p:spPr>
          <a:xfrm>
            <a:off x="0" y="1204912"/>
            <a:ext cx="12192000" cy="5653089"/>
          </a:xfrm>
          <a:prstGeom prst="rect">
            <a:avLst/>
          </a:prstGeom>
          <a:gradFill>
            <a:gsLst>
              <a:gs pos="0">
                <a:schemeClr val="accent2"/>
              </a:gs>
              <a:gs pos="14000">
                <a:schemeClr val="accent2"/>
              </a:gs>
              <a:gs pos="100000">
                <a:schemeClr val="accent1"/>
              </a:gs>
            </a:gsLst>
            <a:lin ang="150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Open Sans"/>
              <a:ea typeface="Open Sans"/>
              <a:cs typeface="Open Sans"/>
              <a:sym typeface="Open Sans"/>
            </a:endParaRPr>
          </a:p>
        </p:txBody>
      </p:sp>
      <p:sp>
        <p:nvSpPr>
          <p:cNvPr id="21" name="Google Shape;21;p15"/>
          <p:cNvSpPr txBox="1">
            <a:spLocks noGrp="1"/>
          </p:cNvSpPr>
          <p:nvPr>
            <p:ph type="body" idx="1"/>
          </p:nvPr>
        </p:nvSpPr>
        <p:spPr>
          <a:xfrm>
            <a:off x="882808" y="2852116"/>
            <a:ext cx="1692959" cy="246221"/>
          </a:xfrm>
          <a:prstGeom prst="rect">
            <a:avLst/>
          </a:prstGeom>
          <a:noFill/>
          <a:ln>
            <a:noFill/>
          </a:ln>
        </p:spPr>
        <p:txBody>
          <a:bodyPr spcFirstLastPara="1" wrap="square" lIns="0" tIns="0" rIns="0" bIns="0" anchor="t" anchorCtr="0">
            <a:spAutoFit/>
          </a:bodyPr>
          <a:lstStyle>
            <a:lvl1pPr marL="457200" lvl="0" indent="-228600" algn="l">
              <a:spcBef>
                <a:spcPts val="0"/>
              </a:spcBef>
              <a:spcAft>
                <a:spcPts val="0"/>
              </a:spcAft>
              <a:buClr>
                <a:schemeClr val="lt1"/>
              </a:buClr>
              <a:buSzPts val="1600"/>
              <a:buNone/>
              <a:defRPr sz="1600" b="1">
                <a:solidFill>
                  <a:schemeClr val="lt1"/>
                </a:solidFill>
              </a:defRPr>
            </a:lvl1pPr>
            <a:lvl2pPr marL="914400" lvl="1" indent="-228600" algn="l">
              <a:spcBef>
                <a:spcPts val="600"/>
              </a:spcBef>
              <a:spcAft>
                <a:spcPts val="0"/>
              </a:spcAft>
              <a:buClr>
                <a:schemeClr val="accent1"/>
              </a:buClr>
              <a:buSzPts val="1800"/>
              <a:buNone/>
              <a:defRPr/>
            </a:lvl2pPr>
            <a:lvl3pPr marL="1371600" lvl="2" indent="-342900" algn="l">
              <a:spcBef>
                <a:spcPts val="0"/>
              </a:spcBef>
              <a:spcAft>
                <a:spcPts val="0"/>
              </a:spcAft>
              <a:buClr>
                <a:schemeClr val="accent1"/>
              </a:buClr>
              <a:buSzPts val="1800"/>
              <a:buChar char="—"/>
              <a:defRPr/>
            </a:lvl3pPr>
            <a:lvl4pPr marL="1828800" lvl="3" indent="-342900" algn="l">
              <a:spcBef>
                <a:spcPts val="0"/>
              </a:spcBef>
              <a:spcAft>
                <a:spcPts val="0"/>
              </a:spcAft>
              <a:buClr>
                <a:schemeClr val="accent1"/>
              </a:buClr>
              <a:buSzPts val="1800"/>
              <a:buChar char="–"/>
              <a:defRPr/>
            </a:lvl4pPr>
            <a:lvl5pPr marL="2286000" lvl="4" indent="-228600" algn="l">
              <a:spcBef>
                <a:spcPts val="600"/>
              </a:spcBef>
              <a:spcAft>
                <a:spcPts val="0"/>
              </a:spcAft>
              <a:buClr>
                <a:schemeClr val="accent1"/>
              </a:buClr>
              <a:buSzPts val="1800"/>
              <a:buNone/>
              <a:defRPr/>
            </a:lvl5pPr>
            <a:lvl6pPr marL="2743200" lvl="5" indent="-228600" algn="l">
              <a:lnSpc>
                <a:spcPct val="100000"/>
              </a:lnSpc>
              <a:spcBef>
                <a:spcPts val="600"/>
              </a:spcBef>
              <a:spcAft>
                <a:spcPts val="0"/>
              </a:spcAft>
              <a:buClr>
                <a:schemeClr val="accent1"/>
              </a:buClr>
              <a:buSzPts val="1800"/>
              <a:buNone/>
              <a:defRPr/>
            </a:lvl6pPr>
            <a:lvl7pPr marL="3200400" lvl="6" indent="-342900" algn="l">
              <a:lnSpc>
                <a:spcPct val="100000"/>
              </a:lnSpc>
              <a:spcBef>
                <a:spcPts val="0"/>
              </a:spcBef>
              <a:spcAft>
                <a:spcPts val="0"/>
              </a:spcAft>
              <a:buClr>
                <a:schemeClr val="accent1"/>
              </a:buClr>
              <a:buSzPts val="1800"/>
              <a:buChar char="—"/>
              <a:defRPr/>
            </a:lvl7pPr>
            <a:lvl8pPr marL="3657600" lvl="7" indent="-342900" algn="l">
              <a:lnSpc>
                <a:spcPct val="100000"/>
              </a:lnSpc>
              <a:spcBef>
                <a:spcPts val="0"/>
              </a:spcBef>
              <a:spcAft>
                <a:spcPts val="0"/>
              </a:spcAft>
              <a:buClr>
                <a:schemeClr val="accent1"/>
              </a:buClr>
              <a:buSzPts val="1800"/>
              <a:buChar char="–"/>
              <a:defRPr/>
            </a:lvl8pPr>
            <a:lvl9pPr marL="4114800" lvl="8" indent="-342900" algn="l">
              <a:lnSpc>
                <a:spcPct val="100000"/>
              </a:lnSpc>
              <a:spcBef>
                <a:spcPts val="0"/>
              </a:spcBef>
              <a:spcAft>
                <a:spcPts val="0"/>
              </a:spcAft>
              <a:buClr>
                <a:schemeClr val="accent1"/>
              </a:buClr>
              <a:buSzPts val="1800"/>
              <a:buChar char="▪"/>
              <a:defRPr/>
            </a:lvl9pPr>
          </a:lstStyle>
          <a:p>
            <a:endParaRPr/>
          </a:p>
        </p:txBody>
      </p:sp>
      <p:sp>
        <p:nvSpPr>
          <p:cNvPr id="22" name="Google Shape;22;p15"/>
          <p:cNvSpPr txBox="1">
            <a:spLocks noGrp="1"/>
          </p:cNvSpPr>
          <p:nvPr>
            <p:ph type="title"/>
          </p:nvPr>
        </p:nvSpPr>
        <p:spPr>
          <a:xfrm>
            <a:off x="882771" y="3835706"/>
            <a:ext cx="3881437" cy="492443"/>
          </a:xfrm>
          <a:prstGeom prst="rect">
            <a:avLst/>
          </a:prstGeom>
          <a:noFill/>
          <a:ln>
            <a:noFill/>
          </a:ln>
        </p:spPr>
        <p:txBody>
          <a:bodyPr spcFirstLastPara="1" wrap="square" lIns="0" tIns="0" rIns="0" bIns="0" anchor="t" anchorCtr="0">
            <a:spAutoFit/>
          </a:bodyPr>
          <a:lstStyle>
            <a:lvl1pPr lvl="0" algn="l">
              <a:spcBef>
                <a:spcPts val="0"/>
              </a:spcBef>
              <a:spcAft>
                <a:spcPts val="0"/>
              </a:spcAft>
              <a:buClr>
                <a:schemeClr val="lt1"/>
              </a:buClr>
              <a:buSzPts val="3200"/>
              <a:buFont typeface="Open Sans"/>
              <a:buNone/>
              <a:defRPr sz="3200" b="1">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3" name="Google Shape;23;p15"/>
          <p:cNvSpPr txBox="1">
            <a:spLocks noGrp="1"/>
          </p:cNvSpPr>
          <p:nvPr>
            <p:ph type="subTitle" idx="2"/>
          </p:nvPr>
        </p:nvSpPr>
        <p:spPr>
          <a:xfrm>
            <a:off x="882772" y="5028236"/>
            <a:ext cx="5981697" cy="246221"/>
          </a:xfrm>
          <a:prstGeom prst="rect">
            <a:avLst/>
          </a:prstGeom>
          <a:noFill/>
          <a:ln>
            <a:noFill/>
          </a:ln>
        </p:spPr>
        <p:txBody>
          <a:bodyPr spcFirstLastPara="1" wrap="square" lIns="0" tIns="0" rIns="0" bIns="0" anchor="t" anchorCtr="0">
            <a:spAutoFit/>
          </a:bodyPr>
          <a:lstStyle>
            <a:lvl1pPr lvl="0" algn="l">
              <a:spcBef>
                <a:spcPts val="600"/>
              </a:spcBef>
              <a:spcAft>
                <a:spcPts val="0"/>
              </a:spcAft>
              <a:buClr>
                <a:schemeClr val="lt1"/>
              </a:buClr>
              <a:buSzPts val="1600"/>
              <a:buNone/>
              <a:defRPr b="0">
                <a:solidFill>
                  <a:schemeClr val="lt1"/>
                </a:solidFill>
              </a:defRPr>
            </a:lvl1pPr>
            <a:lvl2pPr lvl="1" algn="ctr">
              <a:spcBef>
                <a:spcPts val="600"/>
              </a:spcBef>
              <a:spcAft>
                <a:spcPts val="0"/>
              </a:spcAft>
              <a:buClr>
                <a:srgbClr val="888888"/>
              </a:buClr>
              <a:buSzPts val="1600"/>
              <a:buNone/>
              <a:defRPr>
                <a:solidFill>
                  <a:srgbClr val="888888"/>
                </a:solidFill>
              </a:defRPr>
            </a:lvl2pPr>
            <a:lvl3pPr lvl="2" algn="ctr">
              <a:spcBef>
                <a:spcPts val="0"/>
              </a:spcBef>
              <a:spcAft>
                <a:spcPts val="0"/>
              </a:spcAft>
              <a:buClr>
                <a:srgbClr val="888888"/>
              </a:buClr>
              <a:buSzPts val="1600"/>
              <a:buNone/>
              <a:defRPr>
                <a:solidFill>
                  <a:srgbClr val="888888"/>
                </a:solidFill>
              </a:defRPr>
            </a:lvl3pPr>
            <a:lvl4pPr lvl="3" algn="ctr">
              <a:spcBef>
                <a:spcPts val="0"/>
              </a:spcBef>
              <a:spcAft>
                <a:spcPts val="0"/>
              </a:spcAft>
              <a:buClr>
                <a:srgbClr val="888888"/>
              </a:buClr>
              <a:buSzPts val="1600"/>
              <a:buNone/>
              <a:defRPr>
                <a:solidFill>
                  <a:srgbClr val="888888"/>
                </a:solidFill>
              </a:defRPr>
            </a:lvl4pPr>
            <a:lvl5pPr lvl="4" algn="ctr">
              <a:spcBef>
                <a:spcPts val="600"/>
              </a:spcBef>
              <a:spcAft>
                <a:spcPts val="0"/>
              </a:spcAft>
              <a:buClr>
                <a:srgbClr val="888888"/>
              </a:buClr>
              <a:buSzPts val="1400"/>
              <a:buNone/>
              <a:defRPr>
                <a:solidFill>
                  <a:srgbClr val="888888"/>
                </a:solidFill>
              </a:defRPr>
            </a:lvl5pPr>
            <a:lvl6pPr lvl="5" algn="ctr">
              <a:lnSpc>
                <a:spcPct val="100000"/>
              </a:lnSpc>
              <a:spcBef>
                <a:spcPts val="600"/>
              </a:spcBef>
              <a:spcAft>
                <a:spcPts val="0"/>
              </a:spcAft>
              <a:buClr>
                <a:srgbClr val="888888"/>
              </a:buClr>
              <a:buSzPts val="1400"/>
              <a:buNone/>
              <a:defRPr>
                <a:solidFill>
                  <a:srgbClr val="888888"/>
                </a:solidFill>
              </a:defRPr>
            </a:lvl6pPr>
            <a:lvl7pPr lvl="6" algn="ctr">
              <a:lnSpc>
                <a:spcPct val="100000"/>
              </a:lnSpc>
              <a:spcBef>
                <a:spcPts val="0"/>
              </a:spcBef>
              <a:spcAft>
                <a:spcPts val="0"/>
              </a:spcAft>
              <a:buClr>
                <a:srgbClr val="888888"/>
              </a:buClr>
              <a:buSzPts val="1400"/>
              <a:buNone/>
              <a:defRPr>
                <a:solidFill>
                  <a:srgbClr val="888888"/>
                </a:solidFill>
              </a:defRPr>
            </a:lvl7pPr>
            <a:lvl8pPr lvl="7" algn="ctr">
              <a:lnSpc>
                <a:spcPct val="100000"/>
              </a:lnSpc>
              <a:spcBef>
                <a:spcPts val="0"/>
              </a:spcBef>
              <a:spcAft>
                <a:spcPts val="0"/>
              </a:spcAft>
              <a:buClr>
                <a:srgbClr val="888888"/>
              </a:buClr>
              <a:buSzPts val="1400"/>
              <a:buNone/>
              <a:defRPr>
                <a:solidFill>
                  <a:srgbClr val="888888"/>
                </a:solidFill>
              </a:defRPr>
            </a:lvl8pPr>
            <a:lvl9pPr lvl="8" algn="ctr">
              <a:lnSpc>
                <a:spcPct val="100000"/>
              </a:lnSpc>
              <a:spcBef>
                <a:spcPts val="0"/>
              </a:spcBef>
              <a:spcAft>
                <a:spcPts val="0"/>
              </a:spcAft>
              <a:buClr>
                <a:srgbClr val="888888"/>
              </a:buClr>
              <a:buSzPts val="1400"/>
              <a:buNone/>
              <a:defRPr>
                <a:solidFill>
                  <a:srgbClr val="888888"/>
                </a:solidFill>
              </a:defRPr>
            </a:lvl9pPr>
          </a:lstStyle>
          <a:p>
            <a:endParaRPr/>
          </a:p>
        </p:txBody>
      </p:sp>
      <p:sp>
        <p:nvSpPr>
          <p:cNvPr id="24" name="Google Shape;24;p15"/>
          <p:cNvSpPr txBox="1">
            <a:spLocks noGrp="1"/>
          </p:cNvSpPr>
          <p:nvPr>
            <p:ph type="body" idx="3"/>
          </p:nvPr>
        </p:nvSpPr>
        <p:spPr>
          <a:xfrm>
            <a:off x="882808" y="3138045"/>
            <a:ext cx="3028966" cy="246221"/>
          </a:xfrm>
          <a:prstGeom prst="rect">
            <a:avLst/>
          </a:prstGeom>
          <a:noFill/>
          <a:ln>
            <a:noFill/>
          </a:ln>
        </p:spPr>
        <p:txBody>
          <a:bodyPr spcFirstLastPara="1" wrap="square" lIns="0" tIns="0" rIns="0" bIns="0" anchor="t" anchorCtr="0">
            <a:spAutoFit/>
          </a:bodyPr>
          <a:lstStyle>
            <a:lvl1pPr marL="457200" lvl="0" indent="-228600" algn="l">
              <a:spcBef>
                <a:spcPts val="0"/>
              </a:spcBef>
              <a:spcAft>
                <a:spcPts val="0"/>
              </a:spcAft>
              <a:buClr>
                <a:schemeClr val="lt1"/>
              </a:buClr>
              <a:buSzPts val="1600"/>
              <a:buNone/>
              <a:defRPr sz="1600" b="0">
                <a:solidFill>
                  <a:schemeClr val="lt1"/>
                </a:solidFill>
              </a:defRPr>
            </a:lvl1pPr>
            <a:lvl2pPr marL="914400" lvl="1" indent="-228600" algn="l">
              <a:spcBef>
                <a:spcPts val="600"/>
              </a:spcBef>
              <a:spcAft>
                <a:spcPts val="0"/>
              </a:spcAft>
              <a:buClr>
                <a:schemeClr val="accent1"/>
              </a:buClr>
              <a:buSzPts val="1800"/>
              <a:buNone/>
              <a:defRPr/>
            </a:lvl2pPr>
            <a:lvl3pPr marL="1371600" lvl="2" indent="-342900" algn="l">
              <a:spcBef>
                <a:spcPts val="0"/>
              </a:spcBef>
              <a:spcAft>
                <a:spcPts val="0"/>
              </a:spcAft>
              <a:buClr>
                <a:schemeClr val="accent1"/>
              </a:buClr>
              <a:buSzPts val="1800"/>
              <a:buChar char="—"/>
              <a:defRPr/>
            </a:lvl3pPr>
            <a:lvl4pPr marL="1828800" lvl="3" indent="-342900" algn="l">
              <a:spcBef>
                <a:spcPts val="0"/>
              </a:spcBef>
              <a:spcAft>
                <a:spcPts val="0"/>
              </a:spcAft>
              <a:buClr>
                <a:schemeClr val="accent1"/>
              </a:buClr>
              <a:buSzPts val="1800"/>
              <a:buChar char="–"/>
              <a:defRPr/>
            </a:lvl4pPr>
            <a:lvl5pPr marL="2286000" lvl="4" indent="-228600" algn="l">
              <a:spcBef>
                <a:spcPts val="600"/>
              </a:spcBef>
              <a:spcAft>
                <a:spcPts val="0"/>
              </a:spcAft>
              <a:buClr>
                <a:schemeClr val="accent1"/>
              </a:buClr>
              <a:buSzPts val="1800"/>
              <a:buNone/>
              <a:defRPr/>
            </a:lvl5pPr>
            <a:lvl6pPr marL="2743200" lvl="5" indent="-228600" algn="l">
              <a:lnSpc>
                <a:spcPct val="100000"/>
              </a:lnSpc>
              <a:spcBef>
                <a:spcPts val="600"/>
              </a:spcBef>
              <a:spcAft>
                <a:spcPts val="0"/>
              </a:spcAft>
              <a:buClr>
                <a:schemeClr val="accent1"/>
              </a:buClr>
              <a:buSzPts val="1800"/>
              <a:buNone/>
              <a:defRPr/>
            </a:lvl6pPr>
            <a:lvl7pPr marL="3200400" lvl="6" indent="-342900" algn="l">
              <a:lnSpc>
                <a:spcPct val="100000"/>
              </a:lnSpc>
              <a:spcBef>
                <a:spcPts val="0"/>
              </a:spcBef>
              <a:spcAft>
                <a:spcPts val="0"/>
              </a:spcAft>
              <a:buClr>
                <a:schemeClr val="accent1"/>
              </a:buClr>
              <a:buSzPts val="1800"/>
              <a:buChar char="—"/>
              <a:defRPr/>
            </a:lvl7pPr>
            <a:lvl8pPr marL="3657600" lvl="7" indent="-342900" algn="l">
              <a:lnSpc>
                <a:spcPct val="100000"/>
              </a:lnSpc>
              <a:spcBef>
                <a:spcPts val="0"/>
              </a:spcBef>
              <a:spcAft>
                <a:spcPts val="0"/>
              </a:spcAft>
              <a:buClr>
                <a:schemeClr val="accent1"/>
              </a:buClr>
              <a:buSzPts val="1800"/>
              <a:buChar char="–"/>
              <a:defRPr/>
            </a:lvl8pPr>
            <a:lvl9pPr marL="4114800" lvl="8" indent="-342900" algn="l">
              <a:lnSpc>
                <a:spcPct val="100000"/>
              </a:lnSpc>
              <a:spcBef>
                <a:spcPts val="0"/>
              </a:spcBef>
              <a:spcAft>
                <a:spcPts val="0"/>
              </a:spcAft>
              <a:buClr>
                <a:schemeClr val="accent1"/>
              </a:buClr>
              <a:buSzPts val="1800"/>
              <a:buChar char="▪"/>
              <a:defRPr/>
            </a:lvl9pPr>
          </a:lstStyle>
          <a:p>
            <a:endParaRPr/>
          </a:p>
        </p:txBody>
      </p:sp>
      <p:sp>
        <p:nvSpPr>
          <p:cNvPr id="25" name="Google Shape;25;p15"/>
          <p:cNvSpPr txBox="1">
            <a:spLocks noGrp="1"/>
          </p:cNvSpPr>
          <p:nvPr>
            <p:ph type="body" idx="4"/>
          </p:nvPr>
        </p:nvSpPr>
        <p:spPr>
          <a:xfrm>
            <a:off x="882770" y="4375609"/>
            <a:ext cx="4694293" cy="492443"/>
          </a:xfrm>
          <a:prstGeom prst="rect">
            <a:avLst/>
          </a:prstGeom>
          <a:noFill/>
          <a:ln>
            <a:noFill/>
          </a:ln>
        </p:spPr>
        <p:txBody>
          <a:bodyPr spcFirstLastPara="1" wrap="square" lIns="0" tIns="0" rIns="0" bIns="0" anchor="t" anchorCtr="0">
            <a:spAutoFit/>
          </a:bodyPr>
          <a:lstStyle>
            <a:lvl1pPr marL="457200" lvl="0" indent="-228600" algn="l">
              <a:spcBef>
                <a:spcPts val="600"/>
              </a:spcBef>
              <a:spcAft>
                <a:spcPts val="0"/>
              </a:spcAft>
              <a:buClr>
                <a:schemeClr val="lt1"/>
              </a:buClr>
              <a:buSzPts val="3200"/>
              <a:buNone/>
              <a:defRPr sz="3200" b="0">
                <a:solidFill>
                  <a:schemeClr val="lt1"/>
                </a:solidFill>
              </a:defRPr>
            </a:lvl1pPr>
            <a:lvl2pPr marL="914400" lvl="1" indent="-228600" algn="l">
              <a:spcBef>
                <a:spcPts val="600"/>
              </a:spcBef>
              <a:spcAft>
                <a:spcPts val="0"/>
              </a:spcAft>
              <a:buClr>
                <a:schemeClr val="accent1"/>
              </a:buClr>
              <a:buSzPts val="1800"/>
              <a:buNone/>
              <a:defRPr/>
            </a:lvl2pPr>
            <a:lvl3pPr marL="1371600" lvl="2" indent="-228600" algn="l">
              <a:spcBef>
                <a:spcPts val="0"/>
              </a:spcBef>
              <a:spcAft>
                <a:spcPts val="0"/>
              </a:spcAft>
              <a:buClr>
                <a:schemeClr val="accent1"/>
              </a:buClr>
              <a:buSzPts val="1600"/>
              <a:buNone/>
              <a:defRPr/>
            </a:lvl3pPr>
            <a:lvl4pPr marL="1828800" lvl="3" indent="-228600" algn="l">
              <a:spcBef>
                <a:spcPts val="0"/>
              </a:spcBef>
              <a:spcAft>
                <a:spcPts val="0"/>
              </a:spcAft>
              <a:buClr>
                <a:schemeClr val="accent1"/>
              </a:buClr>
              <a:buSzPts val="1600"/>
              <a:buNone/>
              <a:defRPr/>
            </a:lvl4pPr>
            <a:lvl5pPr marL="2286000" lvl="4" indent="-228600" algn="l">
              <a:spcBef>
                <a:spcPts val="600"/>
              </a:spcBef>
              <a:spcAft>
                <a:spcPts val="0"/>
              </a:spcAft>
              <a:buClr>
                <a:schemeClr val="accent1"/>
              </a:buClr>
              <a:buSzPts val="1800"/>
              <a:buNone/>
              <a:defRPr/>
            </a:lvl5pPr>
            <a:lvl6pPr marL="2743200" lvl="5" indent="-228600" algn="l">
              <a:lnSpc>
                <a:spcPct val="100000"/>
              </a:lnSpc>
              <a:spcBef>
                <a:spcPts val="600"/>
              </a:spcBef>
              <a:spcAft>
                <a:spcPts val="0"/>
              </a:spcAft>
              <a:buClr>
                <a:schemeClr val="accent1"/>
              </a:buClr>
              <a:buSzPts val="1800"/>
              <a:buNone/>
              <a:defRPr/>
            </a:lvl6pPr>
            <a:lvl7pPr marL="3200400" lvl="6" indent="-342900" algn="l">
              <a:lnSpc>
                <a:spcPct val="100000"/>
              </a:lnSpc>
              <a:spcBef>
                <a:spcPts val="0"/>
              </a:spcBef>
              <a:spcAft>
                <a:spcPts val="0"/>
              </a:spcAft>
              <a:buClr>
                <a:schemeClr val="accent1"/>
              </a:buClr>
              <a:buSzPts val="1800"/>
              <a:buChar char="—"/>
              <a:defRPr/>
            </a:lvl7pPr>
            <a:lvl8pPr marL="3657600" lvl="7" indent="-342900" algn="l">
              <a:lnSpc>
                <a:spcPct val="100000"/>
              </a:lnSpc>
              <a:spcBef>
                <a:spcPts val="0"/>
              </a:spcBef>
              <a:spcAft>
                <a:spcPts val="0"/>
              </a:spcAft>
              <a:buClr>
                <a:schemeClr val="accent1"/>
              </a:buClr>
              <a:buSzPts val="1800"/>
              <a:buChar char="–"/>
              <a:defRPr/>
            </a:lvl8pPr>
            <a:lvl9pPr marL="4114800" lvl="8" indent="-342900" algn="l">
              <a:lnSpc>
                <a:spcPct val="100000"/>
              </a:lnSpc>
              <a:spcBef>
                <a:spcPts val="0"/>
              </a:spcBef>
              <a:spcAft>
                <a:spcPts val="0"/>
              </a:spcAft>
              <a:buClr>
                <a:schemeClr val="accent1"/>
              </a:buClr>
              <a:buSzPts val="1800"/>
              <a:buChar char="▪"/>
              <a:defRPr/>
            </a:lvl9pPr>
          </a:lstStyle>
          <a:p>
            <a:endParaRPr/>
          </a:p>
        </p:txBody>
      </p:sp>
      <p:sp>
        <p:nvSpPr>
          <p:cNvPr id="26" name="Google Shape;26;p15"/>
          <p:cNvSpPr txBox="1">
            <a:spLocks noGrp="1"/>
          </p:cNvSpPr>
          <p:nvPr>
            <p:ph type="body" idx="5"/>
          </p:nvPr>
        </p:nvSpPr>
        <p:spPr>
          <a:xfrm>
            <a:off x="882808" y="5312641"/>
            <a:ext cx="4602029" cy="246221"/>
          </a:xfrm>
          <a:prstGeom prst="rect">
            <a:avLst/>
          </a:prstGeom>
          <a:noFill/>
          <a:ln>
            <a:noFill/>
          </a:ln>
        </p:spPr>
        <p:txBody>
          <a:bodyPr spcFirstLastPara="1" wrap="square" lIns="0" tIns="0" rIns="0" bIns="0" anchor="t" anchorCtr="0">
            <a:spAutoFit/>
          </a:bodyPr>
          <a:lstStyle>
            <a:lvl1pPr marL="457200" lvl="0" indent="-228600" algn="l">
              <a:spcBef>
                <a:spcPts val="600"/>
              </a:spcBef>
              <a:spcAft>
                <a:spcPts val="0"/>
              </a:spcAft>
              <a:buClr>
                <a:schemeClr val="lt1"/>
              </a:buClr>
              <a:buSzPts val="1600"/>
              <a:buNone/>
              <a:defRPr b="0">
                <a:solidFill>
                  <a:schemeClr val="lt1"/>
                </a:solidFill>
              </a:defRPr>
            </a:lvl1pPr>
            <a:lvl2pPr marL="914400" lvl="1" indent="-228600" algn="l">
              <a:spcBef>
                <a:spcPts val="600"/>
              </a:spcBef>
              <a:spcAft>
                <a:spcPts val="0"/>
              </a:spcAft>
              <a:buClr>
                <a:schemeClr val="accent1"/>
              </a:buClr>
              <a:buSzPts val="1800"/>
              <a:buNone/>
              <a:defRPr/>
            </a:lvl2pPr>
            <a:lvl3pPr marL="1371600" lvl="2" indent="-342900" algn="l">
              <a:spcBef>
                <a:spcPts val="0"/>
              </a:spcBef>
              <a:spcAft>
                <a:spcPts val="0"/>
              </a:spcAft>
              <a:buClr>
                <a:schemeClr val="accent1"/>
              </a:buClr>
              <a:buSzPts val="1800"/>
              <a:buChar char="—"/>
              <a:defRPr/>
            </a:lvl3pPr>
            <a:lvl4pPr marL="1828800" lvl="3" indent="-342900" algn="l">
              <a:spcBef>
                <a:spcPts val="0"/>
              </a:spcBef>
              <a:spcAft>
                <a:spcPts val="0"/>
              </a:spcAft>
              <a:buClr>
                <a:schemeClr val="accent1"/>
              </a:buClr>
              <a:buSzPts val="1800"/>
              <a:buChar char="–"/>
              <a:defRPr/>
            </a:lvl4pPr>
            <a:lvl5pPr marL="2286000" lvl="4" indent="-228600" algn="l">
              <a:spcBef>
                <a:spcPts val="600"/>
              </a:spcBef>
              <a:spcAft>
                <a:spcPts val="0"/>
              </a:spcAft>
              <a:buClr>
                <a:schemeClr val="accent1"/>
              </a:buClr>
              <a:buSzPts val="1800"/>
              <a:buNone/>
              <a:defRPr/>
            </a:lvl5pPr>
            <a:lvl6pPr marL="2743200" lvl="5" indent="-228600" algn="l">
              <a:lnSpc>
                <a:spcPct val="100000"/>
              </a:lnSpc>
              <a:spcBef>
                <a:spcPts val="600"/>
              </a:spcBef>
              <a:spcAft>
                <a:spcPts val="0"/>
              </a:spcAft>
              <a:buClr>
                <a:schemeClr val="accent1"/>
              </a:buClr>
              <a:buSzPts val="1800"/>
              <a:buNone/>
              <a:defRPr/>
            </a:lvl6pPr>
            <a:lvl7pPr marL="3200400" lvl="6" indent="-342900" algn="l">
              <a:lnSpc>
                <a:spcPct val="100000"/>
              </a:lnSpc>
              <a:spcBef>
                <a:spcPts val="0"/>
              </a:spcBef>
              <a:spcAft>
                <a:spcPts val="0"/>
              </a:spcAft>
              <a:buClr>
                <a:schemeClr val="accent1"/>
              </a:buClr>
              <a:buSzPts val="1800"/>
              <a:buChar char="—"/>
              <a:defRPr/>
            </a:lvl7pPr>
            <a:lvl8pPr marL="3657600" lvl="7" indent="-342900" algn="l">
              <a:lnSpc>
                <a:spcPct val="100000"/>
              </a:lnSpc>
              <a:spcBef>
                <a:spcPts val="0"/>
              </a:spcBef>
              <a:spcAft>
                <a:spcPts val="0"/>
              </a:spcAft>
              <a:buClr>
                <a:schemeClr val="accent1"/>
              </a:buClr>
              <a:buSzPts val="1800"/>
              <a:buChar char="–"/>
              <a:defRPr/>
            </a:lvl8pPr>
            <a:lvl9pPr marL="4114800" lvl="8" indent="-342900" algn="l">
              <a:lnSpc>
                <a:spcPct val="100000"/>
              </a:lnSpc>
              <a:spcBef>
                <a:spcPts val="0"/>
              </a:spcBef>
              <a:spcAft>
                <a:spcPts val="0"/>
              </a:spcAft>
              <a:buClr>
                <a:schemeClr val="accent1"/>
              </a:buClr>
              <a:buSzPts val="1800"/>
              <a:buChar char="▪"/>
              <a:defRPr/>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matchingName="1_Titelfolie_TUD_weiß">
  <p:cSld name="1_Titelfolie_TUD_weiß">
    <p:spTree>
      <p:nvGrpSpPr>
        <p:cNvPr id="1" name="Shape 27"/>
        <p:cNvGrpSpPr/>
        <p:nvPr/>
      </p:nvGrpSpPr>
      <p:grpSpPr>
        <a:xfrm>
          <a:off x="0" y="0"/>
          <a:ext cx="0" cy="0"/>
          <a:chOff x="0" y="0"/>
          <a:chExt cx="0" cy="0"/>
        </a:xfrm>
      </p:grpSpPr>
      <p:sp>
        <p:nvSpPr>
          <p:cNvPr id="28" name="Google Shape;28;p16"/>
          <p:cNvSpPr txBox="1">
            <a:spLocks noGrp="1"/>
          </p:cNvSpPr>
          <p:nvPr>
            <p:ph type="body" idx="1"/>
          </p:nvPr>
        </p:nvSpPr>
        <p:spPr>
          <a:xfrm>
            <a:off x="882808" y="2852116"/>
            <a:ext cx="1692959" cy="246221"/>
          </a:xfrm>
          <a:prstGeom prst="rect">
            <a:avLst/>
          </a:prstGeom>
          <a:noFill/>
          <a:ln>
            <a:noFill/>
          </a:ln>
        </p:spPr>
        <p:txBody>
          <a:bodyPr spcFirstLastPara="1" wrap="square" lIns="0" tIns="0" rIns="0" bIns="0" anchor="t" anchorCtr="0">
            <a:spAutoFit/>
          </a:bodyPr>
          <a:lstStyle>
            <a:lvl1pPr marL="457200" lvl="0" indent="-228600" algn="l">
              <a:spcBef>
                <a:spcPts val="0"/>
              </a:spcBef>
              <a:spcAft>
                <a:spcPts val="0"/>
              </a:spcAft>
              <a:buClr>
                <a:schemeClr val="accent1"/>
              </a:buClr>
              <a:buSzPts val="1600"/>
              <a:buNone/>
              <a:defRPr sz="1600" b="1">
                <a:solidFill>
                  <a:schemeClr val="accent1"/>
                </a:solidFill>
              </a:defRPr>
            </a:lvl1pPr>
            <a:lvl2pPr marL="914400" lvl="1" indent="-228600" algn="l">
              <a:spcBef>
                <a:spcPts val="600"/>
              </a:spcBef>
              <a:spcAft>
                <a:spcPts val="0"/>
              </a:spcAft>
              <a:buClr>
                <a:schemeClr val="accent1"/>
              </a:buClr>
              <a:buSzPts val="1800"/>
              <a:buNone/>
              <a:defRPr/>
            </a:lvl2pPr>
            <a:lvl3pPr marL="1371600" lvl="2" indent="-342900" algn="l">
              <a:spcBef>
                <a:spcPts val="0"/>
              </a:spcBef>
              <a:spcAft>
                <a:spcPts val="0"/>
              </a:spcAft>
              <a:buClr>
                <a:schemeClr val="accent1"/>
              </a:buClr>
              <a:buSzPts val="1800"/>
              <a:buChar char="—"/>
              <a:defRPr/>
            </a:lvl3pPr>
            <a:lvl4pPr marL="1828800" lvl="3" indent="-342900" algn="l">
              <a:spcBef>
                <a:spcPts val="0"/>
              </a:spcBef>
              <a:spcAft>
                <a:spcPts val="0"/>
              </a:spcAft>
              <a:buClr>
                <a:schemeClr val="accent1"/>
              </a:buClr>
              <a:buSzPts val="1800"/>
              <a:buChar char="–"/>
              <a:defRPr/>
            </a:lvl4pPr>
            <a:lvl5pPr marL="2286000" lvl="4" indent="-228600" algn="l">
              <a:spcBef>
                <a:spcPts val="600"/>
              </a:spcBef>
              <a:spcAft>
                <a:spcPts val="0"/>
              </a:spcAft>
              <a:buClr>
                <a:schemeClr val="accent1"/>
              </a:buClr>
              <a:buSzPts val="1800"/>
              <a:buNone/>
              <a:defRPr/>
            </a:lvl5pPr>
            <a:lvl6pPr marL="2743200" lvl="5" indent="-228600" algn="l">
              <a:lnSpc>
                <a:spcPct val="100000"/>
              </a:lnSpc>
              <a:spcBef>
                <a:spcPts val="600"/>
              </a:spcBef>
              <a:spcAft>
                <a:spcPts val="0"/>
              </a:spcAft>
              <a:buClr>
                <a:schemeClr val="accent1"/>
              </a:buClr>
              <a:buSzPts val="1800"/>
              <a:buNone/>
              <a:defRPr/>
            </a:lvl6pPr>
            <a:lvl7pPr marL="3200400" lvl="6" indent="-342900" algn="l">
              <a:lnSpc>
                <a:spcPct val="100000"/>
              </a:lnSpc>
              <a:spcBef>
                <a:spcPts val="0"/>
              </a:spcBef>
              <a:spcAft>
                <a:spcPts val="0"/>
              </a:spcAft>
              <a:buClr>
                <a:schemeClr val="accent1"/>
              </a:buClr>
              <a:buSzPts val="1800"/>
              <a:buChar char="—"/>
              <a:defRPr/>
            </a:lvl7pPr>
            <a:lvl8pPr marL="3657600" lvl="7" indent="-342900" algn="l">
              <a:lnSpc>
                <a:spcPct val="100000"/>
              </a:lnSpc>
              <a:spcBef>
                <a:spcPts val="0"/>
              </a:spcBef>
              <a:spcAft>
                <a:spcPts val="0"/>
              </a:spcAft>
              <a:buClr>
                <a:schemeClr val="accent1"/>
              </a:buClr>
              <a:buSzPts val="1800"/>
              <a:buChar char="–"/>
              <a:defRPr/>
            </a:lvl8pPr>
            <a:lvl9pPr marL="4114800" lvl="8" indent="-342900" algn="l">
              <a:lnSpc>
                <a:spcPct val="100000"/>
              </a:lnSpc>
              <a:spcBef>
                <a:spcPts val="0"/>
              </a:spcBef>
              <a:spcAft>
                <a:spcPts val="0"/>
              </a:spcAft>
              <a:buClr>
                <a:schemeClr val="accent1"/>
              </a:buClr>
              <a:buSzPts val="1800"/>
              <a:buChar char="▪"/>
              <a:defRPr/>
            </a:lvl9pPr>
          </a:lstStyle>
          <a:p>
            <a:endParaRPr/>
          </a:p>
        </p:txBody>
      </p:sp>
      <p:sp>
        <p:nvSpPr>
          <p:cNvPr id="29" name="Google Shape;29;p16"/>
          <p:cNvSpPr txBox="1">
            <a:spLocks noGrp="1"/>
          </p:cNvSpPr>
          <p:nvPr>
            <p:ph type="title"/>
          </p:nvPr>
        </p:nvSpPr>
        <p:spPr>
          <a:xfrm>
            <a:off x="882771" y="3835706"/>
            <a:ext cx="3881437" cy="492443"/>
          </a:xfrm>
          <a:prstGeom prst="rect">
            <a:avLst/>
          </a:prstGeom>
          <a:noFill/>
          <a:ln>
            <a:noFill/>
          </a:ln>
        </p:spPr>
        <p:txBody>
          <a:bodyPr spcFirstLastPara="1" wrap="square" lIns="0" tIns="0" rIns="0" bIns="0" anchor="t" anchorCtr="0">
            <a:spAutoFit/>
          </a:bodyPr>
          <a:lstStyle>
            <a:lvl1pPr lvl="0" algn="l">
              <a:spcBef>
                <a:spcPts val="0"/>
              </a:spcBef>
              <a:spcAft>
                <a:spcPts val="0"/>
              </a:spcAft>
              <a:buClr>
                <a:schemeClr val="accent1"/>
              </a:buClr>
              <a:buSzPts val="3200"/>
              <a:buFont typeface="Open Sans"/>
              <a:buNone/>
              <a:defRPr sz="3200" b="1">
                <a:solidFill>
                  <a:schemeClr val="accen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0" name="Google Shape;30;p16"/>
          <p:cNvSpPr txBox="1">
            <a:spLocks noGrp="1"/>
          </p:cNvSpPr>
          <p:nvPr>
            <p:ph type="subTitle" idx="2"/>
          </p:nvPr>
        </p:nvSpPr>
        <p:spPr>
          <a:xfrm>
            <a:off x="882772" y="5028236"/>
            <a:ext cx="5981697" cy="246221"/>
          </a:xfrm>
          <a:prstGeom prst="rect">
            <a:avLst/>
          </a:prstGeom>
          <a:noFill/>
          <a:ln>
            <a:noFill/>
          </a:ln>
        </p:spPr>
        <p:txBody>
          <a:bodyPr spcFirstLastPara="1" wrap="square" lIns="0" tIns="0" rIns="0" bIns="0" anchor="t" anchorCtr="0">
            <a:spAutoFit/>
          </a:bodyPr>
          <a:lstStyle>
            <a:lvl1pPr lvl="0" algn="l">
              <a:spcBef>
                <a:spcPts val="600"/>
              </a:spcBef>
              <a:spcAft>
                <a:spcPts val="0"/>
              </a:spcAft>
              <a:buClr>
                <a:schemeClr val="accent1"/>
              </a:buClr>
              <a:buSzPts val="1600"/>
              <a:buNone/>
              <a:defRPr b="0">
                <a:solidFill>
                  <a:schemeClr val="accent1"/>
                </a:solidFill>
              </a:defRPr>
            </a:lvl1pPr>
            <a:lvl2pPr lvl="1" algn="ctr">
              <a:spcBef>
                <a:spcPts val="600"/>
              </a:spcBef>
              <a:spcAft>
                <a:spcPts val="0"/>
              </a:spcAft>
              <a:buClr>
                <a:srgbClr val="888888"/>
              </a:buClr>
              <a:buSzPts val="1600"/>
              <a:buNone/>
              <a:defRPr>
                <a:solidFill>
                  <a:srgbClr val="888888"/>
                </a:solidFill>
              </a:defRPr>
            </a:lvl2pPr>
            <a:lvl3pPr lvl="2" algn="ctr">
              <a:spcBef>
                <a:spcPts val="0"/>
              </a:spcBef>
              <a:spcAft>
                <a:spcPts val="0"/>
              </a:spcAft>
              <a:buClr>
                <a:srgbClr val="888888"/>
              </a:buClr>
              <a:buSzPts val="1600"/>
              <a:buNone/>
              <a:defRPr>
                <a:solidFill>
                  <a:srgbClr val="888888"/>
                </a:solidFill>
              </a:defRPr>
            </a:lvl3pPr>
            <a:lvl4pPr lvl="3" algn="ctr">
              <a:spcBef>
                <a:spcPts val="0"/>
              </a:spcBef>
              <a:spcAft>
                <a:spcPts val="0"/>
              </a:spcAft>
              <a:buClr>
                <a:srgbClr val="888888"/>
              </a:buClr>
              <a:buSzPts val="1600"/>
              <a:buNone/>
              <a:defRPr>
                <a:solidFill>
                  <a:srgbClr val="888888"/>
                </a:solidFill>
              </a:defRPr>
            </a:lvl4pPr>
            <a:lvl5pPr lvl="4" algn="ctr">
              <a:spcBef>
                <a:spcPts val="600"/>
              </a:spcBef>
              <a:spcAft>
                <a:spcPts val="0"/>
              </a:spcAft>
              <a:buClr>
                <a:srgbClr val="888888"/>
              </a:buClr>
              <a:buSzPts val="1400"/>
              <a:buNone/>
              <a:defRPr>
                <a:solidFill>
                  <a:srgbClr val="888888"/>
                </a:solidFill>
              </a:defRPr>
            </a:lvl5pPr>
            <a:lvl6pPr lvl="5" algn="ctr">
              <a:lnSpc>
                <a:spcPct val="100000"/>
              </a:lnSpc>
              <a:spcBef>
                <a:spcPts val="600"/>
              </a:spcBef>
              <a:spcAft>
                <a:spcPts val="0"/>
              </a:spcAft>
              <a:buClr>
                <a:srgbClr val="888888"/>
              </a:buClr>
              <a:buSzPts val="1400"/>
              <a:buNone/>
              <a:defRPr>
                <a:solidFill>
                  <a:srgbClr val="888888"/>
                </a:solidFill>
              </a:defRPr>
            </a:lvl6pPr>
            <a:lvl7pPr lvl="6" algn="ctr">
              <a:lnSpc>
                <a:spcPct val="100000"/>
              </a:lnSpc>
              <a:spcBef>
                <a:spcPts val="0"/>
              </a:spcBef>
              <a:spcAft>
                <a:spcPts val="0"/>
              </a:spcAft>
              <a:buClr>
                <a:srgbClr val="888888"/>
              </a:buClr>
              <a:buSzPts val="1400"/>
              <a:buNone/>
              <a:defRPr>
                <a:solidFill>
                  <a:srgbClr val="888888"/>
                </a:solidFill>
              </a:defRPr>
            </a:lvl7pPr>
            <a:lvl8pPr lvl="7" algn="ctr">
              <a:lnSpc>
                <a:spcPct val="100000"/>
              </a:lnSpc>
              <a:spcBef>
                <a:spcPts val="0"/>
              </a:spcBef>
              <a:spcAft>
                <a:spcPts val="0"/>
              </a:spcAft>
              <a:buClr>
                <a:srgbClr val="888888"/>
              </a:buClr>
              <a:buSzPts val="1400"/>
              <a:buNone/>
              <a:defRPr>
                <a:solidFill>
                  <a:srgbClr val="888888"/>
                </a:solidFill>
              </a:defRPr>
            </a:lvl8pPr>
            <a:lvl9pPr lvl="8" algn="ctr">
              <a:lnSpc>
                <a:spcPct val="100000"/>
              </a:lnSpc>
              <a:spcBef>
                <a:spcPts val="0"/>
              </a:spcBef>
              <a:spcAft>
                <a:spcPts val="0"/>
              </a:spcAft>
              <a:buClr>
                <a:srgbClr val="888888"/>
              </a:buClr>
              <a:buSzPts val="1400"/>
              <a:buNone/>
              <a:defRPr>
                <a:solidFill>
                  <a:srgbClr val="888888"/>
                </a:solidFill>
              </a:defRPr>
            </a:lvl9pPr>
          </a:lstStyle>
          <a:p>
            <a:endParaRPr/>
          </a:p>
        </p:txBody>
      </p:sp>
      <p:sp>
        <p:nvSpPr>
          <p:cNvPr id="31" name="Google Shape;31;p16"/>
          <p:cNvSpPr txBox="1">
            <a:spLocks noGrp="1"/>
          </p:cNvSpPr>
          <p:nvPr>
            <p:ph type="body" idx="3"/>
          </p:nvPr>
        </p:nvSpPr>
        <p:spPr>
          <a:xfrm>
            <a:off x="882808" y="3138045"/>
            <a:ext cx="3028966" cy="246221"/>
          </a:xfrm>
          <a:prstGeom prst="rect">
            <a:avLst/>
          </a:prstGeom>
          <a:noFill/>
          <a:ln>
            <a:noFill/>
          </a:ln>
        </p:spPr>
        <p:txBody>
          <a:bodyPr spcFirstLastPara="1" wrap="square" lIns="0" tIns="0" rIns="0" bIns="0" anchor="t" anchorCtr="0">
            <a:spAutoFit/>
          </a:bodyPr>
          <a:lstStyle>
            <a:lvl1pPr marL="457200" lvl="0" indent="-228600" algn="l">
              <a:spcBef>
                <a:spcPts val="0"/>
              </a:spcBef>
              <a:spcAft>
                <a:spcPts val="0"/>
              </a:spcAft>
              <a:buClr>
                <a:schemeClr val="accent1"/>
              </a:buClr>
              <a:buSzPts val="1600"/>
              <a:buNone/>
              <a:defRPr sz="1600" b="0">
                <a:solidFill>
                  <a:schemeClr val="accent1"/>
                </a:solidFill>
              </a:defRPr>
            </a:lvl1pPr>
            <a:lvl2pPr marL="914400" lvl="1" indent="-228600" algn="l">
              <a:spcBef>
                <a:spcPts val="600"/>
              </a:spcBef>
              <a:spcAft>
                <a:spcPts val="0"/>
              </a:spcAft>
              <a:buClr>
                <a:schemeClr val="accent1"/>
              </a:buClr>
              <a:buSzPts val="1800"/>
              <a:buNone/>
              <a:defRPr/>
            </a:lvl2pPr>
            <a:lvl3pPr marL="1371600" lvl="2" indent="-342900" algn="l">
              <a:spcBef>
                <a:spcPts val="0"/>
              </a:spcBef>
              <a:spcAft>
                <a:spcPts val="0"/>
              </a:spcAft>
              <a:buClr>
                <a:schemeClr val="accent1"/>
              </a:buClr>
              <a:buSzPts val="1800"/>
              <a:buChar char="—"/>
              <a:defRPr/>
            </a:lvl3pPr>
            <a:lvl4pPr marL="1828800" lvl="3" indent="-342900" algn="l">
              <a:spcBef>
                <a:spcPts val="0"/>
              </a:spcBef>
              <a:spcAft>
                <a:spcPts val="0"/>
              </a:spcAft>
              <a:buClr>
                <a:schemeClr val="accent1"/>
              </a:buClr>
              <a:buSzPts val="1800"/>
              <a:buChar char="–"/>
              <a:defRPr/>
            </a:lvl4pPr>
            <a:lvl5pPr marL="2286000" lvl="4" indent="-228600" algn="l">
              <a:spcBef>
                <a:spcPts val="600"/>
              </a:spcBef>
              <a:spcAft>
                <a:spcPts val="0"/>
              </a:spcAft>
              <a:buClr>
                <a:schemeClr val="accent1"/>
              </a:buClr>
              <a:buSzPts val="1800"/>
              <a:buNone/>
              <a:defRPr/>
            </a:lvl5pPr>
            <a:lvl6pPr marL="2743200" lvl="5" indent="-228600" algn="l">
              <a:lnSpc>
                <a:spcPct val="100000"/>
              </a:lnSpc>
              <a:spcBef>
                <a:spcPts val="600"/>
              </a:spcBef>
              <a:spcAft>
                <a:spcPts val="0"/>
              </a:spcAft>
              <a:buClr>
                <a:schemeClr val="accent1"/>
              </a:buClr>
              <a:buSzPts val="1800"/>
              <a:buNone/>
              <a:defRPr/>
            </a:lvl6pPr>
            <a:lvl7pPr marL="3200400" lvl="6" indent="-342900" algn="l">
              <a:lnSpc>
                <a:spcPct val="100000"/>
              </a:lnSpc>
              <a:spcBef>
                <a:spcPts val="0"/>
              </a:spcBef>
              <a:spcAft>
                <a:spcPts val="0"/>
              </a:spcAft>
              <a:buClr>
                <a:schemeClr val="accent1"/>
              </a:buClr>
              <a:buSzPts val="1800"/>
              <a:buChar char="—"/>
              <a:defRPr/>
            </a:lvl7pPr>
            <a:lvl8pPr marL="3657600" lvl="7" indent="-342900" algn="l">
              <a:lnSpc>
                <a:spcPct val="100000"/>
              </a:lnSpc>
              <a:spcBef>
                <a:spcPts val="0"/>
              </a:spcBef>
              <a:spcAft>
                <a:spcPts val="0"/>
              </a:spcAft>
              <a:buClr>
                <a:schemeClr val="accent1"/>
              </a:buClr>
              <a:buSzPts val="1800"/>
              <a:buChar char="–"/>
              <a:defRPr/>
            </a:lvl8pPr>
            <a:lvl9pPr marL="4114800" lvl="8" indent="-342900" algn="l">
              <a:lnSpc>
                <a:spcPct val="100000"/>
              </a:lnSpc>
              <a:spcBef>
                <a:spcPts val="0"/>
              </a:spcBef>
              <a:spcAft>
                <a:spcPts val="0"/>
              </a:spcAft>
              <a:buClr>
                <a:schemeClr val="accent1"/>
              </a:buClr>
              <a:buSzPts val="1800"/>
              <a:buChar char="▪"/>
              <a:defRPr/>
            </a:lvl9pPr>
          </a:lstStyle>
          <a:p>
            <a:endParaRPr/>
          </a:p>
        </p:txBody>
      </p:sp>
      <p:sp>
        <p:nvSpPr>
          <p:cNvPr id="32" name="Google Shape;32;p16"/>
          <p:cNvSpPr txBox="1">
            <a:spLocks noGrp="1"/>
          </p:cNvSpPr>
          <p:nvPr>
            <p:ph type="body" idx="4"/>
          </p:nvPr>
        </p:nvSpPr>
        <p:spPr>
          <a:xfrm>
            <a:off x="882770" y="4375609"/>
            <a:ext cx="4694293" cy="492443"/>
          </a:xfrm>
          <a:prstGeom prst="rect">
            <a:avLst/>
          </a:prstGeom>
          <a:noFill/>
          <a:ln>
            <a:noFill/>
          </a:ln>
        </p:spPr>
        <p:txBody>
          <a:bodyPr spcFirstLastPara="1" wrap="square" lIns="0" tIns="0" rIns="0" bIns="0" anchor="t" anchorCtr="0">
            <a:spAutoFit/>
          </a:bodyPr>
          <a:lstStyle>
            <a:lvl1pPr marL="457200" lvl="0" indent="-228600" algn="l">
              <a:spcBef>
                <a:spcPts val="600"/>
              </a:spcBef>
              <a:spcAft>
                <a:spcPts val="0"/>
              </a:spcAft>
              <a:buClr>
                <a:schemeClr val="accent1"/>
              </a:buClr>
              <a:buSzPts val="3200"/>
              <a:buNone/>
              <a:defRPr sz="3200" b="0">
                <a:solidFill>
                  <a:schemeClr val="accent1"/>
                </a:solidFill>
              </a:defRPr>
            </a:lvl1pPr>
            <a:lvl2pPr marL="914400" lvl="1" indent="-228600" algn="l">
              <a:spcBef>
                <a:spcPts val="600"/>
              </a:spcBef>
              <a:spcAft>
                <a:spcPts val="0"/>
              </a:spcAft>
              <a:buClr>
                <a:schemeClr val="accent1"/>
              </a:buClr>
              <a:buSzPts val="1800"/>
              <a:buNone/>
              <a:defRPr/>
            </a:lvl2pPr>
            <a:lvl3pPr marL="1371600" lvl="2" indent="-228600" algn="l">
              <a:spcBef>
                <a:spcPts val="0"/>
              </a:spcBef>
              <a:spcAft>
                <a:spcPts val="0"/>
              </a:spcAft>
              <a:buClr>
                <a:schemeClr val="accent1"/>
              </a:buClr>
              <a:buSzPts val="1600"/>
              <a:buNone/>
              <a:defRPr/>
            </a:lvl3pPr>
            <a:lvl4pPr marL="1828800" lvl="3" indent="-228600" algn="l">
              <a:spcBef>
                <a:spcPts val="0"/>
              </a:spcBef>
              <a:spcAft>
                <a:spcPts val="0"/>
              </a:spcAft>
              <a:buClr>
                <a:schemeClr val="accent1"/>
              </a:buClr>
              <a:buSzPts val="1600"/>
              <a:buNone/>
              <a:defRPr/>
            </a:lvl4pPr>
            <a:lvl5pPr marL="2286000" lvl="4" indent="-228600" algn="l">
              <a:spcBef>
                <a:spcPts val="600"/>
              </a:spcBef>
              <a:spcAft>
                <a:spcPts val="0"/>
              </a:spcAft>
              <a:buClr>
                <a:schemeClr val="accent1"/>
              </a:buClr>
              <a:buSzPts val="1800"/>
              <a:buNone/>
              <a:defRPr/>
            </a:lvl5pPr>
            <a:lvl6pPr marL="2743200" lvl="5" indent="-228600" algn="l">
              <a:lnSpc>
                <a:spcPct val="100000"/>
              </a:lnSpc>
              <a:spcBef>
                <a:spcPts val="600"/>
              </a:spcBef>
              <a:spcAft>
                <a:spcPts val="0"/>
              </a:spcAft>
              <a:buClr>
                <a:schemeClr val="accent1"/>
              </a:buClr>
              <a:buSzPts val="1800"/>
              <a:buNone/>
              <a:defRPr/>
            </a:lvl6pPr>
            <a:lvl7pPr marL="3200400" lvl="6" indent="-342900" algn="l">
              <a:lnSpc>
                <a:spcPct val="100000"/>
              </a:lnSpc>
              <a:spcBef>
                <a:spcPts val="0"/>
              </a:spcBef>
              <a:spcAft>
                <a:spcPts val="0"/>
              </a:spcAft>
              <a:buClr>
                <a:schemeClr val="accent1"/>
              </a:buClr>
              <a:buSzPts val="1800"/>
              <a:buChar char="—"/>
              <a:defRPr/>
            </a:lvl7pPr>
            <a:lvl8pPr marL="3657600" lvl="7" indent="-342900" algn="l">
              <a:lnSpc>
                <a:spcPct val="100000"/>
              </a:lnSpc>
              <a:spcBef>
                <a:spcPts val="0"/>
              </a:spcBef>
              <a:spcAft>
                <a:spcPts val="0"/>
              </a:spcAft>
              <a:buClr>
                <a:schemeClr val="accent1"/>
              </a:buClr>
              <a:buSzPts val="1800"/>
              <a:buChar char="–"/>
              <a:defRPr/>
            </a:lvl8pPr>
            <a:lvl9pPr marL="4114800" lvl="8" indent="-342900" algn="l">
              <a:lnSpc>
                <a:spcPct val="100000"/>
              </a:lnSpc>
              <a:spcBef>
                <a:spcPts val="0"/>
              </a:spcBef>
              <a:spcAft>
                <a:spcPts val="0"/>
              </a:spcAft>
              <a:buClr>
                <a:schemeClr val="accent1"/>
              </a:buClr>
              <a:buSzPts val="1800"/>
              <a:buChar char="▪"/>
              <a:defRPr/>
            </a:lvl9pPr>
          </a:lstStyle>
          <a:p>
            <a:endParaRPr/>
          </a:p>
        </p:txBody>
      </p:sp>
      <p:sp>
        <p:nvSpPr>
          <p:cNvPr id="33" name="Google Shape;33;p16"/>
          <p:cNvSpPr txBox="1">
            <a:spLocks noGrp="1"/>
          </p:cNvSpPr>
          <p:nvPr>
            <p:ph type="body" idx="5"/>
          </p:nvPr>
        </p:nvSpPr>
        <p:spPr>
          <a:xfrm>
            <a:off x="882808" y="5312641"/>
            <a:ext cx="4602029" cy="246221"/>
          </a:xfrm>
          <a:prstGeom prst="rect">
            <a:avLst/>
          </a:prstGeom>
          <a:noFill/>
          <a:ln>
            <a:noFill/>
          </a:ln>
        </p:spPr>
        <p:txBody>
          <a:bodyPr spcFirstLastPara="1" wrap="square" lIns="0" tIns="0" rIns="0" bIns="0" anchor="t" anchorCtr="0">
            <a:spAutoFit/>
          </a:bodyPr>
          <a:lstStyle>
            <a:lvl1pPr marL="457200" lvl="0" indent="-228600" algn="l">
              <a:spcBef>
                <a:spcPts val="600"/>
              </a:spcBef>
              <a:spcAft>
                <a:spcPts val="0"/>
              </a:spcAft>
              <a:buClr>
                <a:schemeClr val="accent1"/>
              </a:buClr>
              <a:buSzPts val="1600"/>
              <a:buNone/>
              <a:defRPr b="0">
                <a:solidFill>
                  <a:schemeClr val="accent1"/>
                </a:solidFill>
              </a:defRPr>
            </a:lvl1pPr>
            <a:lvl2pPr marL="914400" lvl="1" indent="-228600" algn="l">
              <a:spcBef>
                <a:spcPts val="600"/>
              </a:spcBef>
              <a:spcAft>
                <a:spcPts val="0"/>
              </a:spcAft>
              <a:buClr>
                <a:schemeClr val="accent1"/>
              </a:buClr>
              <a:buSzPts val="1800"/>
              <a:buNone/>
              <a:defRPr/>
            </a:lvl2pPr>
            <a:lvl3pPr marL="1371600" lvl="2" indent="-342900" algn="l">
              <a:spcBef>
                <a:spcPts val="0"/>
              </a:spcBef>
              <a:spcAft>
                <a:spcPts val="0"/>
              </a:spcAft>
              <a:buClr>
                <a:schemeClr val="accent1"/>
              </a:buClr>
              <a:buSzPts val="1800"/>
              <a:buChar char="—"/>
              <a:defRPr/>
            </a:lvl3pPr>
            <a:lvl4pPr marL="1828800" lvl="3" indent="-342900" algn="l">
              <a:spcBef>
                <a:spcPts val="0"/>
              </a:spcBef>
              <a:spcAft>
                <a:spcPts val="0"/>
              </a:spcAft>
              <a:buClr>
                <a:schemeClr val="accent1"/>
              </a:buClr>
              <a:buSzPts val="1800"/>
              <a:buChar char="–"/>
              <a:defRPr/>
            </a:lvl4pPr>
            <a:lvl5pPr marL="2286000" lvl="4" indent="-228600" algn="l">
              <a:spcBef>
                <a:spcPts val="600"/>
              </a:spcBef>
              <a:spcAft>
                <a:spcPts val="0"/>
              </a:spcAft>
              <a:buClr>
                <a:schemeClr val="accent1"/>
              </a:buClr>
              <a:buSzPts val="1800"/>
              <a:buNone/>
              <a:defRPr/>
            </a:lvl5pPr>
            <a:lvl6pPr marL="2743200" lvl="5" indent="-228600" algn="l">
              <a:lnSpc>
                <a:spcPct val="100000"/>
              </a:lnSpc>
              <a:spcBef>
                <a:spcPts val="600"/>
              </a:spcBef>
              <a:spcAft>
                <a:spcPts val="0"/>
              </a:spcAft>
              <a:buClr>
                <a:schemeClr val="accent1"/>
              </a:buClr>
              <a:buSzPts val="1800"/>
              <a:buNone/>
              <a:defRPr/>
            </a:lvl6pPr>
            <a:lvl7pPr marL="3200400" lvl="6" indent="-342900" algn="l">
              <a:lnSpc>
                <a:spcPct val="100000"/>
              </a:lnSpc>
              <a:spcBef>
                <a:spcPts val="0"/>
              </a:spcBef>
              <a:spcAft>
                <a:spcPts val="0"/>
              </a:spcAft>
              <a:buClr>
                <a:schemeClr val="accent1"/>
              </a:buClr>
              <a:buSzPts val="1800"/>
              <a:buChar char="—"/>
              <a:defRPr/>
            </a:lvl7pPr>
            <a:lvl8pPr marL="3657600" lvl="7" indent="-342900" algn="l">
              <a:lnSpc>
                <a:spcPct val="100000"/>
              </a:lnSpc>
              <a:spcBef>
                <a:spcPts val="0"/>
              </a:spcBef>
              <a:spcAft>
                <a:spcPts val="0"/>
              </a:spcAft>
              <a:buClr>
                <a:schemeClr val="accent1"/>
              </a:buClr>
              <a:buSzPts val="1800"/>
              <a:buChar char="–"/>
              <a:defRPr/>
            </a:lvl8pPr>
            <a:lvl9pPr marL="4114800" lvl="8" indent="-342900" algn="l">
              <a:lnSpc>
                <a:spcPct val="100000"/>
              </a:lnSpc>
              <a:spcBef>
                <a:spcPts val="0"/>
              </a:spcBef>
              <a:spcAft>
                <a:spcPts val="0"/>
              </a:spcAft>
              <a:buClr>
                <a:schemeClr val="accent1"/>
              </a:buClr>
              <a:buSzPts val="1800"/>
              <a:buChar char="▪"/>
              <a:defRPr/>
            </a:lvl9pPr>
          </a:lstStyle>
          <a:p>
            <a:endParaRPr/>
          </a:p>
        </p:txBody>
      </p:sp>
      <p:pic>
        <p:nvPicPr>
          <p:cNvPr id="34" name="Google Shape;34;p16" descr="Logo. Acht unregelmäßige Dreiecksflächen sind, im Uhrzeigersinn einen Farbverlauf von dunkelblau bis hellgrün ergebend, zu einem regelmäßig achteckigen Ring angeordnet. Links daneben zweizeilig der Schriftzug &quot;DRESDEN concept" title="Logo Dresden concept"/>
          <p:cNvPicPr preferRelativeResize="0"/>
          <p:nvPr/>
        </p:nvPicPr>
        <p:blipFill rotWithShape="1">
          <a:blip r:embed="rId2">
            <a:alphaModFix/>
          </a:blip>
          <a:srcRect/>
          <a:stretch/>
        </p:blipFill>
        <p:spPr>
          <a:xfrm>
            <a:off x="10406348" y="321077"/>
            <a:ext cx="1468046" cy="548987"/>
          </a:xfrm>
          <a:prstGeom prst="rect">
            <a:avLst/>
          </a:prstGeom>
          <a:noFill/>
          <a:ln>
            <a:noFill/>
          </a:ln>
        </p:spPr>
      </p:pic>
      <p:pic>
        <p:nvPicPr>
          <p:cNvPr id="35" name="Google Shape;35;p16" descr="Logo. Schriftzug &quot;Technische Universität Dresden&quot;. Links davon befindet sich ein Achteck, das in zwei Bereiche aufgeteilt ist, die zusammen die Buchstaben &quot;T&quot; und &quot;U&quot; ergeben." title="Logo der TU Dresden"/>
          <p:cNvPicPr preferRelativeResize="0"/>
          <p:nvPr/>
        </p:nvPicPr>
        <p:blipFill rotWithShape="1">
          <a:blip r:embed="rId3">
            <a:alphaModFix/>
          </a:blip>
          <a:srcRect/>
          <a:stretch/>
        </p:blipFill>
        <p:spPr>
          <a:xfrm>
            <a:off x="290304" y="348373"/>
            <a:ext cx="1764000" cy="514800"/>
          </a:xfrm>
          <a:prstGeom prst="rect">
            <a:avLst/>
          </a:prstGeom>
          <a:noFill/>
          <a:ln>
            <a:noFill/>
          </a:ln>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2_Titel und ein Inhalt">
  <p:cSld name="2_Titel und ein Inhalt">
    <p:spTree>
      <p:nvGrpSpPr>
        <p:cNvPr id="1" name="Shape 36"/>
        <p:cNvGrpSpPr/>
        <p:nvPr/>
      </p:nvGrpSpPr>
      <p:grpSpPr>
        <a:xfrm>
          <a:off x="0" y="0"/>
          <a:ext cx="0" cy="0"/>
          <a:chOff x="0" y="0"/>
          <a:chExt cx="0" cy="0"/>
        </a:xfrm>
      </p:grpSpPr>
      <p:sp>
        <p:nvSpPr>
          <p:cNvPr id="37" name="Google Shape;37;p17"/>
          <p:cNvSpPr txBox="1">
            <a:spLocks noGrp="1"/>
          </p:cNvSpPr>
          <p:nvPr>
            <p:ph type="title"/>
          </p:nvPr>
        </p:nvSpPr>
        <p:spPr>
          <a:xfrm>
            <a:off x="874712" y="346075"/>
            <a:ext cx="10580687" cy="684213"/>
          </a:xfrm>
          <a:prstGeom prst="rect">
            <a:avLst/>
          </a:prstGeom>
          <a:noFill/>
          <a:ln>
            <a:noFill/>
          </a:ln>
        </p:spPr>
        <p:txBody>
          <a:bodyPr spcFirstLastPara="1" wrap="square" lIns="0" tIns="0" rIns="0" bIns="0" anchor="t" anchorCtr="0">
            <a:noAutofit/>
          </a:bodyPr>
          <a:lstStyle>
            <a:lvl1pPr lvl="0" algn="l">
              <a:spcBef>
                <a:spcPts val="0"/>
              </a:spcBef>
              <a:spcAft>
                <a:spcPts val="0"/>
              </a:spcAft>
              <a:buClr>
                <a:schemeClr val="accent1"/>
              </a:buClr>
              <a:buSzPts val="2400"/>
              <a:buFont typeface="Open Sans"/>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8" name="Google Shape;38;p17"/>
          <p:cNvSpPr txBox="1">
            <a:spLocks noGrp="1"/>
          </p:cNvSpPr>
          <p:nvPr>
            <p:ph type="body" idx="1"/>
          </p:nvPr>
        </p:nvSpPr>
        <p:spPr>
          <a:xfrm>
            <a:off x="874711" y="1484313"/>
            <a:ext cx="10580688" cy="4344987"/>
          </a:xfrm>
          <a:prstGeom prst="rect">
            <a:avLst/>
          </a:prstGeom>
          <a:noFill/>
          <a:ln>
            <a:noFill/>
          </a:ln>
        </p:spPr>
        <p:txBody>
          <a:bodyPr spcFirstLastPara="1" wrap="square" lIns="0" tIns="0" rIns="0" bIns="0" anchor="t" anchorCtr="0">
            <a:noAutofit/>
          </a:bodyPr>
          <a:lstStyle>
            <a:lvl1pPr marL="457200" lvl="0" indent="-228600" algn="l">
              <a:spcBef>
                <a:spcPts val="1200"/>
              </a:spcBef>
              <a:spcAft>
                <a:spcPts val="0"/>
              </a:spcAft>
              <a:buClr>
                <a:schemeClr val="accent1"/>
              </a:buClr>
              <a:buSzPts val="1600"/>
              <a:buNone/>
              <a:defRPr/>
            </a:lvl1pPr>
            <a:lvl2pPr marL="914400" lvl="1" indent="-228600" algn="l">
              <a:spcBef>
                <a:spcPts val="600"/>
              </a:spcBef>
              <a:spcAft>
                <a:spcPts val="0"/>
              </a:spcAft>
              <a:buClr>
                <a:schemeClr val="accent1"/>
              </a:buClr>
              <a:buSzPts val="1800"/>
              <a:buNone/>
              <a:defRPr/>
            </a:lvl2pPr>
            <a:lvl3pPr marL="1371600" lvl="2" indent="-330200" algn="l">
              <a:spcBef>
                <a:spcPts val="1200"/>
              </a:spcBef>
              <a:spcAft>
                <a:spcPts val="0"/>
              </a:spcAft>
              <a:buClr>
                <a:schemeClr val="accent1"/>
              </a:buClr>
              <a:buSzPts val="1600"/>
              <a:buChar char="—"/>
              <a:defRPr/>
            </a:lvl3pPr>
            <a:lvl4pPr marL="1828800" lvl="3" indent="-342900" algn="l">
              <a:spcBef>
                <a:spcPts val="0"/>
              </a:spcBef>
              <a:spcAft>
                <a:spcPts val="0"/>
              </a:spcAft>
              <a:buClr>
                <a:schemeClr val="accent1"/>
              </a:buClr>
              <a:buSzPts val="1800"/>
              <a:buChar char="–"/>
              <a:defRPr/>
            </a:lvl4pPr>
            <a:lvl5pPr marL="2286000" lvl="4" indent="-228600" algn="l">
              <a:spcBef>
                <a:spcPts val="600"/>
              </a:spcBef>
              <a:spcAft>
                <a:spcPts val="0"/>
              </a:spcAft>
              <a:buClr>
                <a:schemeClr val="accent1"/>
              </a:buClr>
              <a:buSzPts val="1800"/>
              <a:buNone/>
              <a:defRPr/>
            </a:lvl5pPr>
            <a:lvl6pPr marL="2743200" lvl="5" indent="-228600" algn="l">
              <a:lnSpc>
                <a:spcPct val="100000"/>
              </a:lnSpc>
              <a:spcBef>
                <a:spcPts val="600"/>
              </a:spcBef>
              <a:spcAft>
                <a:spcPts val="0"/>
              </a:spcAft>
              <a:buClr>
                <a:schemeClr val="accent1"/>
              </a:buClr>
              <a:buSzPts val="1800"/>
              <a:buNone/>
              <a:defRPr/>
            </a:lvl6pPr>
            <a:lvl7pPr marL="3200400" lvl="6" indent="-342900" algn="l">
              <a:lnSpc>
                <a:spcPct val="100000"/>
              </a:lnSpc>
              <a:spcBef>
                <a:spcPts val="0"/>
              </a:spcBef>
              <a:spcAft>
                <a:spcPts val="0"/>
              </a:spcAft>
              <a:buClr>
                <a:schemeClr val="accent1"/>
              </a:buClr>
              <a:buSzPts val="1800"/>
              <a:buChar char="—"/>
              <a:defRPr/>
            </a:lvl7pPr>
            <a:lvl8pPr marL="3657600" lvl="7" indent="-342900" algn="l">
              <a:lnSpc>
                <a:spcPct val="100000"/>
              </a:lnSpc>
              <a:spcBef>
                <a:spcPts val="0"/>
              </a:spcBef>
              <a:spcAft>
                <a:spcPts val="0"/>
              </a:spcAft>
              <a:buClr>
                <a:schemeClr val="accent1"/>
              </a:buClr>
              <a:buSzPts val="1800"/>
              <a:buChar char="–"/>
              <a:defRPr/>
            </a:lvl8pPr>
            <a:lvl9pPr marL="4114800" lvl="8" indent="-342900" algn="l">
              <a:lnSpc>
                <a:spcPct val="100000"/>
              </a:lnSpc>
              <a:spcBef>
                <a:spcPts val="0"/>
              </a:spcBef>
              <a:spcAft>
                <a:spcPts val="0"/>
              </a:spcAft>
              <a:buClr>
                <a:schemeClr val="accent1"/>
              </a:buClr>
              <a:buSzPts val="1800"/>
              <a:buChar char="▪"/>
              <a:defRPr/>
            </a:lvl9pPr>
          </a:lstStyle>
          <a:p>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2_Titel und 2 Inhalte_">
  <p:cSld name="2_Titel und 2 Inhalte_">
    <p:spTree>
      <p:nvGrpSpPr>
        <p:cNvPr id="1" name="Shape 39"/>
        <p:cNvGrpSpPr/>
        <p:nvPr/>
      </p:nvGrpSpPr>
      <p:grpSpPr>
        <a:xfrm>
          <a:off x="0" y="0"/>
          <a:ext cx="0" cy="0"/>
          <a:chOff x="0" y="0"/>
          <a:chExt cx="0" cy="0"/>
        </a:xfrm>
      </p:grpSpPr>
      <p:sp>
        <p:nvSpPr>
          <p:cNvPr id="40" name="Google Shape;40;p18"/>
          <p:cNvSpPr txBox="1">
            <a:spLocks noGrp="1"/>
          </p:cNvSpPr>
          <p:nvPr>
            <p:ph type="title"/>
          </p:nvPr>
        </p:nvSpPr>
        <p:spPr>
          <a:xfrm>
            <a:off x="874712" y="346075"/>
            <a:ext cx="10580687" cy="684213"/>
          </a:xfrm>
          <a:prstGeom prst="rect">
            <a:avLst/>
          </a:prstGeom>
          <a:noFill/>
          <a:ln>
            <a:noFill/>
          </a:ln>
        </p:spPr>
        <p:txBody>
          <a:bodyPr spcFirstLastPara="1" wrap="square" lIns="0" tIns="0" rIns="0" bIns="0" anchor="t" anchorCtr="0">
            <a:noAutofit/>
          </a:bodyPr>
          <a:lstStyle>
            <a:lvl1pPr lvl="0" algn="l">
              <a:spcBef>
                <a:spcPts val="0"/>
              </a:spcBef>
              <a:spcAft>
                <a:spcPts val="0"/>
              </a:spcAft>
              <a:buClr>
                <a:schemeClr val="accent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1" name="Google Shape;41;p18"/>
          <p:cNvSpPr txBox="1">
            <a:spLocks noGrp="1"/>
          </p:cNvSpPr>
          <p:nvPr>
            <p:ph type="body" idx="1"/>
          </p:nvPr>
        </p:nvSpPr>
        <p:spPr>
          <a:xfrm>
            <a:off x="874713" y="1481138"/>
            <a:ext cx="5195887" cy="4360862"/>
          </a:xfrm>
          <a:prstGeom prst="rect">
            <a:avLst/>
          </a:prstGeom>
          <a:noFill/>
          <a:ln>
            <a:noFill/>
          </a:ln>
        </p:spPr>
        <p:txBody>
          <a:bodyPr spcFirstLastPara="1" wrap="square" lIns="0" tIns="0" rIns="0" bIns="0" anchor="t" anchorCtr="0">
            <a:noAutofit/>
          </a:bodyPr>
          <a:lstStyle>
            <a:lvl1pPr marL="457200" lvl="0" indent="-228600" algn="l">
              <a:spcBef>
                <a:spcPts val="600"/>
              </a:spcBef>
              <a:spcAft>
                <a:spcPts val="0"/>
              </a:spcAft>
              <a:buClr>
                <a:schemeClr val="accent1"/>
              </a:buClr>
              <a:buSzPts val="1800"/>
              <a:buNone/>
              <a:defRPr/>
            </a:lvl1pPr>
            <a:lvl2pPr marL="914400" lvl="1" indent="-228600" algn="l">
              <a:spcBef>
                <a:spcPts val="600"/>
              </a:spcBef>
              <a:spcAft>
                <a:spcPts val="0"/>
              </a:spcAft>
              <a:buClr>
                <a:schemeClr val="accent1"/>
              </a:buClr>
              <a:buSzPts val="1800"/>
              <a:buNone/>
              <a:defRPr/>
            </a:lvl2pPr>
            <a:lvl3pPr marL="1371600" lvl="2" indent="-342900" algn="l">
              <a:spcBef>
                <a:spcPts val="0"/>
              </a:spcBef>
              <a:spcAft>
                <a:spcPts val="0"/>
              </a:spcAft>
              <a:buClr>
                <a:schemeClr val="accent1"/>
              </a:buClr>
              <a:buSzPts val="1800"/>
              <a:buChar char="—"/>
              <a:defRPr/>
            </a:lvl3pPr>
            <a:lvl4pPr marL="1828800" lvl="3" indent="-342900" algn="l">
              <a:spcBef>
                <a:spcPts val="0"/>
              </a:spcBef>
              <a:spcAft>
                <a:spcPts val="0"/>
              </a:spcAft>
              <a:buClr>
                <a:schemeClr val="accent1"/>
              </a:buClr>
              <a:buSzPts val="1800"/>
              <a:buChar char="–"/>
              <a:defRPr/>
            </a:lvl4pPr>
            <a:lvl5pPr marL="2286000" lvl="4" indent="-228600" algn="l">
              <a:spcBef>
                <a:spcPts val="600"/>
              </a:spcBef>
              <a:spcAft>
                <a:spcPts val="0"/>
              </a:spcAft>
              <a:buClr>
                <a:schemeClr val="accent1"/>
              </a:buClr>
              <a:buSzPts val="1800"/>
              <a:buNone/>
              <a:defRPr/>
            </a:lvl5pPr>
            <a:lvl6pPr marL="2743200" lvl="5" indent="-228600" algn="l">
              <a:lnSpc>
                <a:spcPct val="100000"/>
              </a:lnSpc>
              <a:spcBef>
                <a:spcPts val="600"/>
              </a:spcBef>
              <a:spcAft>
                <a:spcPts val="0"/>
              </a:spcAft>
              <a:buClr>
                <a:schemeClr val="accent1"/>
              </a:buClr>
              <a:buSzPts val="1800"/>
              <a:buNone/>
              <a:defRPr/>
            </a:lvl6pPr>
            <a:lvl7pPr marL="3200400" lvl="6" indent="-342900" algn="l">
              <a:lnSpc>
                <a:spcPct val="100000"/>
              </a:lnSpc>
              <a:spcBef>
                <a:spcPts val="0"/>
              </a:spcBef>
              <a:spcAft>
                <a:spcPts val="0"/>
              </a:spcAft>
              <a:buClr>
                <a:schemeClr val="accent1"/>
              </a:buClr>
              <a:buSzPts val="1800"/>
              <a:buChar char="—"/>
              <a:defRPr/>
            </a:lvl7pPr>
            <a:lvl8pPr marL="3657600" lvl="7" indent="-342900" algn="l">
              <a:lnSpc>
                <a:spcPct val="100000"/>
              </a:lnSpc>
              <a:spcBef>
                <a:spcPts val="0"/>
              </a:spcBef>
              <a:spcAft>
                <a:spcPts val="0"/>
              </a:spcAft>
              <a:buClr>
                <a:schemeClr val="accent1"/>
              </a:buClr>
              <a:buSzPts val="1800"/>
              <a:buChar char="–"/>
              <a:defRPr/>
            </a:lvl8pPr>
            <a:lvl9pPr marL="4114800" lvl="8" indent="-342900" algn="l">
              <a:lnSpc>
                <a:spcPct val="100000"/>
              </a:lnSpc>
              <a:spcBef>
                <a:spcPts val="0"/>
              </a:spcBef>
              <a:spcAft>
                <a:spcPts val="0"/>
              </a:spcAft>
              <a:buClr>
                <a:schemeClr val="accent1"/>
              </a:buClr>
              <a:buSzPts val="1800"/>
              <a:buChar char="▪"/>
              <a:defRPr/>
            </a:lvl9pPr>
          </a:lstStyle>
          <a:p>
            <a:endParaRPr/>
          </a:p>
        </p:txBody>
      </p:sp>
      <p:sp>
        <p:nvSpPr>
          <p:cNvPr id="42" name="Google Shape;42;p18"/>
          <p:cNvSpPr txBox="1">
            <a:spLocks noGrp="1"/>
          </p:cNvSpPr>
          <p:nvPr>
            <p:ph type="body" idx="2"/>
          </p:nvPr>
        </p:nvSpPr>
        <p:spPr>
          <a:xfrm>
            <a:off x="6267450" y="1481138"/>
            <a:ext cx="5195887" cy="4360862"/>
          </a:xfrm>
          <a:prstGeom prst="rect">
            <a:avLst/>
          </a:prstGeom>
          <a:noFill/>
          <a:ln>
            <a:noFill/>
          </a:ln>
        </p:spPr>
        <p:txBody>
          <a:bodyPr spcFirstLastPara="1" wrap="square" lIns="0" tIns="0" rIns="0" bIns="0" anchor="t" anchorCtr="0">
            <a:noAutofit/>
          </a:bodyPr>
          <a:lstStyle>
            <a:lvl1pPr marL="457200" lvl="0" indent="-228600" algn="l">
              <a:spcBef>
                <a:spcPts val="600"/>
              </a:spcBef>
              <a:spcAft>
                <a:spcPts val="0"/>
              </a:spcAft>
              <a:buClr>
                <a:schemeClr val="accent1"/>
              </a:buClr>
              <a:buSzPts val="1800"/>
              <a:buNone/>
              <a:defRPr/>
            </a:lvl1pPr>
            <a:lvl2pPr marL="914400" lvl="1" indent="-228600" algn="l">
              <a:spcBef>
                <a:spcPts val="600"/>
              </a:spcBef>
              <a:spcAft>
                <a:spcPts val="0"/>
              </a:spcAft>
              <a:buClr>
                <a:schemeClr val="accent1"/>
              </a:buClr>
              <a:buSzPts val="1800"/>
              <a:buNone/>
              <a:defRPr/>
            </a:lvl2pPr>
            <a:lvl3pPr marL="1371600" lvl="2" indent="-342900" algn="l">
              <a:spcBef>
                <a:spcPts val="0"/>
              </a:spcBef>
              <a:spcAft>
                <a:spcPts val="0"/>
              </a:spcAft>
              <a:buClr>
                <a:schemeClr val="accent1"/>
              </a:buClr>
              <a:buSzPts val="1800"/>
              <a:buChar char="—"/>
              <a:defRPr/>
            </a:lvl3pPr>
            <a:lvl4pPr marL="1828800" lvl="3" indent="-342900" algn="l">
              <a:spcBef>
                <a:spcPts val="0"/>
              </a:spcBef>
              <a:spcAft>
                <a:spcPts val="0"/>
              </a:spcAft>
              <a:buClr>
                <a:schemeClr val="accent1"/>
              </a:buClr>
              <a:buSzPts val="1800"/>
              <a:buChar char="–"/>
              <a:defRPr/>
            </a:lvl4pPr>
            <a:lvl5pPr marL="2286000" lvl="4" indent="-228600" algn="l">
              <a:spcBef>
                <a:spcPts val="600"/>
              </a:spcBef>
              <a:spcAft>
                <a:spcPts val="0"/>
              </a:spcAft>
              <a:buClr>
                <a:schemeClr val="accent1"/>
              </a:buClr>
              <a:buSzPts val="1800"/>
              <a:buNone/>
              <a:defRPr/>
            </a:lvl5pPr>
            <a:lvl6pPr marL="2743200" lvl="5" indent="-228600" algn="l">
              <a:lnSpc>
                <a:spcPct val="100000"/>
              </a:lnSpc>
              <a:spcBef>
                <a:spcPts val="600"/>
              </a:spcBef>
              <a:spcAft>
                <a:spcPts val="0"/>
              </a:spcAft>
              <a:buClr>
                <a:schemeClr val="accent1"/>
              </a:buClr>
              <a:buSzPts val="1800"/>
              <a:buNone/>
              <a:defRPr/>
            </a:lvl6pPr>
            <a:lvl7pPr marL="3200400" lvl="6" indent="-342900" algn="l">
              <a:lnSpc>
                <a:spcPct val="100000"/>
              </a:lnSpc>
              <a:spcBef>
                <a:spcPts val="0"/>
              </a:spcBef>
              <a:spcAft>
                <a:spcPts val="0"/>
              </a:spcAft>
              <a:buClr>
                <a:schemeClr val="accent1"/>
              </a:buClr>
              <a:buSzPts val="1800"/>
              <a:buChar char="—"/>
              <a:defRPr/>
            </a:lvl7pPr>
            <a:lvl8pPr marL="3657600" lvl="7" indent="-342900" algn="l">
              <a:lnSpc>
                <a:spcPct val="100000"/>
              </a:lnSpc>
              <a:spcBef>
                <a:spcPts val="0"/>
              </a:spcBef>
              <a:spcAft>
                <a:spcPts val="0"/>
              </a:spcAft>
              <a:buClr>
                <a:schemeClr val="accent1"/>
              </a:buClr>
              <a:buSzPts val="1800"/>
              <a:buChar char="–"/>
              <a:defRPr/>
            </a:lvl8pPr>
            <a:lvl9pPr marL="4114800" lvl="8" indent="-342900" algn="l">
              <a:lnSpc>
                <a:spcPct val="100000"/>
              </a:lnSpc>
              <a:spcBef>
                <a:spcPts val="0"/>
              </a:spcBef>
              <a:spcAft>
                <a:spcPts val="0"/>
              </a:spcAft>
              <a:buClr>
                <a:schemeClr val="accent1"/>
              </a:buClr>
              <a:buSzPts val="1800"/>
              <a:buChar char="▪"/>
              <a:defRPr/>
            </a:lvl9pPr>
          </a:lstStyle>
          <a:p>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matchingName="1_Titelfolie_TUD_blau">
  <p:cSld name="1_Titelfolie_TUD_blau">
    <p:spTree>
      <p:nvGrpSpPr>
        <p:cNvPr id="1" name="Shape 43"/>
        <p:cNvGrpSpPr/>
        <p:nvPr/>
      </p:nvGrpSpPr>
      <p:grpSpPr>
        <a:xfrm>
          <a:off x="0" y="0"/>
          <a:ext cx="0" cy="0"/>
          <a:chOff x="0" y="0"/>
          <a:chExt cx="0" cy="0"/>
        </a:xfrm>
      </p:grpSpPr>
      <p:sp>
        <p:nvSpPr>
          <p:cNvPr id="44" name="Google Shape;44;p19"/>
          <p:cNvSpPr/>
          <p:nvPr/>
        </p:nvSpPr>
        <p:spPr>
          <a:xfrm>
            <a:off x="0" y="0"/>
            <a:ext cx="12192000" cy="6858001"/>
          </a:xfrm>
          <a:prstGeom prst="rect">
            <a:avLst/>
          </a:prstGeom>
          <a:solidFill>
            <a:schemeClr val="accen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Open Sans"/>
              <a:ea typeface="Open Sans"/>
              <a:cs typeface="Open Sans"/>
              <a:sym typeface="Open Sans"/>
            </a:endParaRPr>
          </a:p>
        </p:txBody>
      </p:sp>
      <p:pic>
        <p:nvPicPr>
          <p:cNvPr id="45" name="Google Shape;45;p19" descr="Logo. Acht unregelmäßige Dreiecksflächen sind, im Uhrzeigersinn zu einem regelmäßig achteckigen Ring angeordnet. Links daneben zweizeilig der Schriftzug &quot;DRESDEN concept" title="Logo Dresden concept"/>
          <p:cNvPicPr preferRelativeResize="0"/>
          <p:nvPr/>
        </p:nvPicPr>
        <p:blipFill rotWithShape="1">
          <a:blip r:embed="rId2">
            <a:alphaModFix/>
          </a:blip>
          <a:srcRect/>
          <a:stretch/>
        </p:blipFill>
        <p:spPr>
          <a:xfrm>
            <a:off x="10407694" y="329323"/>
            <a:ext cx="1463906" cy="543600"/>
          </a:xfrm>
          <a:prstGeom prst="rect">
            <a:avLst/>
          </a:prstGeom>
          <a:noFill/>
          <a:ln>
            <a:noFill/>
          </a:ln>
        </p:spPr>
      </p:pic>
      <p:pic>
        <p:nvPicPr>
          <p:cNvPr id="46" name="Google Shape;46;p19" descr="Logo. Schriftzug &quot;Technische Universität Dresden&quot;. Links davon befindet sich ein Achteck, das in zwei Bereiche aufgeteilt ist, die zusammen die Buchstaben &quot;T&quot; und &quot;U&quot; ergeben." title="Logo der TU Dresden"/>
          <p:cNvPicPr preferRelativeResize="0"/>
          <p:nvPr/>
        </p:nvPicPr>
        <p:blipFill rotWithShape="1">
          <a:blip r:embed="rId3">
            <a:alphaModFix/>
          </a:blip>
          <a:srcRect/>
          <a:stretch/>
        </p:blipFill>
        <p:spPr>
          <a:xfrm>
            <a:off x="290304" y="349731"/>
            <a:ext cx="1765029" cy="514800"/>
          </a:xfrm>
          <a:prstGeom prst="rect">
            <a:avLst/>
          </a:prstGeom>
          <a:noFill/>
          <a:ln>
            <a:noFill/>
          </a:ln>
        </p:spPr>
      </p:pic>
      <p:sp>
        <p:nvSpPr>
          <p:cNvPr id="47" name="Google Shape;47;p19"/>
          <p:cNvSpPr txBox="1">
            <a:spLocks noGrp="1"/>
          </p:cNvSpPr>
          <p:nvPr>
            <p:ph type="body" idx="1"/>
          </p:nvPr>
        </p:nvSpPr>
        <p:spPr>
          <a:xfrm>
            <a:off x="882808" y="2852116"/>
            <a:ext cx="1692959" cy="246221"/>
          </a:xfrm>
          <a:prstGeom prst="rect">
            <a:avLst/>
          </a:prstGeom>
          <a:noFill/>
          <a:ln>
            <a:noFill/>
          </a:ln>
        </p:spPr>
        <p:txBody>
          <a:bodyPr spcFirstLastPara="1" wrap="square" lIns="0" tIns="0" rIns="0" bIns="0" anchor="t" anchorCtr="0">
            <a:spAutoFit/>
          </a:bodyPr>
          <a:lstStyle>
            <a:lvl1pPr marL="457200" lvl="0" indent="-228600" algn="l">
              <a:spcBef>
                <a:spcPts val="0"/>
              </a:spcBef>
              <a:spcAft>
                <a:spcPts val="0"/>
              </a:spcAft>
              <a:buClr>
                <a:schemeClr val="lt1"/>
              </a:buClr>
              <a:buSzPts val="1600"/>
              <a:buNone/>
              <a:defRPr sz="1600" b="1">
                <a:solidFill>
                  <a:schemeClr val="lt1"/>
                </a:solidFill>
              </a:defRPr>
            </a:lvl1pPr>
            <a:lvl2pPr marL="914400" lvl="1" indent="-228600" algn="l">
              <a:spcBef>
                <a:spcPts val="600"/>
              </a:spcBef>
              <a:spcAft>
                <a:spcPts val="0"/>
              </a:spcAft>
              <a:buClr>
                <a:schemeClr val="accent1"/>
              </a:buClr>
              <a:buSzPts val="1800"/>
              <a:buNone/>
              <a:defRPr/>
            </a:lvl2pPr>
            <a:lvl3pPr marL="1371600" lvl="2" indent="-342900" algn="l">
              <a:spcBef>
                <a:spcPts val="0"/>
              </a:spcBef>
              <a:spcAft>
                <a:spcPts val="0"/>
              </a:spcAft>
              <a:buClr>
                <a:schemeClr val="accent1"/>
              </a:buClr>
              <a:buSzPts val="1800"/>
              <a:buChar char="—"/>
              <a:defRPr/>
            </a:lvl3pPr>
            <a:lvl4pPr marL="1828800" lvl="3" indent="-342900" algn="l">
              <a:spcBef>
                <a:spcPts val="0"/>
              </a:spcBef>
              <a:spcAft>
                <a:spcPts val="0"/>
              </a:spcAft>
              <a:buClr>
                <a:schemeClr val="accent1"/>
              </a:buClr>
              <a:buSzPts val="1800"/>
              <a:buChar char="–"/>
              <a:defRPr/>
            </a:lvl4pPr>
            <a:lvl5pPr marL="2286000" lvl="4" indent="-228600" algn="l">
              <a:spcBef>
                <a:spcPts val="600"/>
              </a:spcBef>
              <a:spcAft>
                <a:spcPts val="0"/>
              </a:spcAft>
              <a:buClr>
                <a:schemeClr val="accent1"/>
              </a:buClr>
              <a:buSzPts val="1800"/>
              <a:buNone/>
              <a:defRPr/>
            </a:lvl5pPr>
            <a:lvl6pPr marL="2743200" lvl="5" indent="-228600" algn="l">
              <a:lnSpc>
                <a:spcPct val="100000"/>
              </a:lnSpc>
              <a:spcBef>
                <a:spcPts val="600"/>
              </a:spcBef>
              <a:spcAft>
                <a:spcPts val="0"/>
              </a:spcAft>
              <a:buClr>
                <a:schemeClr val="accent1"/>
              </a:buClr>
              <a:buSzPts val="1800"/>
              <a:buNone/>
              <a:defRPr/>
            </a:lvl6pPr>
            <a:lvl7pPr marL="3200400" lvl="6" indent="-342900" algn="l">
              <a:lnSpc>
                <a:spcPct val="100000"/>
              </a:lnSpc>
              <a:spcBef>
                <a:spcPts val="0"/>
              </a:spcBef>
              <a:spcAft>
                <a:spcPts val="0"/>
              </a:spcAft>
              <a:buClr>
                <a:schemeClr val="accent1"/>
              </a:buClr>
              <a:buSzPts val="1800"/>
              <a:buChar char="—"/>
              <a:defRPr/>
            </a:lvl7pPr>
            <a:lvl8pPr marL="3657600" lvl="7" indent="-342900" algn="l">
              <a:lnSpc>
                <a:spcPct val="100000"/>
              </a:lnSpc>
              <a:spcBef>
                <a:spcPts val="0"/>
              </a:spcBef>
              <a:spcAft>
                <a:spcPts val="0"/>
              </a:spcAft>
              <a:buClr>
                <a:schemeClr val="accent1"/>
              </a:buClr>
              <a:buSzPts val="1800"/>
              <a:buChar char="–"/>
              <a:defRPr/>
            </a:lvl8pPr>
            <a:lvl9pPr marL="4114800" lvl="8" indent="-342900" algn="l">
              <a:lnSpc>
                <a:spcPct val="100000"/>
              </a:lnSpc>
              <a:spcBef>
                <a:spcPts val="0"/>
              </a:spcBef>
              <a:spcAft>
                <a:spcPts val="0"/>
              </a:spcAft>
              <a:buClr>
                <a:schemeClr val="accent1"/>
              </a:buClr>
              <a:buSzPts val="1800"/>
              <a:buChar char="▪"/>
              <a:defRPr/>
            </a:lvl9pPr>
          </a:lstStyle>
          <a:p>
            <a:endParaRPr/>
          </a:p>
        </p:txBody>
      </p:sp>
      <p:sp>
        <p:nvSpPr>
          <p:cNvPr id="48" name="Google Shape;48;p19"/>
          <p:cNvSpPr txBox="1">
            <a:spLocks noGrp="1"/>
          </p:cNvSpPr>
          <p:nvPr>
            <p:ph type="title"/>
          </p:nvPr>
        </p:nvSpPr>
        <p:spPr>
          <a:xfrm>
            <a:off x="882771" y="3835706"/>
            <a:ext cx="3881437" cy="492443"/>
          </a:xfrm>
          <a:prstGeom prst="rect">
            <a:avLst/>
          </a:prstGeom>
          <a:noFill/>
          <a:ln>
            <a:noFill/>
          </a:ln>
        </p:spPr>
        <p:txBody>
          <a:bodyPr spcFirstLastPara="1" wrap="square" lIns="0" tIns="0" rIns="0" bIns="0" anchor="t" anchorCtr="0">
            <a:spAutoFit/>
          </a:bodyPr>
          <a:lstStyle>
            <a:lvl1pPr lvl="0" algn="l">
              <a:spcBef>
                <a:spcPts val="0"/>
              </a:spcBef>
              <a:spcAft>
                <a:spcPts val="0"/>
              </a:spcAft>
              <a:buClr>
                <a:schemeClr val="lt1"/>
              </a:buClr>
              <a:buSzPts val="3200"/>
              <a:buFont typeface="Open Sans"/>
              <a:buNone/>
              <a:defRPr sz="3200" b="1">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9" name="Google Shape;49;p19"/>
          <p:cNvSpPr txBox="1">
            <a:spLocks noGrp="1"/>
          </p:cNvSpPr>
          <p:nvPr>
            <p:ph type="subTitle" idx="2"/>
          </p:nvPr>
        </p:nvSpPr>
        <p:spPr>
          <a:xfrm>
            <a:off x="882772" y="5028236"/>
            <a:ext cx="5981697" cy="246221"/>
          </a:xfrm>
          <a:prstGeom prst="rect">
            <a:avLst/>
          </a:prstGeom>
          <a:noFill/>
          <a:ln>
            <a:noFill/>
          </a:ln>
        </p:spPr>
        <p:txBody>
          <a:bodyPr spcFirstLastPara="1" wrap="square" lIns="0" tIns="0" rIns="0" bIns="0" anchor="t" anchorCtr="0">
            <a:spAutoFit/>
          </a:bodyPr>
          <a:lstStyle>
            <a:lvl1pPr lvl="0" algn="l">
              <a:spcBef>
                <a:spcPts val="600"/>
              </a:spcBef>
              <a:spcAft>
                <a:spcPts val="0"/>
              </a:spcAft>
              <a:buClr>
                <a:schemeClr val="lt1"/>
              </a:buClr>
              <a:buSzPts val="1600"/>
              <a:buNone/>
              <a:defRPr b="0">
                <a:solidFill>
                  <a:schemeClr val="lt1"/>
                </a:solidFill>
              </a:defRPr>
            </a:lvl1pPr>
            <a:lvl2pPr lvl="1" algn="ctr">
              <a:spcBef>
                <a:spcPts val="600"/>
              </a:spcBef>
              <a:spcAft>
                <a:spcPts val="0"/>
              </a:spcAft>
              <a:buClr>
                <a:srgbClr val="888888"/>
              </a:buClr>
              <a:buSzPts val="1600"/>
              <a:buNone/>
              <a:defRPr>
                <a:solidFill>
                  <a:srgbClr val="888888"/>
                </a:solidFill>
              </a:defRPr>
            </a:lvl2pPr>
            <a:lvl3pPr lvl="2" algn="ctr">
              <a:spcBef>
                <a:spcPts val="0"/>
              </a:spcBef>
              <a:spcAft>
                <a:spcPts val="0"/>
              </a:spcAft>
              <a:buClr>
                <a:srgbClr val="888888"/>
              </a:buClr>
              <a:buSzPts val="1600"/>
              <a:buNone/>
              <a:defRPr>
                <a:solidFill>
                  <a:srgbClr val="888888"/>
                </a:solidFill>
              </a:defRPr>
            </a:lvl3pPr>
            <a:lvl4pPr lvl="3" algn="ctr">
              <a:spcBef>
                <a:spcPts val="0"/>
              </a:spcBef>
              <a:spcAft>
                <a:spcPts val="0"/>
              </a:spcAft>
              <a:buClr>
                <a:srgbClr val="888888"/>
              </a:buClr>
              <a:buSzPts val="1600"/>
              <a:buNone/>
              <a:defRPr>
                <a:solidFill>
                  <a:srgbClr val="888888"/>
                </a:solidFill>
              </a:defRPr>
            </a:lvl4pPr>
            <a:lvl5pPr lvl="4" algn="ctr">
              <a:spcBef>
                <a:spcPts val="600"/>
              </a:spcBef>
              <a:spcAft>
                <a:spcPts val="0"/>
              </a:spcAft>
              <a:buClr>
                <a:srgbClr val="888888"/>
              </a:buClr>
              <a:buSzPts val="1400"/>
              <a:buNone/>
              <a:defRPr>
                <a:solidFill>
                  <a:srgbClr val="888888"/>
                </a:solidFill>
              </a:defRPr>
            </a:lvl5pPr>
            <a:lvl6pPr lvl="5" algn="ctr">
              <a:lnSpc>
                <a:spcPct val="100000"/>
              </a:lnSpc>
              <a:spcBef>
                <a:spcPts val="600"/>
              </a:spcBef>
              <a:spcAft>
                <a:spcPts val="0"/>
              </a:spcAft>
              <a:buClr>
                <a:srgbClr val="888888"/>
              </a:buClr>
              <a:buSzPts val="1400"/>
              <a:buNone/>
              <a:defRPr>
                <a:solidFill>
                  <a:srgbClr val="888888"/>
                </a:solidFill>
              </a:defRPr>
            </a:lvl6pPr>
            <a:lvl7pPr lvl="6" algn="ctr">
              <a:lnSpc>
                <a:spcPct val="100000"/>
              </a:lnSpc>
              <a:spcBef>
                <a:spcPts val="0"/>
              </a:spcBef>
              <a:spcAft>
                <a:spcPts val="0"/>
              </a:spcAft>
              <a:buClr>
                <a:srgbClr val="888888"/>
              </a:buClr>
              <a:buSzPts val="1400"/>
              <a:buNone/>
              <a:defRPr>
                <a:solidFill>
                  <a:srgbClr val="888888"/>
                </a:solidFill>
              </a:defRPr>
            </a:lvl7pPr>
            <a:lvl8pPr lvl="7" algn="ctr">
              <a:lnSpc>
                <a:spcPct val="100000"/>
              </a:lnSpc>
              <a:spcBef>
                <a:spcPts val="0"/>
              </a:spcBef>
              <a:spcAft>
                <a:spcPts val="0"/>
              </a:spcAft>
              <a:buClr>
                <a:srgbClr val="888888"/>
              </a:buClr>
              <a:buSzPts val="1400"/>
              <a:buNone/>
              <a:defRPr>
                <a:solidFill>
                  <a:srgbClr val="888888"/>
                </a:solidFill>
              </a:defRPr>
            </a:lvl8pPr>
            <a:lvl9pPr lvl="8" algn="ctr">
              <a:lnSpc>
                <a:spcPct val="100000"/>
              </a:lnSpc>
              <a:spcBef>
                <a:spcPts val="0"/>
              </a:spcBef>
              <a:spcAft>
                <a:spcPts val="0"/>
              </a:spcAft>
              <a:buClr>
                <a:srgbClr val="888888"/>
              </a:buClr>
              <a:buSzPts val="1400"/>
              <a:buNone/>
              <a:defRPr>
                <a:solidFill>
                  <a:srgbClr val="888888"/>
                </a:solidFill>
              </a:defRPr>
            </a:lvl9pPr>
          </a:lstStyle>
          <a:p>
            <a:endParaRPr/>
          </a:p>
        </p:txBody>
      </p:sp>
      <p:sp>
        <p:nvSpPr>
          <p:cNvPr id="50" name="Google Shape;50;p19"/>
          <p:cNvSpPr txBox="1">
            <a:spLocks noGrp="1"/>
          </p:cNvSpPr>
          <p:nvPr>
            <p:ph type="body" idx="3"/>
          </p:nvPr>
        </p:nvSpPr>
        <p:spPr>
          <a:xfrm>
            <a:off x="882808" y="3138045"/>
            <a:ext cx="3028966" cy="246221"/>
          </a:xfrm>
          <a:prstGeom prst="rect">
            <a:avLst/>
          </a:prstGeom>
          <a:noFill/>
          <a:ln>
            <a:noFill/>
          </a:ln>
        </p:spPr>
        <p:txBody>
          <a:bodyPr spcFirstLastPara="1" wrap="square" lIns="0" tIns="0" rIns="0" bIns="0" anchor="t" anchorCtr="0">
            <a:spAutoFit/>
          </a:bodyPr>
          <a:lstStyle>
            <a:lvl1pPr marL="457200" lvl="0" indent="-228600" algn="l">
              <a:spcBef>
                <a:spcPts val="0"/>
              </a:spcBef>
              <a:spcAft>
                <a:spcPts val="0"/>
              </a:spcAft>
              <a:buClr>
                <a:schemeClr val="lt1"/>
              </a:buClr>
              <a:buSzPts val="1600"/>
              <a:buNone/>
              <a:defRPr sz="1600" b="0">
                <a:solidFill>
                  <a:schemeClr val="lt1"/>
                </a:solidFill>
              </a:defRPr>
            </a:lvl1pPr>
            <a:lvl2pPr marL="914400" lvl="1" indent="-228600" algn="l">
              <a:spcBef>
                <a:spcPts val="600"/>
              </a:spcBef>
              <a:spcAft>
                <a:spcPts val="0"/>
              </a:spcAft>
              <a:buClr>
                <a:schemeClr val="accent1"/>
              </a:buClr>
              <a:buSzPts val="1800"/>
              <a:buNone/>
              <a:defRPr/>
            </a:lvl2pPr>
            <a:lvl3pPr marL="1371600" lvl="2" indent="-342900" algn="l">
              <a:spcBef>
                <a:spcPts val="0"/>
              </a:spcBef>
              <a:spcAft>
                <a:spcPts val="0"/>
              </a:spcAft>
              <a:buClr>
                <a:schemeClr val="accent1"/>
              </a:buClr>
              <a:buSzPts val="1800"/>
              <a:buChar char="—"/>
              <a:defRPr/>
            </a:lvl3pPr>
            <a:lvl4pPr marL="1828800" lvl="3" indent="-342900" algn="l">
              <a:spcBef>
                <a:spcPts val="0"/>
              </a:spcBef>
              <a:spcAft>
                <a:spcPts val="0"/>
              </a:spcAft>
              <a:buClr>
                <a:schemeClr val="accent1"/>
              </a:buClr>
              <a:buSzPts val="1800"/>
              <a:buChar char="–"/>
              <a:defRPr/>
            </a:lvl4pPr>
            <a:lvl5pPr marL="2286000" lvl="4" indent="-228600" algn="l">
              <a:spcBef>
                <a:spcPts val="600"/>
              </a:spcBef>
              <a:spcAft>
                <a:spcPts val="0"/>
              </a:spcAft>
              <a:buClr>
                <a:schemeClr val="accent1"/>
              </a:buClr>
              <a:buSzPts val="1800"/>
              <a:buNone/>
              <a:defRPr/>
            </a:lvl5pPr>
            <a:lvl6pPr marL="2743200" lvl="5" indent="-228600" algn="l">
              <a:lnSpc>
                <a:spcPct val="100000"/>
              </a:lnSpc>
              <a:spcBef>
                <a:spcPts val="600"/>
              </a:spcBef>
              <a:spcAft>
                <a:spcPts val="0"/>
              </a:spcAft>
              <a:buClr>
                <a:schemeClr val="accent1"/>
              </a:buClr>
              <a:buSzPts val="1800"/>
              <a:buNone/>
              <a:defRPr/>
            </a:lvl6pPr>
            <a:lvl7pPr marL="3200400" lvl="6" indent="-342900" algn="l">
              <a:lnSpc>
                <a:spcPct val="100000"/>
              </a:lnSpc>
              <a:spcBef>
                <a:spcPts val="0"/>
              </a:spcBef>
              <a:spcAft>
                <a:spcPts val="0"/>
              </a:spcAft>
              <a:buClr>
                <a:schemeClr val="accent1"/>
              </a:buClr>
              <a:buSzPts val="1800"/>
              <a:buChar char="—"/>
              <a:defRPr/>
            </a:lvl7pPr>
            <a:lvl8pPr marL="3657600" lvl="7" indent="-342900" algn="l">
              <a:lnSpc>
                <a:spcPct val="100000"/>
              </a:lnSpc>
              <a:spcBef>
                <a:spcPts val="0"/>
              </a:spcBef>
              <a:spcAft>
                <a:spcPts val="0"/>
              </a:spcAft>
              <a:buClr>
                <a:schemeClr val="accent1"/>
              </a:buClr>
              <a:buSzPts val="1800"/>
              <a:buChar char="–"/>
              <a:defRPr/>
            </a:lvl8pPr>
            <a:lvl9pPr marL="4114800" lvl="8" indent="-342900" algn="l">
              <a:lnSpc>
                <a:spcPct val="100000"/>
              </a:lnSpc>
              <a:spcBef>
                <a:spcPts val="0"/>
              </a:spcBef>
              <a:spcAft>
                <a:spcPts val="0"/>
              </a:spcAft>
              <a:buClr>
                <a:schemeClr val="accent1"/>
              </a:buClr>
              <a:buSzPts val="1800"/>
              <a:buChar char="▪"/>
              <a:defRPr/>
            </a:lvl9pPr>
          </a:lstStyle>
          <a:p>
            <a:endParaRPr/>
          </a:p>
        </p:txBody>
      </p:sp>
      <p:sp>
        <p:nvSpPr>
          <p:cNvPr id="51" name="Google Shape;51;p19"/>
          <p:cNvSpPr txBox="1">
            <a:spLocks noGrp="1"/>
          </p:cNvSpPr>
          <p:nvPr>
            <p:ph type="body" idx="4"/>
          </p:nvPr>
        </p:nvSpPr>
        <p:spPr>
          <a:xfrm>
            <a:off x="882770" y="4375609"/>
            <a:ext cx="4694293" cy="492443"/>
          </a:xfrm>
          <a:prstGeom prst="rect">
            <a:avLst/>
          </a:prstGeom>
          <a:noFill/>
          <a:ln>
            <a:noFill/>
          </a:ln>
        </p:spPr>
        <p:txBody>
          <a:bodyPr spcFirstLastPara="1" wrap="square" lIns="0" tIns="0" rIns="0" bIns="0" anchor="t" anchorCtr="0">
            <a:spAutoFit/>
          </a:bodyPr>
          <a:lstStyle>
            <a:lvl1pPr marL="457200" lvl="0" indent="-228600" algn="l">
              <a:spcBef>
                <a:spcPts val="600"/>
              </a:spcBef>
              <a:spcAft>
                <a:spcPts val="0"/>
              </a:spcAft>
              <a:buClr>
                <a:schemeClr val="lt1"/>
              </a:buClr>
              <a:buSzPts val="3200"/>
              <a:buNone/>
              <a:defRPr sz="3200" b="0">
                <a:solidFill>
                  <a:schemeClr val="lt1"/>
                </a:solidFill>
              </a:defRPr>
            </a:lvl1pPr>
            <a:lvl2pPr marL="914400" lvl="1" indent="-228600" algn="l">
              <a:spcBef>
                <a:spcPts val="600"/>
              </a:spcBef>
              <a:spcAft>
                <a:spcPts val="0"/>
              </a:spcAft>
              <a:buClr>
                <a:schemeClr val="accent1"/>
              </a:buClr>
              <a:buSzPts val="1800"/>
              <a:buNone/>
              <a:defRPr/>
            </a:lvl2pPr>
            <a:lvl3pPr marL="1371600" lvl="2" indent="-228600" algn="l">
              <a:spcBef>
                <a:spcPts val="0"/>
              </a:spcBef>
              <a:spcAft>
                <a:spcPts val="0"/>
              </a:spcAft>
              <a:buClr>
                <a:schemeClr val="accent1"/>
              </a:buClr>
              <a:buSzPts val="1600"/>
              <a:buNone/>
              <a:defRPr/>
            </a:lvl3pPr>
            <a:lvl4pPr marL="1828800" lvl="3" indent="-228600" algn="l">
              <a:spcBef>
                <a:spcPts val="0"/>
              </a:spcBef>
              <a:spcAft>
                <a:spcPts val="0"/>
              </a:spcAft>
              <a:buClr>
                <a:schemeClr val="accent1"/>
              </a:buClr>
              <a:buSzPts val="1600"/>
              <a:buNone/>
              <a:defRPr/>
            </a:lvl4pPr>
            <a:lvl5pPr marL="2286000" lvl="4" indent="-228600" algn="l">
              <a:spcBef>
                <a:spcPts val="600"/>
              </a:spcBef>
              <a:spcAft>
                <a:spcPts val="0"/>
              </a:spcAft>
              <a:buClr>
                <a:schemeClr val="accent1"/>
              </a:buClr>
              <a:buSzPts val="1800"/>
              <a:buNone/>
              <a:defRPr/>
            </a:lvl5pPr>
            <a:lvl6pPr marL="2743200" lvl="5" indent="-228600" algn="l">
              <a:lnSpc>
                <a:spcPct val="100000"/>
              </a:lnSpc>
              <a:spcBef>
                <a:spcPts val="600"/>
              </a:spcBef>
              <a:spcAft>
                <a:spcPts val="0"/>
              </a:spcAft>
              <a:buClr>
                <a:schemeClr val="accent1"/>
              </a:buClr>
              <a:buSzPts val="1800"/>
              <a:buNone/>
              <a:defRPr/>
            </a:lvl6pPr>
            <a:lvl7pPr marL="3200400" lvl="6" indent="-342900" algn="l">
              <a:lnSpc>
                <a:spcPct val="100000"/>
              </a:lnSpc>
              <a:spcBef>
                <a:spcPts val="0"/>
              </a:spcBef>
              <a:spcAft>
                <a:spcPts val="0"/>
              </a:spcAft>
              <a:buClr>
                <a:schemeClr val="accent1"/>
              </a:buClr>
              <a:buSzPts val="1800"/>
              <a:buChar char="—"/>
              <a:defRPr/>
            </a:lvl7pPr>
            <a:lvl8pPr marL="3657600" lvl="7" indent="-342900" algn="l">
              <a:lnSpc>
                <a:spcPct val="100000"/>
              </a:lnSpc>
              <a:spcBef>
                <a:spcPts val="0"/>
              </a:spcBef>
              <a:spcAft>
                <a:spcPts val="0"/>
              </a:spcAft>
              <a:buClr>
                <a:schemeClr val="accent1"/>
              </a:buClr>
              <a:buSzPts val="1800"/>
              <a:buChar char="–"/>
              <a:defRPr/>
            </a:lvl8pPr>
            <a:lvl9pPr marL="4114800" lvl="8" indent="-342900" algn="l">
              <a:lnSpc>
                <a:spcPct val="100000"/>
              </a:lnSpc>
              <a:spcBef>
                <a:spcPts val="0"/>
              </a:spcBef>
              <a:spcAft>
                <a:spcPts val="0"/>
              </a:spcAft>
              <a:buClr>
                <a:schemeClr val="accent1"/>
              </a:buClr>
              <a:buSzPts val="1800"/>
              <a:buChar char="▪"/>
              <a:defRPr/>
            </a:lvl9pPr>
          </a:lstStyle>
          <a:p>
            <a:endParaRPr/>
          </a:p>
        </p:txBody>
      </p:sp>
      <p:sp>
        <p:nvSpPr>
          <p:cNvPr id="52" name="Google Shape;52;p19"/>
          <p:cNvSpPr txBox="1">
            <a:spLocks noGrp="1"/>
          </p:cNvSpPr>
          <p:nvPr>
            <p:ph type="body" idx="5"/>
          </p:nvPr>
        </p:nvSpPr>
        <p:spPr>
          <a:xfrm>
            <a:off x="882808" y="5312641"/>
            <a:ext cx="4602029" cy="246221"/>
          </a:xfrm>
          <a:prstGeom prst="rect">
            <a:avLst/>
          </a:prstGeom>
          <a:noFill/>
          <a:ln>
            <a:noFill/>
          </a:ln>
        </p:spPr>
        <p:txBody>
          <a:bodyPr spcFirstLastPara="1" wrap="square" lIns="0" tIns="0" rIns="0" bIns="0" anchor="t" anchorCtr="0">
            <a:spAutoFit/>
          </a:bodyPr>
          <a:lstStyle>
            <a:lvl1pPr marL="457200" lvl="0" indent="-228600" algn="l">
              <a:spcBef>
                <a:spcPts val="600"/>
              </a:spcBef>
              <a:spcAft>
                <a:spcPts val="0"/>
              </a:spcAft>
              <a:buClr>
                <a:schemeClr val="lt1"/>
              </a:buClr>
              <a:buSzPts val="1600"/>
              <a:buNone/>
              <a:defRPr b="0">
                <a:solidFill>
                  <a:schemeClr val="lt1"/>
                </a:solidFill>
              </a:defRPr>
            </a:lvl1pPr>
            <a:lvl2pPr marL="914400" lvl="1" indent="-228600" algn="l">
              <a:spcBef>
                <a:spcPts val="600"/>
              </a:spcBef>
              <a:spcAft>
                <a:spcPts val="0"/>
              </a:spcAft>
              <a:buClr>
                <a:schemeClr val="accent1"/>
              </a:buClr>
              <a:buSzPts val="1800"/>
              <a:buNone/>
              <a:defRPr/>
            </a:lvl2pPr>
            <a:lvl3pPr marL="1371600" lvl="2" indent="-342900" algn="l">
              <a:spcBef>
                <a:spcPts val="0"/>
              </a:spcBef>
              <a:spcAft>
                <a:spcPts val="0"/>
              </a:spcAft>
              <a:buClr>
                <a:schemeClr val="accent1"/>
              </a:buClr>
              <a:buSzPts val="1800"/>
              <a:buChar char="—"/>
              <a:defRPr/>
            </a:lvl3pPr>
            <a:lvl4pPr marL="1828800" lvl="3" indent="-342900" algn="l">
              <a:spcBef>
                <a:spcPts val="0"/>
              </a:spcBef>
              <a:spcAft>
                <a:spcPts val="0"/>
              </a:spcAft>
              <a:buClr>
                <a:schemeClr val="accent1"/>
              </a:buClr>
              <a:buSzPts val="1800"/>
              <a:buChar char="–"/>
              <a:defRPr/>
            </a:lvl4pPr>
            <a:lvl5pPr marL="2286000" lvl="4" indent="-228600" algn="l">
              <a:spcBef>
                <a:spcPts val="600"/>
              </a:spcBef>
              <a:spcAft>
                <a:spcPts val="0"/>
              </a:spcAft>
              <a:buClr>
                <a:schemeClr val="accent1"/>
              </a:buClr>
              <a:buSzPts val="1800"/>
              <a:buNone/>
              <a:defRPr/>
            </a:lvl5pPr>
            <a:lvl6pPr marL="2743200" lvl="5" indent="-228600" algn="l">
              <a:lnSpc>
                <a:spcPct val="100000"/>
              </a:lnSpc>
              <a:spcBef>
                <a:spcPts val="600"/>
              </a:spcBef>
              <a:spcAft>
                <a:spcPts val="0"/>
              </a:spcAft>
              <a:buClr>
                <a:schemeClr val="accent1"/>
              </a:buClr>
              <a:buSzPts val="1800"/>
              <a:buNone/>
              <a:defRPr/>
            </a:lvl6pPr>
            <a:lvl7pPr marL="3200400" lvl="6" indent="-342900" algn="l">
              <a:lnSpc>
                <a:spcPct val="100000"/>
              </a:lnSpc>
              <a:spcBef>
                <a:spcPts val="0"/>
              </a:spcBef>
              <a:spcAft>
                <a:spcPts val="0"/>
              </a:spcAft>
              <a:buClr>
                <a:schemeClr val="accent1"/>
              </a:buClr>
              <a:buSzPts val="1800"/>
              <a:buChar char="—"/>
              <a:defRPr/>
            </a:lvl7pPr>
            <a:lvl8pPr marL="3657600" lvl="7" indent="-342900" algn="l">
              <a:lnSpc>
                <a:spcPct val="100000"/>
              </a:lnSpc>
              <a:spcBef>
                <a:spcPts val="0"/>
              </a:spcBef>
              <a:spcAft>
                <a:spcPts val="0"/>
              </a:spcAft>
              <a:buClr>
                <a:schemeClr val="accent1"/>
              </a:buClr>
              <a:buSzPts val="1800"/>
              <a:buChar char="–"/>
              <a:defRPr/>
            </a:lvl8pPr>
            <a:lvl9pPr marL="4114800" lvl="8" indent="-342900" algn="l">
              <a:lnSpc>
                <a:spcPct val="100000"/>
              </a:lnSpc>
              <a:spcBef>
                <a:spcPts val="0"/>
              </a:spcBef>
              <a:spcAft>
                <a:spcPts val="0"/>
              </a:spcAft>
              <a:buClr>
                <a:schemeClr val="accent1"/>
              </a:buClr>
              <a:buSzPts val="1800"/>
              <a:buChar char="▪"/>
              <a:defRPr/>
            </a:lvl9pPr>
          </a:lstStyle>
          <a:p>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matchingName="1_Titelfolie_TUD_blauverlauf">
  <p:cSld name="1_Titelfolie_TUD_blauverlauf">
    <p:spTree>
      <p:nvGrpSpPr>
        <p:cNvPr id="1" name="Shape 53"/>
        <p:cNvGrpSpPr/>
        <p:nvPr/>
      </p:nvGrpSpPr>
      <p:grpSpPr>
        <a:xfrm>
          <a:off x="0" y="0"/>
          <a:ext cx="0" cy="0"/>
          <a:chOff x="0" y="0"/>
          <a:chExt cx="0" cy="0"/>
        </a:xfrm>
      </p:grpSpPr>
      <p:sp>
        <p:nvSpPr>
          <p:cNvPr id="54" name="Google Shape;54;p20"/>
          <p:cNvSpPr/>
          <p:nvPr/>
        </p:nvSpPr>
        <p:spPr>
          <a:xfrm>
            <a:off x="0" y="0"/>
            <a:ext cx="12192000" cy="6858001"/>
          </a:xfrm>
          <a:prstGeom prst="rect">
            <a:avLst/>
          </a:prstGeom>
          <a:gradFill>
            <a:gsLst>
              <a:gs pos="0">
                <a:schemeClr val="accent2"/>
              </a:gs>
              <a:gs pos="14000">
                <a:schemeClr val="accent2"/>
              </a:gs>
              <a:gs pos="100000">
                <a:schemeClr val="accent1"/>
              </a:gs>
            </a:gsLst>
            <a:lin ang="150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Open Sans"/>
              <a:ea typeface="Open Sans"/>
              <a:cs typeface="Open Sans"/>
              <a:sym typeface="Open Sans"/>
            </a:endParaRPr>
          </a:p>
        </p:txBody>
      </p:sp>
      <p:sp>
        <p:nvSpPr>
          <p:cNvPr id="55" name="Google Shape;55;p20"/>
          <p:cNvSpPr txBox="1">
            <a:spLocks noGrp="1"/>
          </p:cNvSpPr>
          <p:nvPr>
            <p:ph type="body" idx="1"/>
          </p:nvPr>
        </p:nvSpPr>
        <p:spPr>
          <a:xfrm>
            <a:off x="882808" y="2852116"/>
            <a:ext cx="1692959" cy="246221"/>
          </a:xfrm>
          <a:prstGeom prst="rect">
            <a:avLst/>
          </a:prstGeom>
          <a:noFill/>
          <a:ln>
            <a:noFill/>
          </a:ln>
        </p:spPr>
        <p:txBody>
          <a:bodyPr spcFirstLastPara="1" wrap="square" lIns="0" tIns="0" rIns="0" bIns="0" anchor="t" anchorCtr="0">
            <a:spAutoFit/>
          </a:bodyPr>
          <a:lstStyle>
            <a:lvl1pPr marL="457200" lvl="0" indent="-228600" algn="l">
              <a:spcBef>
                <a:spcPts val="0"/>
              </a:spcBef>
              <a:spcAft>
                <a:spcPts val="0"/>
              </a:spcAft>
              <a:buClr>
                <a:schemeClr val="lt1"/>
              </a:buClr>
              <a:buSzPts val="1600"/>
              <a:buNone/>
              <a:defRPr sz="1600" b="1">
                <a:solidFill>
                  <a:schemeClr val="lt1"/>
                </a:solidFill>
              </a:defRPr>
            </a:lvl1pPr>
            <a:lvl2pPr marL="914400" lvl="1" indent="-228600" algn="l">
              <a:spcBef>
                <a:spcPts val="600"/>
              </a:spcBef>
              <a:spcAft>
                <a:spcPts val="0"/>
              </a:spcAft>
              <a:buClr>
                <a:schemeClr val="accent1"/>
              </a:buClr>
              <a:buSzPts val="1800"/>
              <a:buNone/>
              <a:defRPr/>
            </a:lvl2pPr>
            <a:lvl3pPr marL="1371600" lvl="2" indent="-342900" algn="l">
              <a:spcBef>
                <a:spcPts val="0"/>
              </a:spcBef>
              <a:spcAft>
                <a:spcPts val="0"/>
              </a:spcAft>
              <a:buClr>
                <a:schemeClr val="accent1"/>
              </a:buClr>
              <a:buSzPts val="1800"/>
              <a:buChar char="—"/>
              <a:defRPr/>
            </a:lvl3pPr>
            <a:lvl4pPr marL="1828800" lvl="3" indent="-342900" algn="l">
              <a:spcBef>
                <a:spcPts val="0"/>
              </a:spcBef>
              <a:spcAft>
                <a:spcPts val="0"/>
              </a:spcAft>
              <a:buClr>
                <a:schemeClr val="accent1"/>
              </a:buClr>
              <a:buSzPts val="1800"/>
              <a:buChar char="–"/>
              <a:defRPr/>
            </a:lvl4pPr>
            <a:lvl5pPr marL="2286000" lvl="4" indent="-228600" algn="l">
              <a:spcBef>
                <a:spcPts val="600"/>
              </a:spcBef>
              <a:spcAft>
                <a:spcPts val="0"/>
              </a:spcAft>
              <a:buClr>
                <a:schemeClr val="accent1"/>
              </a:buClr>
              <a:buSzPts val="1800"/>
              <a:buNone/>
              <a:defRPr/>
            </a:lvl5pPr>
            <a:lvl6pPr marL="2743200" lvl="5" indent="-228600" algn="l">
              <a:lnSpc>
                <a:spcPct val="100000"/>
              </a:lnSpc>
              <a:spcBef>
                <a:spcPts val="600"/>
              </a:spcBef>
              <a:spcAft>
                <a:spcPts val="0"/>
              </a:spcAft>
              <a:buClr>
                <a:schemeClr val="accent1"/>
              </a:buClr>
              <a:buSzPts val="1800"/>
              <a:buNone/>
              <a:defRPr/>
            </a:lvl6pPr>
            <a:lvl7pPr marL="3200400" lvl="6" indent="-342900" algn="l">
              <a:lnSpc>
                <a:spcPct val="100000"/>
              </a:lnSpc>
              <a:spcBef>
                <a:spcPts val="0"/>
              </a:spcBef>
              <a:spcAft>
                <a:spcPts val="0"/>
              </a:spcAft>
              <a:buClr>
                <a:schemeClr val="accent1"/>
              </a:buClr>
              <a:buSzPts val="1800"/>
              <a:buChar char="—"/>
              <a:defRPr/>
            </a:lvl7pPr>
            <a:lvl8pPr marL="3657600" lvl="7" indent="-342900" algn="l">
              <a:lnSpc>
                <a:spcPct val="100000"/>
              </a:lnSpc>
              <a:spcBef>
                <a:spcPts val="0"/>
              </a:spcBef>
              <a:spcAft>
                <a:spcPts val="0"/>
              </a:spcAft>
              <a:buClr>
                <a:schemeClr val="accent1"/>
              </a:buClr>
              <a:buSzPts val="1800"/>
              <a:buChar char="–"/>
              <a:defRPr/>
            </a:lvl8pPr>
            <a:lvl9pPr marL="4114800" lvl="8" indent="-342900" algn="l">
              <a:lnSpc>
                <a:spcPct val="100000"/>
              </a:lnSpc>
              <a:spcBef>
                <a:spcPts val="0"/>
              </a:spcBef>
              <a:spcAft>
                <a:spcPts val="0"/>
              </a:spcAft>
              <a:buClr>
                <a:schemeClr val="accent1"/>
              </a:buClr>
              <a:buSzPts val="1800"/>
              <a:buChar char="▪"/>
              <a:defRPr/>
            </a:lvl9pPr>
          </a:lstStyle>
          <a:p>
            <a:endParaRPr/>
          </a:p>
        </p:txBody>
      </p:sp>
      <p:sp>
        <p:nvSpPr>
          <p:cNvPr id="56" name="Google Shape;56;p20"/>
          <p:cNvSpPr txBox="1">
            <a:spLocks noGrp="1"/>
          </p:cNvSpPr>
          <p:nvPr>
            <p:ph type="title"/>
          </p:nvPr>
        </p:nvSpPr>
        <p:spPr>
          <a:xfrm>
            <a:off x="882771" y="3835706"/>
            <a:ext cx="3881437" cy="492443"/>
          </a:xfrm>
          <a:prstGeom prst="rect">
            <a:avLst/>
          </a:prstGeom>
          <a:noFill/>
          <a:ln>
            <a:noFill/>
          </a:ln>
        </p:spPr>
        <p:txBody>
          <a:bodyPr spcFirstLastPara="1" wrap="square" lIns="0" tIns="0" rIns="0" bIns="0" anchor="t" anchorCtr="0">
            <a:spAutoFit/>
          </a:bodyPr>
          <a:lstStyle>
            <a:lvl1pPr lvl="0" algn="l">
              <a:spcBef>
                <a:spcPts val="0"/>
              </a:spcBef>
              <a:spcAft>
                <a:spcPts val="0"/>
              </a:spcAft>
              <a:buClr>
                <a:schemeClr val="lt1"/>
              </a:buClr>
              <a:buSzPts val="3200"/>
              <a:buFont typeface="Open Sans"/>
              <a:buNone/>
              <a:defRPr sz="3200" b="1">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7" name="Google Shape;57;p20"/>
          <p:cNvSpPr txBox="1">
            <a:spLocks noGrp="1"/>
          </p:cNvSpPr>
          <p:nvPr>
            <p:ph type="subTitle" idx="2"/>
          </p:nvPr>
        </p:nvSpPr>
        <p:spPr>
          <a:xfrm>
            <a:off x="882772" y="5028236"/>
            <a:ext cx="5981697" cy="246221"/>
          </a:xfrm>
          <a:prstGeom prst="rect">
            <a:avLst/>
          </a:prstGeom>
          <a:noFill/>
          <a:ln>
            <a:noFill/>
          </a:ln>
        </p:spPr>
        <p:txBody>
          <a:bodyPr spcFirstLastPara="1" wrap="square" lIns="0" tIns="0" rIns="0" bIns="0" anchor="t" anchorCtr="0">
            <a:spAutoFit/>
          </a:bodyPr>
          <a:lstStyle>
            <a:lvl1pPr lvl="0" algn="l">
              <a:spcBef>
                <a:spcPts val="600"/>
              </a:spcBef>
              <a:spcAft>
                <a:spcPts val="0"/>
              </a:spcAft>
              <a:buClr>
                <a:schemeClr val="lt1"/>
              </a:buClr>
              <a:buSzPts val="1600"/>
              <a:buNone/>
              <a:defRPr b="0">
                <a:solidFill>
                  <a:schemeClr val="lt1"/>
                </a:solidFill>
              </a:defRPr>
            </a:lvl1pPr>
            <a:lvl2pPr lvl="1" algn="ctr">
              <a:spcBef>
                <a:spcPts val="600"/>
              </a:spcBef>
              <a:spcAft>
                <a:spcPts val="0"/>
              </a:spcAft>
              <a:buClr>
                <a:srgbClr val="888888"/>
              </a:buClr>
              <a:buSzPts val="1600"/>
              <a:buNone/>
              <a:defRPr>
                <a:solidFill>
                  <a:srgbClr val="888888"/>
                </a:solidFill>
              </a:defRPr>
            </a:lvl2pPr>
            <a:lvl3pPr lvl="2" algn="ctr">
              <a:spcBef>
                <a:spcPts val="0"/>
              </a:spcBef>
              <a:spcAft>
                <a:spcPts val="0"/>
              </a:spcAft>
              <a:buClr>
                <a:srgbClr val="888888"/>
              </a:buClr>
              <a:buSzPts val="1600"/>
              <a:buNone/>
              <a:defRPr>
                <a:solidFill>
                  <a:srgbClr val="888888"/>
                </a:solidFill>
              </a:defRPr>
            </a:lvl3pPr>
            <a:lvl4pPr lvl="3" algn="ctr">
              <a:spcBef>
                <a:spcPts val="0"/>
              </a:spcBef>
              <a:spcAft>
                <a:spcPts val="0"/>
              </a:spcAft>
              <a:buClr>
                <a:srgbClr val="888888"/>
              </a:buClr>
              <a:buSzPts val="1600"/>
              <a:buNone/>
              <a:defRPr>
                <a:solidFill>
                  <a:srgbClr val="888888"/>
                </a:solidFill>
              </a:defRPr>
            </a:lvl4pPr>
            <a:lvl5pPr lvl="4" algn="ctr">
              <a:spcBef>
                <a:spcPts val="600"/>
              </a:spcBef>
              <a:spcAft>
                <a:spcPts val="0"/>
              </a:spcAft>
              <a:buClr>
                <a:srgbClr val="888888"/>
              </a:buClr>
              <a:buSzPts val="1400"/>
              <a:buNone/>
              <a:defRPr>
                <a:solidFill>
                  <a:srgbClr val="888888"/>
                </a:solidFill>
              </a:defRPr>
            </a:lvl5pPr>
            <a:lvl6pPr lvl="5" algn="ctr">
              <a:lnSpc>
                <a:spcPct val="100000"/>
              </a:lnSpc>
              <a:spcBef>
                <a:spcPts val="600"/>
              </a:spcBef>
              <a:spcAft>
                <a:spcPts val="0"/>
              </a:spcAft>
              <a:buClr>
                <a:srgbClr val="888888"/>
              </a:buClr>
              <a:buSzPts val="1400"/>
              <a:buNone/>
              <a:defRPr>
                <a:solidFill>
                  <a:srgbClr val="888888"/>
                </a:solidFill>
              </a:defRPr>
            </a:lvl6pPr>
            <a:lvl7pPr lvl="6" algn="ctr">
              <a:lnSpc>
                <a:spcPct val="100000"/>
              </a:lnSpc>
              <a:spcBef>
                <a:spcPts val="0"/>
              </a:spcBef>
              <a:spcAft>
                <a:spcPts val="0"/>
              </a:spcAft>
              <a:buClr>
                <a:srgbClr val="888888"/>
              </a:buClr>
              <a:buSzPts val="1400"/>
              <a:buNone/>
              <a:defRPr>
                <a:solidFill>
                  <a:srgbClr val="888888"/>
                </a:solidFill>
              </a:defRPr>
            </a:lvl7pPr>
            <a:lvl8pPr lvl="7" algn="ctr">
              <a:lnSpc>
                <a:spcPct val="100000"/>
              </a:lnSpc>
              <a:spcBef>
                <a:spcPts val="0"/>
              </a:spcBef>
              <a:spcAft>
                <a:spcPts val="0"/>
              </a:spcAft>
              <a:buClr>
                <a:srgbClr val="888888"/>
              </a:buClr>
              <a:buSzPts val="1400"/>
              <a:buNone/>
              <a:defRPr>
                <a:solidFill>
                  <a:srgbClr val="888888"/>
                </a:solidFill>
              </a:defRPr>
            </a:lvl8pPr>
            <a:lvl9pPr lvl="8" algn="ctr">
              <a:lnSpc>
                <a:spcPct val="100000"/>
              </a:lnSpc>
              <a:spcBef>
                <a:spcPts val="0"/>
              </a:spcBef>
              <a:spcAft>
                <a:spcPts val="0"/>
              </a:spcAft>
              <a:buClr>
                <a:srgbClr val="888888"/>
              </a:buClr>
              <a:buSzPts val="1400"/>
              <a:buNone/>
              <a:defRPr>
                <a:solidFill>
                  <a:srgbClr val="888888"/>
                </a:solidFill>
              </a:defRPr>
            </a:lvl9pPr>
          </a:lstStyle>
          <a:p>
            <a:endParaRPr/>
          </a:p>
        </p:txBody>
      </p:sp>
      <p:sp>
        <p:nvSpPr>
          <p:cNvPr id="58" name="Google Shape;58;p20"/>
          <p:cNvSpPr txBox="1">
            <a:spLocks noGrp="1"/>
          </p:cNvSpPr>
          <p:nvPr>
            <p:ph type="body" idx="3"/>
          </p:nvPr>
        </p:nvSpPr>
        <p:spPr>
          <a:xfrm>
            <a:off x="882808" y="3138045"/>
            <a:ext cx="3028966" cy="246221"/>
          </a:xfrm>
          <a:prstGeom prst="rect">
            <a:avLst/>
          </a:prstGeom>
          <a:noFill/>
          <a:ln>
            <a:noFill/>
          </a:ln>
        </p:spPr>
        <p:txBody>
          <a:bodyPr spcFirstLastPara="1" wrap="square" lIns="0" tIns="0" rIns="0" bIns="0" anchor="t" anchorCtr="0">
            <a:spAutoFit/>
          </a:bodyPr>
          <a:lstStyle>
            <a:lvl1pPr marL="457200" lvl="0" indent="-228600" algn="l">
              <a:spcBef>
                <a:spcPts val="0"/>
              </a:spcBef>
              <a:spcAft>
                <a:spcPts val="0"/>
              </a:spcAft>
              <a:buClr>
                <a:schemeClr val="lt1"/>
              </a:buClr>
              <a:buSzPts val="1600"/>
              <a:buNone/>
              <a:defRPr sz="1600" b="0">
                <a:solidFill>
                  <a:schemeClr val="lt1"/>
                </a:solidFill>
              </a:defRPr>
            </a:lvl1pPr>
            <a:lvl2pPr marL="914400" lvl="1" indent="-228600" algn="l">
              <a:spcBef>
                <a:spcPts val="600"/>
              </a:spcBef>
              <a:spcAft>
                <a:spcPts val="0"/>
              </a:spcAft>
              <a:buClr>
                <a:schemeClr val="accent1"/>
              </a:buClr>
              <a:buSzPts val="1800"/>
              <a:buNone/>
              <a:defRPr/>
            </a:lvl2pPr>
            <a:lvl3pPr marL="1371600" lvl="2" indent="-342900" algn="l">
              <a:spcBef>
                <a:spcPts val="0"/>
              </a:spcBef>
              <a:spcAft>
                <a:spcPts val="0"/>
              </a:spcAft>
              <a:buClr>
                <a:schemeClr val="accent1"/>
              </a:buClr>
              <a:buSzPts val="1800"/>
              <a:buChar char="—"/>
              <a:defRPr/>
            </a:lvl3pPr>
            <a:lvl4pPr marL="1828800" lvl="3" indent="-342900" algn="l">
              <a:spcBef>
                <a:spcPts val="0"/>
              </a:spcBef>
              <a:spcAft>
                <a:spcPts val="0"/>
              </a:spcAft>
              <a:buClr>
                <a:schemeClr val="accent1"/>
              </a:buClr>
              <a:buSzPts val="1800"/>
              <a:buChar char="–"/>
              <a:defRPr/>
            </a:lvl4pPr>
            <a:lvl5pPr marL="2286000" lvl="4" indent="-228600" algn="l">
              <a:spcBef>
                <a:spcPts val="600"/>
              </a:spcBef>
              <a:spcAft>
                <a:spcPts val="0"/>
              </a:spcAft>
              <a:buClr>
                <a:schemeClr val="accent1"/>
              </a:buClr>
              <a:buSzPts val="1800"/>
              <a:buNone/>
              <a:defRPr/>
            </a:lvl5pPr>
            <a:lvl6pPr marL="2743200" lvl="5" indent="-228600" algn="l">
              <a:lnSpc>
                <a:spcPct val="100000"/>
              </a:lnSpc>
              <a:spcBef>
                <a:spcPts val="600"/>
              </a:spcBef>
              <a:spcAft>
                <a:spcPts val="0"/>
              </a:spcAft>
              <a:buClr>
                <a:schemeClr val="accent1"/>
              </a:buClr>
              <a:buSzPts val="1800"/>
              <a:buNone/>
              <a:defRPr/>
            </a:lvl6pPr>
            <a:lvl7pPr marL="3200400" lvl="6" indent="-342900" algn="l">
              <a:lnSpc>
                <a:spcPct val="100000"/>
              </a:lnSpc>
              <a:spcBef>
                <a:spcPts val="0"/>
              </a:spcBef>
              <a:spcAft>
                <a:spcPts val="0"/>
              </a:spcAft>
              <a:buClr>
                <a:schemeClr val="accent1"/>
              </a:buClr>
              <a:buSzPts val="1800"/>
              <a:buChar char="—"/>
              <a:defRPr/>
            </a:lvl7pPr>
            <a:lvl8pPr marL="3657600" lvl="7" indent="-342900" algn="l">
              <a:lnSpc>
                <a:spcPct val="100000"/>
              </a:lnSpc>
              <a:spcBef>
                <a:spcPts val="0"/>
              </a:spcBef>
              <a:spcAft>
                <a:spcPts val="0"/>
              </a:spcAft>
              <a:buClr>
                <a:schemeClr val="accent1"/>
              </a:buClr>
              <a:buSzPts val="1800"/>
              <a:buChar char="–"/>
              <a:defRPr/>
            </a:lvl8pPr>
            <a:lvl9pPr marL="4114800" lvl="8" indent="-342900" algn="l">
              <a:lnSpc>
                <a:spcPct val="100000"/>
              </a:lnSpc>
              <a:spcBef>
                <a:spcPts val="0"/>
              </a:spcBef>
              <a:spcAft>
                <a:spcPts val="0"/>
              </a:spcAft>
              <a:buClr>
                <a:schemeClr val="accent1"/>
              </a:buClr>
              <a:buSzPts val="1800"/>
              <a:buChar char="▪"/>
              <a:defRPr/>
            </a:lvl9pPr>
          </a:lstStyle>
          <a:p>
            <a:endParaRPr/>
          </a:p>
        </p:txBody>
      </p:sp>
      <p:sp>
        <p:nvSpPr>
          <p:cNvPr id="59" name="Google Shape;59;p20"/>
          <p:cNvSpPr txBox="1">
            <a:spLocks noGrp="1"/>
          </p:cNvSpPr>
          <p:nvPr>
            <p:ph type="body" idx="4"/>
          </p:nvPr>
        </p:nvSpPr>
        <p:spPr>
          <a:xfrm>
            <a:off x="882770" y="4375609"/>
            <a:ext cx="4694293" cy="492443"/>
          </a:xfrm>
          <a:prstGeom prst="rect">
            <a:avLst/>
          </a:prstGeom>
          <a:noFill/>
          <a:ln>
            <a:noFill/>
          </a:ln>
        </p:spPr>
        <p:txBody>
          <a:bodyPr spcFirstLastPara="1" wrap="square" lIns="0" tIns="0" rIns="0" bIns="0" anchor="t" anchorCtr="0">
            <a:spAutoFit/>
          </a:bodyPr>
          <a:lstStyle>
            <a:lvl1pPr marL="457200" lvl="0" indent="-228600" algn="l">
              <a:spcBef>
                <a:spcPts val="600"/>
              </a:spcBef>
              <a:spcAft>
                <a:spcPts val="0"/>
              </a:spcAft>
              <a:buClr>
                <a:schemeClr val="lt1"/>
              </a:buClr>
              <a:buSzPts val="3200"/>
              <a:buNone/>
              <a:defRPr sz="3200" b="0">
                <a:solidFill>
                  <a:schemeClr val="lt1"/>
                </a:solidFill>
              </a:defRPr>
            </a:lvl1pPr>
            <a:lvl2pPr marL="914400" lvl="1" indent="-228600" algn="l">
              <a:spcBef>
                <a:spcPts val="600"/>
              </a:spcBef>
              <a:spcAft>
                <a:spcPts val="0"/>
              </a:spcAft>
              <a:buClr>
                <a:schemeClr val="accent1"/>
              </a:buClr>
              <a:buSzPts val="1800"/>
              <a:buNone/>
              <a:defRPr/>
            </a:lvl2pPr>
            <a:lvl3pPr marL="1371600" lvl="2" indent="-228600" algn="l">
              <a:spcBef>
                <a:spcPts val="0"/>
              </a:spcBef>
              <a:spcAft>
                <a:spcPts val="0"/>
              </a:spcAft>
              <a:buClr>
                <a:schemeClr val="accent1"/>
              </a:buClr>
              <a:buSzPts val="1600"/>
              <a:buNone/>
              <a:defRPr/>
            </a:lvl3pPr>
            <a:lvl4pPr marL="1828800" lvl="3" indent="-228600" algn="l">
              <a:spcBef>
                <a:spcPts val="0"/>
              </a:spcBef>
              <a:spcAft>
                <a:spcPts val="0"/>
              </a:spcAft>
              <a:buClr>
                <a:schemeClr val="accent1"/>
              </a:buClr>
              <a:buSzPts val="1600"/>
              <a:buNone/>
              <a:defRPr/>
            </a:lvl4pPr>
            <a:lvl5pPr marL="2286000" lvl="4" indent="-228600" algn="l">
              <a:spcBef>
                <a:spcPts val="600"/>
              </a:spcBef>
              <a:spcAft>
                <a:spcPts val="0"/>
              </a:spcAft>
              <a:buClr>
                <a:schemeClr val="accent1"/>
              </a:buClr>
              <a:buSzPts val="1800"/>
              <a:buNone/>
              <a:defRPr/>
            </a:lvl5pPr>
            <a:lvl6pPr marL="2743200" lvl="5" indent="-228600" algn="l">
              <a:lnSpc>
                <a:spcPct val="100000"/>
              </a:lnSpc>
              <a:spcBef>
                <a:spcPts val="600"/>
              </a:spcBef>
              <a:spcAft>
                <a:spcPts val="0"/>
              </a:spcAft>
              <a:buClr>
                <a:schemeClr val="accent1"/>
              </a:buClr>
              <a:buSzPts val="1800"/>
              <a:buNone/>
              <a:defRPr/>
            </a:lvl6pPr>
            <a:lvl7pPr marL="3200400" lvl="6" indent="-342900" algn="l">
              <a:lnSpc>
                <a:spcPct val="100000"/>
              </a:lnSpc>
              <a:spcBef>
                <a:spcPts val="0"/>
              </a:spcBef>
              <a:spcAft>
                <a:spcPts val="0"/>
              </a:spcAft>
              <a:buClr>
                <a:schemeClr val="accent1"/>
              </a:buClr>
              <a:buSzPts val="1800"/>
              <a:buChar char="—"/>
              <a:defRPr/>
            </a:lvl7pPr>
            <a:lvl8pPr marL="3657600" lvl="7" indent="-342900" algn="l">
              <a:lnSpc>
                <a:spcPct val="100000"/>
              </a:lnSpc>
              <a:spcBef>
                <a:spcPts val="0"/>
              </a:spcBef>
              <a:spcAft>
                <a:spcPts val="0"/>
              </a:spcAft>
              <a:buClr>
                <a:schemeClr val="accent1"/>
              </a:buClr>
              <a:buSzPts val="1800"/>
              <a:buChar char="–"/>
              <a:defRPr/>
            </a:lvl8pPr>
            <a:lvl9pPr marL="4114800" lvl="8" indent="-342900" algn="l">
              <a:lnSpc>
                <a:spcPct val="100000"/>
              </a:lnSpc>
              <a:spcBef>
                <a:spcPts val="0"/>
              </a:spcBef>
              <a:spcAft>
                <a:spcPts val="0"/>
              </a:spcAft>
              <a:buClr>
                <a:schemeClr val="accent1"/>
              </a:buClr>
              <a:buSzPts val="1800"/>
              <a:buChar char="▪"/>
              <a:defRPr/>
            </a:lvl9pPr>
          </a:lstStyle>
          <a:p>
            <a:endParaRPr/>
          </a:p>
        </p:txBody>
      </p:sp>
      <p:sp>
        <p:nvSpPr>
          <p:cNvPr id="60" name="Google Shape;60;p20"/>
          <p:cNvSpPr txBox="1">
            <a:spLocks noGrp="1"/>
          </p:cNvSpPr>
          <p:nvPr>
            <p:ph type="body" idx="5"/>
          </p:nvPr>
        </p:nvSpPr>
        <p:spPr>
          <a:xfrm>
            <a:off x="882808" y="5312641"/>
            <a:ext cx="4602029" cy="246221"/>
          </a:xfrm>
          <a:prstGeom prst="rect">
            <a:avLst/>
          </a:prstGeom>
          <a:noFill/>
          <a:ln>
            <a:noFill/>
          </a:ln>
        </p:spPr>
        <p:txBody>
          <a:bodyPr spcFirstLastPara="1" wrap="square" lIns="0" tIns="0" rIns="0" bIns="0" anchor="t" anchorCtr="0">
            <a:spAutoFit/>
          </a:bodyPr>
          <a:lstStyle>
            <a:lvl1pPr marL="457200" lvl="0" indent="-228600" algn="l">
              <a:spcBef>
                <a:spcPts val="600"/>
              </a:spcBef>
              <a:spcAft>
                <a:spcPts val="0"/>
              </a:spcAft>
              <a:buClr>
                <a:schemeClr val="lt1"/>
              </a:buClr>
              <a:buSzPts val="1600"/>
              <a:buNone/>
              <a:defRPr b="0">
                <a:solidFill>
                  <a:schemeClr val="lt1"/>
                </a:solidFill>
              </a:defRPr>
            </a:lvl1pPr>
            <a:lvl2pPr marL="914400" lvl="1" indent="-228600" algn="l">
              <a:spcBef>
                <a:spcPts val="600"/>
              </a:spcBef>
              <a:spcAft>
                <a:spcPts val="0"/>
              </a:spcAft>
              <a:buClr>
                <a:schemeClr val="accent1"/>
              </a:buClr>
              <a:buSzPts val="1800"/>
              <a:buNone/>
              <a:defRPr/>
            </a:lvl2pPr>
            <a:lvl3pPr marL="1371600" lvl="2" indent="-342900" algn="l">
              <a:spcBef>
                <a:spcPts val="0"/>
              </a:spcBef>
              <a:spcAft>
                <a:spcPts val="0"/>
              </a:spcAft>
              <a:buClr>
                <a:schemeClr val="accent1"/>
              </a:buClr>
              <a:buSzPts val="1800"/>
              <a:buChar char="—"/>
              <a:defRPr/>
            </a:lvl3pPr>
            <a:lvl4pPr marL="1828800" lvl="3" indent="-342900" algn="l">
              <a:spcBef>
                <a:spcPts val="0"/>
              </a:spcBef>
              <a:spcAft>
                <a:spcPts val="0"/>
              </a:spcAft>
              <a:buClr>
                <a:schemeClr val="accent1"/>
              </a:buClr>
              <a:buSzPts val="1800"/>
              <a:buChar char="–"/>
              <a:defRPr/>
            </a:lvl4pPr>
            <a:lvl5pPr marL="2286000" lvl="4" indent="-228600" algn="l">
              <a:spcBef>
                <a:spcPts val="600"/>
              </a:spcBef>
              <a:spcAft>
                <a:spcPts val="0"/>
              </a:spcAft>
              <a:buClr>
                <a:schemeClr val="accent1"/>
              </a:buClr>
              <a:buSzPts val="1800"/>
              <a:buNone/>
              <a:defRPr/>
            </a:lvl5pPr>
            <a:lvl6pPr marL="2743200" lvl="5" indent="-228600" algn="l">
              <a:lnSpc>
                <a:spcPct val="100000"/>
              </a:lnSpc>
              <a:spcBef>
                <a:spcPts val="600"/>
              </a:spcBef>
              <a:spcAft>
                <a:spcPts val="0"/>
              </a:spcAft>
              <a:buClr>
                <a:schemeClr val="accent1"/>
              </a:buClr>
              <a:buSzPts val="1800"/>
              <a:buNone/>
              <a:defRPr/>
            </a:lvl6pPr>
            <a:lvl7pPr marL="3200400" lvl="6" indent="-342900" algn="l">
              <a:lnSpc>
                <a:spcPct val="100000"/>
              </a:lnSpc>
              <a:spcBef>
                <a:spcPts val="0"/>
              </a:spcBef>
              <a:spcAft>
                <a:spcPts val="0"/>
              </a:spcAft>
              <a:buClr>
                <a:schemeClr val="accent1"/>
              </a:buClr>
              <a:buSzPts val="1800"/>
              <a:buChar char="—"/>
              <a:defRPr/>
            </a:lvl7pPr>
            <a:lvl8pPr marL="3657600" lvl="7" indent="-342900" algn="l">
              <a:lnSpc>
                <a:spcPct val="100000"/>
              </a:lnSpc>
              <a:spcBef>
                <a:spcPts val="0"/>
              </a:spcBef>
              <a:spcAft>
                <a:spcPts val="0"/>
              </a:spcAft>
              <a:buClr>
                <a:schemeClr val="accent1"/>
              </a:buClr>
              <a:buSzPts val="1800"/>
              <a:buChar char="–"/>
              <a:defRPr/>
            </a:lvl8pPr>
            <a:lvl9pPr marL="4114800" lvl="8" indent="-342900" algn="l">
              <a:lnSpc>
                <a:spcPct val="100000"/>
              </a:lnSpc>
              <a:spcBef>
                <a:spcPts val="0"/>
              </a:spcBef>
              <a:spcAft>
                <a:spcPts val="0"/>
              </a:spcAft>
              <a:buClr>
                <a:schemeClr val="accent1"/>
              </a:buClr>
              <a:buSzPts val="1800"/>
              <a:buChar char="▪"/>
              <a:defRPr/>
            </a:lvl9pPr>
          </a:lstStyle>
          <a:p>
            <a:endParaRPr/>
          </a:p>
        </p:txBody>
      </p:sp>
      <p:pic>
        <p:nvPicPr>
          <p:cNvPr id="61" name="Google Shape;61;p20" descr="Logo. Acht unregelmäßige Dreiecksflächen sind, im Uhrzeigersinn zu einem regelmäßig achteckigen Ring angeordnet. Links daneben zweizeilig der Schriftzug &quot;DRESDEN concept" title="Logo Dresden concept"/>
          <p:cNvPicPr preferRelativeResize="0"/>
          <p:nvPr/>
        </p:nvPicPr>
        <p:blipFill rotWithShape="1">
          <a:blip r:embed="rId2">
            <a:alphaModFix/>
          </a:blip>
          <a:srcRect/>
          <a:stretch/>
        </p:blipFill>
        <p:spPr>
          <a:xfrm>
            <a:off x="10407694" y="329323"/>
            <a:ext cx="1463906" cy="543600"/>
          </a:xfrm>
          <a:prstGeom prst="rect">
            <a:avLst/>
          </a:prstGeom>
          <a:noFill/>
          <a:ln>
            <a:noFill/>
          </a:ln>
        </p:spPr>
      </p:pic>
      <p:pic>
        <p:nvPicPr>
          <p:cNvPr id="62" name="Google Shape;62;p20" descr="Logo. Schriftzug &quot;Technische Universität Dresden&quot;. Links davon befindet sich ein Achteck, das in zwei Bereiche aufgeteilt ist, die zusammen die Buchstaben &quot;T&quot; und &quot;U&quot; ergeben." title="Logo der TU Dresden"/>
          <p:cNvPicPr preferRelativeResize="0"/>
          <p:nvPr/>
        </p:nvPicPr>
        <p:blipFill rotWithShape="1">
          <a:blip r:embed="rId3">
            <a:alphaModFix/>
          </a:blip>
          <a:srcRect/>
          <a:stretch/>
        </p:blipFill>
        <p:spPr>
          <a:xfrm>
            <a:off x="290304" y="349731"/>
            <a:ext cx="1765029" cy="514800"/>
          </a:xfrm>
          <a:prstGeom prst="rect">
            <a:avLst/>
          </a:prstGeom>
          <a:noFill/>
          <a:ln>
            <a:noFill/>
          </a:ln>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matchingName="2_Titelfolie_TUD_Foto_a">
  <p:cSld name="2_Titelfolie_TUD_Foto_a">
    <p:spTree>
      <p:nvGrpSpPr>
        <p:cNvPr id="1" name="Shape 63"/>
        <p:cNvGrpSpPr/>
        <p:nvPr/>
      </p:nvGrpSpPr>
      <p:grpSpPr>
        <a:xfrm>
          <a:off x="0" y="0"/>
          <a:ext cx="0" cy="0"/>
          <a:chOff x="0" y="0"/>
          <a:chExt cx="0" cy="0"/>
        </a:xfrm>
      </p:grpSpPr>
      <p:sp>
        <p:nvSpPr>
          <p:cNvPr id="64" name="Google Shape;64;p21"/>
          <p:cNvSpPr>
            <a:spLocks noGrp="1"/>
          </p:cNvSpPr>
          <p:nvPr>
            <p:ph type="pic" idx="2"/>
          </p:nvPr>
        </p:nvSpPr>
        <p:spPr>
          <a:xfrm>
            <a:off x="0" y="0"/>
            <a:ext cx="12192000" cy="6858000"/>
          </a:xfrm>
          <a:prstGeom prst="rect">
            <a:avLst/>
          </a:prstGeom>
          <a:solidFill>
            <a:srgbClr val="F2F2F2"/>
          </a:solidFill>
          <a:ln>
            <a:noFill/>
          </a:ln>
        </p:spPr>
      </p:sp>
      <p:grpSp>
        <p:nvGrpSpPr>
          <p:cNvPr id="65" name="Google Shape;65;p21"/>
          <p:cNvGrpSpPr/>
          <p:nvPr/>
        </p:nvGrpSpPr>
        <p:grpSpPr>
          <a:xfrm>
            <a:off x="10411983" y="326258"/>
            <a:ext cx="1467221" cy="557364"/>
            <a:chOff x="13050" y="-8950"/>
            <a:chExt cx="2996775" cy="3035750"/>
          </a:xfrm>
        </p:grpSpPr>
        <p:sp>
          <p:nvSpPr>
            <p:cNvPr id="66" name="Google Shape;66;p21"/>
            <p:cNvSpPr/>
            <p:nvPr/>
          </p:nvSpPr>
          <p:spPr>
            <a:xfrm>
              <a:off x="13050" y="1830350"/>
              <a:ext cx="130750" cy="473225"/>
            </a:xfrm>
            <a:custGeom>
              <a:avLst/>
              <a:gdLst/>
              <a:ahLst/>
              <a:cxnLst/>
              <a:rect l="l" t="t" r="r" b="b"/>
              <a:pathLst>
                <a:path w="5230" h="18929" extrusionOk="0">
                  <a:moveTo>
                    <a:pt x="3007" y="0"/>
                  </a:moveTo>
                  <a:cubicBezTo>
                    <a:pt x="1439" y="0"/>
                    <a:pt x="1" y="2500"/>
                    <a:pt x="1" y="9643"/>
                  </a:cubicBezTo>
                  <a:cubicBezTo>
                    <a:pt x="1" y="16429"/>
                    <a:pt x="1439" y="18929"/>
                    <a:pt x="3007" y="18929"/>
                  </a:cubicBezTo>
                  <a:cubicBezTo>
                    <a:pt x="3922" y="18929"/>
                    <a:pt x="4707" y="18215"/>
                    <a:pt x="5230" y="16786"/>
                  </a:cubicBezTo>
                  <a:cubicBezTo>
                    <a:pt x="5230" y="16786"/>
                    <a:pt x="5230" y="16786"/>
                    <a:pt x="4315" y="14286"/>
                  </a:cubicBezTo>
                  <a:cubicBezTo>
                    <a:pt x="3922" y="15357"/>
                    <a:pt x="3530" y="16072"/>
                    <a:pt x="3007" y="16072"/>
                  </a:cubicBezTo>
                  <a:cubicBezTo>
                    <a:pt x="2485" y="16072"/>
                    <a:pt x="2092" y="15357"/>
                    <a:pt x="1831" y="14286"/>
                  </a:cubicBezTo>
                  <a:cubicBezTo>
                    <a:pt x="1439" y="13215"/>
                    <a:pt x="1308" y="11786"/>
                    <a:pt x="1308" y="9643"/>
                  </a:cubicBezTo>
                  <a:cubicBezTo>
                    <a:pt x="1308" y="7500"/>
                    <a:pt x="1439" y="6072"/>
                    <a:pt x="1831" y="5000"/>
                  </a:cubicBezTo>
                  <a:cubicBezTo>
                    <a:pt x="2092" y="3929"/>
                    <a:pt x="2485" y="3215"/>
                    <a:pt x="3007" y="3215"/>
                  </a:cubicBezTo>
                  <a:cubicBezTo>
                    <a:pt x="3530" y="3215"/>
                    <a:pt x="3922" y="3929"/>
                    <a:pt x="4315" y="5000"/>
                  </a:cubicBezTo>
                  <a:cubicBezTo>
                    <a:pt x="4315" y="5000"/>
                    <a:pt x="4315" y="5000"/>
                    <a:pt x="5230" y="2500"/>
                  </a:cubicBezTo>
                  <a:cubicBezTo>
                    <a:pt x="4707" y="715"/>
                    <a:pt x="3922" y="0"/>
                    <a:pt x="3007" y="0"/>
                  </a:cubicBezTo>
                  <a:close/>
                </a:path>
              </a:pathLst>
            </a:custGeom>
            <a:solidFill>
              <a:srgbClr val="192D6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 name="Google Shape;67;p21"/>
            <p:cNvSpPr/>
            <p:nvPr/>
          </p:nvSpPr>
          <p:spPr>
            <a:xfrm>
              <a:off x="209150" y="1821425"/>
              <a:ext cx="143800" cy="482150"/>
            </a:xfrm>
            <a:custGeom>
              <a:avLst/>
              <a:gdLst/>
              <a:ahLst/>
              <a:cxnLst/>
              <a:rect l="l" t="t" r="r" b="b"/>
              <a:pathLst>
                <a:path w="5752" h="19286" extrusionOk="0">
                  <a:moveTo>
                    <a:pt x="2876" y="3572"/>
                  </a:moveTo>
                  <a:cubicBezTo>
                    <a:pt x="3137" y="3572"/>
                    <a:pt x="3529" y="3929"/>
                    <a:pt x="3791" y="4643"/>
                  </a:cubicBezTo>
                  <a:cubicBezTo>
                    <a:pt x="4183" y="5714"/>
                    <a:pt x="4314" y="7857"/>
                    <a:pt x="4314" y="9643"/>
                  </a:cubicBezTo>
                  <a:cubicBezTo>
                    <a:pt x="4314" y="11786"/>
                    <a:pt x="4183" y="13572"/>
                    <a:pt x="3791" y="15000"/>
                  </a:cubicBezTo>
                  <a:cubicBezTo>
                    <a:pt x="3660" y="15714"/>
                    <a:pt x="3268" y="16072"/>
                    <a:pt x="2876" y="16072"/>
                  </a:cubicBezTo>
                  <a:cubicBezTo>
                    <a:pt x="2353" y="16072"/>
                    <a:pt x="2092" y="15714"/>
                    <a:pt x="1830" y="15000"/>
                  </a:cubicBezTo>
                  <a:cubicBezTo>
                    <a:pt x="1438" y="13572"/>
                    <a:pt x="1307" y="11786"/>
                    <a:pt x="1307" y="9643"/>
                  </a:cubicBezTo>
                  <a:cubicBezTo>
                    <a:pt x="1307" y="7857"/>
                    <a:pt x="1438" y="5714"/>
                    <a:pt x="1830" y="4643"/>
                  </a:cubicBezTo>
                  <a:cubicBezTo>
                    <a:pt x="2092" y="3929"/>
                    <a:pt x="2353" y="3572"/>
                    <a:pt x="2876" y="3572"/>
                  </a:cubicBezTo>
                  <a:close/>
                  <a:moveTo>
                    <a:pt x="2876" y="0"/>
                  </a:moveTo>
                  <a:cubicBezTo>
                    <a:pt x="1830" y="0"/>
                    <a:pt x="1307" y="1072"/>
                    <a:pt x="784" y="2143"/>
                  </a:cubicBezTo>
                  <a:cubicBezTo>
                    <a:pt x="131" y="4286"/>
                    <a:pt x="0" y="6429"/>
                    <a:pt x="0" y="9643"/>
                  </a:cubicBezTo>
                  <a:cubicBezTo>
                    <a:pt x="0" y="12857"/>
                    <a:pt x="131" y="15357"/>
                    <a:pt x="784" y="17143"/>
                  </a:cubicBezTo>
                  <a:cubicBezTo>
                    <a:pt x="1176" y="18572"/>
                    <a:pt x="1830" y="19286"/>
                    <a:pt x="2876" y="19286"/>
                  </a:cubicBezTo>
                  <a:cubicBezTo>
                    <a:pt x="3660" y="19286"/>
                    <a:pt x="4444" y="18572"/>
                    <a:pt x="4837" y="17143"/>
                  </a:cubicBezTo>
                  <a:cubicBezTo>
                    <a:pt x="5490" y="15357"/>
                    <a:pt x="5621" y="12857"/>
                    <a:pt x="5752" y="9643"/>
                  </a:cubicBezTo>
                  <a:cubicBezTo>
                    <a:pt x="5752" y="6429"/>
                    <a:pt x="5490" y="4286"/>
                    <a:pt x="4837" y="2143"/>
                  </a:cubicBezTo>
                  <a:cubicBezTo>
                    <a:pt x="4444" y="1072"/>
                    <a:pt x="3791" y="0"/>
                    <a:pt x="2876" y="0"/>
                  </a:cubicBezTo>
                  <a:close/>
                </a:path>
              </a:pathLst>
            </a:custGeom>
            <a:solidFill>
              <a:srgbClr val="192D6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 name="Google Shape;68;p21"/>
            <p:cNvSpPr/>
            <p:nvPr/>
          </p:nvSpPr>
          <p:spPr>
            <a:xfrm>
              <a:off x="431350" y="1821425"/>
              <a:ext cx="137300" cy="482150"/>
            </a:xfrm>
            <a:custGeom>
              <a:avLst/>
              <a:gdLst/>
              <a:ahLst/>
              <a:cxnLst/>
              <a:rect l="l" t="t" r="r" b="b"/>
              <a:pathLst>
                <a:path w="5492" h="19286" extrusionOk="0">
                  <a:moveTo>
                    <a:pt x="3138" y="0"/>
                  </a:moveTo>
                  <a:cubicBezTo>
                    <a:pt x="2485" y="0"/>
                    <a:pt x="1831" y="714"/>
                    <a:pt x="1308" y="2143"/>
                  </a:cubicBezTo>
                  <a:cubicBezTo>
                    <a:pt x="1308" y="2143"/>
                    <a:pt x="1308" y="2143"/>
                    <a:pt x="1308" y="357"/>
                  </a:cubicBezTo>
                  <a:lnTo>
                    <a:pt x="1" y="357"/>
                  </a:lnTo>
                  <a:cubicBezTo>
                    <a:pt x="1" y="357"/>
                    <a:pt x="1" y="357"/>
                    <a:pt x="1" y="19286"/>
                  </a:cubicBezTo>
                  <a:lnTo>
                    <a:pt x="1308" y="19286"/>
                  </a:lnTo>
                  <a:cubicBezTo>
                    <a:pt x="1308" y="19286"/>
                    <a:pt x="1308" y="19286"/>
                    <a:pt x="1308" y="7857"/>
                  </a:cubicBezTo>
                  <a:cubicBezTo>
                    <a:pt x="1308" y="5000"/>
                    <a:pt x="1962" y="3572"/>
                    <a:pt x="2746" y="3572"/>
                  </a:cubicBezTo>
                  <a:cubicBezTo>
                    <a:pt x="3530" y="3572"/>
                    <a:pt x="4184" y="4643"/>
                    <a:pt x="4184" y="7857"/>
                  </a:cubicBezTo>
                  <a:cubicBezTo>
                    <a:pt x="4184" y="7857"/>
                    <a:pt x="4184" y="7857"/>
                    <a:pt x="4184" y="19286"/>
                  </a:cubicBezTo>
                  <a:lnTo>
                    <a:pt x="5491" y="19286"/>
                  </a:lnTo>
                  <a:cubicBezTo>
                    <a:pt x="5491" y="19286"/>
                    <a:pt x="5491" y="19286"/>
                    <a:pt x="5491" y="7143"/>
                  </a:cubicBezTo>
                  <a:cubicBezTo>
                    <a:pt x="5491" y="5000"/>
                    <a:pt x="5360" y="3214"/>
                    <a:pt x="4838" y="1786"/>
                  </a:cubicBezTo>
                  <a:cubicBezTo>
                    <a:pt x="4445" y="714"/>
                    <a:pt x="3922" y="0"/>
                    <a:pt x="3138" y="0"/>
                  </a:cubicBezTo>
                  <a:close/>
                </a:path>
              </a:pathLst>
            </a:custGeom>
            <a:solidFill>
              <a:srgbClr val="192D6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 name="Google Shape;69;p21"/>
            <p:cNvSpPr/>
            <p:nvPr/>
          </p:nvSpPr>
          <p:spPr>
            <a:xfrm>
              <a:off x="643775" y="1830350"/>
              <a:ext cx="134025" cy="473225"/>
            </a:xfrm>
            <a:custGeom>
              <a:avLst/>
              <a:gdLst/>
              <a:ahLst/>
              <a:cxnLst/>
              <a:rect l="l" t="t" r="r" b="b"/>
              <a:pathLst>
                <a:path w="5361" h="18929" extrusionOk="0">
                  <a:moveTo>
                    <a:pt x="3138" y="0"/>
                  </a:moveTo>
                  <a:cubicBezTo>
                    <a:pt x="1569" y="0"/>
                    <a:pt x="1" y="2500"/>
                    <a:pt x="1" y="9643"/>
                  </a:cubicBezTo>
                  <a:cubicBezTo>
                    <a:pt x="1" y="16429"/>
                    <a:pt x="1569" y="18929"/>
                    <a:pt x="3138" y="18929"/>
                  </a:cubicBezTo>
                  <a:cubicBezTo>
                    <a:pt x="4053" y="18929"/>
                    <a:pt x="4707" y="18215"/>
                    <a:pt x="5360" y="16786"/>
                  </a:cubicBezTo>
                  <a:cubicBezTo>
                    <a:pt x="5360" y="16786"/>
                    <a:pt x="5360" y="16786"/>
                    <a:pt x="4445" y="14286"/>
                  </a:cubicBezTo>
                  <a:cubicBezTo>
                    <a:pt x="4053" y="15357"/>
                    <a:pt x="3661" y="16072"/>
                    <a:pt x="3138" y="16072"/>
                  </a:cubicBezTo>
                  <a:cubicBezTo>
                    <a:pt x="2615" y="16072"/>
                    <a:pt x="2223" y="15357"/>
                    <a:pt x="1831" y="14286"/>
                  </a:cubicBezTo>
                  <a:cubicBezTo>
                    <a:pt x="1569" y="13215"/>
                    <a:pt x="1439" y="11786"/>
                    <a:pt x="1439" y="9643"/>
                  </a:cubicBezTo>
                  <a:cubicBezTo>
                    <a:pt x="1439" y="7500"/>
                    <a:pt x="1569" y="6072"/>
                    <a:pt x="1831" y="5000"/>
                  </a:cubicBezTo>
                  <a:cubicBezTo>
                    <a:pt x="2092" y="3929"/>
                    <a:pt x="2615" y="3215"/>
                    <a:pt x="3138" y="3215"/>
                  </a:cubicBezTo>
                  <a:cubicBezTo>
                    <a:pt x="3661" y="3215"/>
                    <a:pt x="4053" y="3929"/>
                    <a:pt x="4445" y="5000"/>
                  </a:cubicBezTo>
                  <a:cubicBezTo>
                    <a:pt x="4445" y="5000"/>
                    <a:pt x="4445" y="5000"/>
                    <a:pt x="5360" y="2500"/>
                  </a:cubicBezTo>
                  <a:cubicBezTo>
                    <a:pt x="4707" y="715"/>
                    <a:pt x="4053" y="0"/>
                    <a:pt x="3138" y="0"/>
                  </a:cubicBezTo>
                  <a:close/>
                </a:path>
              </a:pathLst>
            </a:custGeom>
            <a:solidFill>
              <a:srgbClr val="192D6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 name="Google Shape;70;p21"/>
            <p:cNvSpPr/>
            <p:nvPr/>
          </p:nvSpPr>
          <p:spPr>
            <a:xfrm>
              <a:off x="839850" y="1830350"/>
              <a:ext cx="147100" cy="482150"/>
            </a:xfrm>
            <a:custGeom>
              <a:avLst/>
              <a:gdLst/>
              <a:ahLst/>
              <a:cxnLst/>
              <a:rect l="l" t="t" r="r" b="b"/>
              <a:pathLst>
                <a:path w="5884" h="19286" extrusionOk="0">
                  <a:moveTo>
                    <a:pt x="2877" y="2857"/>
                  </a:moveTo>
                  <a:cubicBezTo>
                    <a:pt x="3530" y="2857"/>
                    <a:pt x="4053" y="3929"/>
                    <a:pt x="4314" y="5357"/>
                  </a:cubicBezTo>
                  <a:cubicBezTo>
                    <a:pt x="4314" y="6072"/>
                    <a:pt x="4445" y="6786"/>
                    <a:pt x="4445" y="7857"/>
                  </a:cubicBezTo>
                  <a:lnTo>
                    <a:pt x="1439" y="7857"/>
                  </a:lnTo>
                  <a:cubicBezTo>
                    <a:pt x="1439" y="6786"/>
                    <a:pt x="1439" y="6072"/>
                    <a:pt x="1569" y="5357"/>
                  </a:cubicBezTo>
                  <a:cubicBezTo>
                    <a:pt x="1700" y="3929"/>
                    <a:pt x="2223" y="2857"/>
                    <a:pt x="2877" y="2857"/>
                  </a:cubicBezTo>
                  <a:close/>
                  <a:moveTo>
                    <a:pt x="2877" y="0"/>
                  </a:moveTo>
                  <a:cubicBezTo>
                    <a:pt x="1177" y="0"/>
                    <a:pt x="1" y="3572"/>
                    <a:pt x="1" y="9643"/>
                  </a:cubicBezTo>
                  <a:cubicBezTo>
                    <a:pt x="1" y="16786"/>
                    <a:pt x="1308" y="19286"/>
                    <a:pt x="3007" y="19286"/>
                  </a:cubicBezTo>
                  <a:cubicBezTo>
                    <a:pt x="4314" y="19286"/>
                    <a:pt x="4968" y="18215"/>
                    <a:pt x="5622" y="16072"/>
                  </a:cubicBezTo>
                  <a:cubicBezTo>
                    <a:pt x="5622" y="16072"/>
                    <a:pt x="5622" y="16072"/>
                    <a:pt x="4707" y="13929"/>
                  </a:cubicBezTo>
                  <a:cubicBezTo>
                    <a:pt x="4314" y="15357"/>
                    <a:pt x="3792" y="15715"/>
                    <a:pt x="3007" y="15715"/>
                  </a:cubicBezTo>
                  <a:cubicBezTo>
                    <a:pt x="1962" y="15715"/>
                    <a:pt x="1308" y="13929"/>
                    <a:pt x="1308" y="10357"/>
                  </a:cubicBezTo>
                  <a:lnTo>
                    <a:pt x="5883" y="10357"/>
                  </a:lnTo>
                  <a:cubicBezTo>
                    <a:pt x="5883" y="10357"/>
                    <a:pt x="5883" y="10357"/>
                    <a:pt x="5883" y="8929"/>
                  </a:cubicBezTo>
                  <a:cubicBezTo>
                    <a:pt x="5883" y="3929"/>
                    <a:pt x="4707" y="0"/>
                    <a:pt x="2877" y="0"/>
                  </a:cubicBezTo>
                  <a:close/>
                </a:path>
              </a:pathLst>
            </a:custGeom>
            <a:solidFill>
              <a:srgbClr val="192D6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 name="Google Shape;71;p21"/>
            <p:cNvSpPr/>
            <p:nvPr/>
          </p:nvSpPr>
          <p:spPr>
            <a:xfrm>
              <a:off x="1062075" y="1821425"/>
              <a:ext cx="140550" cy="669650"/>
            </a:xfrm>
            <a:custGeom>
              <a:avLst/>
              <a:gdLst/>
              <a:ahLst/>
              <a:cxnLst/>
              <a:rect l="l" t="t" r="r" b="b"/>
              <a:pathLst>
                <a:path w="5622" h="26786" extrusionOk="0">
                  <a:moveTo>
                    <a:pt x="2746" y="3572"/>
                  </a:moveTo>
                  <a:cubicBezTo>
                    <a:pt x="4053" y="3572"/>
                    <a:pt x="4314" y="6429"/>
                    <a:pt x="4184" y="9643"/>
                  </a:cubicBezTo>
                  <a:cubicBezTo>
                    <a:pt x="4184" y="12857"/>
                    <a:pt x="4053" y="16072"/>
                    <a:pt x="2746" y="16072"/>
                  </a:cubicBezTo>
                  <a:cubicBezTo>
                    <a:pt x="1569" y="16072"/>
                    <a:pt x="1308" y="12857"/>
                    <a:pt x="1308" y="9643"/>
                  </a:cubicBezTo>
                  <a:cubicBezTo>
                    <a:pt x="1308" y="6429"/>
                    <a:pt x="1569" y="3572"/>
                    <a:pt x="2746" y="3572"/>
                  </a:cubicBezTo>
                  <a:close/>
                  <a:moveTo>
                    <a:pt x="3138" y="0"/>
                  </a:moveTo>
                  <a:cubicBezTo>
                    <a:pt x="2484" y="0"/>
                    <a:pt x="1831" y="714"/>
                    <a:pt x="1308" y="2143"/>
                  </a:cubicBezTo>
                  <a:cubicBezTo>
                    <a:pt x="1308" y="2143"/>
                    <a:pt x="1308" y="2143"/>
                    <a:pt x="1308" y="357"/>
                  </a:cubicBezTo>
                  <a:lnTo>
                    <a:pt x="1" y="357"/>
                  </a:lnTo>
                  <a:cubicBezTo>
                    <a:pt x="1" y="357"/>
                    <a:pt x="1" y="357"/>
                    <a:pt x="1" y="26786"/>
                  </a:cubicBezTo>
                  <a:lnTo>
                    <a:pt x="1308" y="26786"/>
                  </a:lnTo>
                  <a:cubicBezTo>
                    <a:pt x="1308" y="26786"/>
                    <a:pt x="1308" y="26786"/>
                    <a:pt x="1308" y="17143"/>
                  </a:cubicBezTo>
                  <a:cubicBezTo>
                    <a:pt x="1831" y="18929"/>
                    <a:pt x="2484" y="19286"/>
                    <a:pt x="3138" y="19286"/>
                  </a:cubicBezTo>
                  <a:cubicBezTo>
                    <a:pt x="3792" y="19286"/>
                    <a:pt x="4445" y="18572"/>
                    <a:pt x="4837" y="17857"/>
                  </a:cubicBezTo>
                  <a:cubicBezTo>
                    <a:pt x="5622" y="15714"/>
                    <a:pt x="5622" y="12500"/>
                    <a:pt x="5622" y="9643"/>
                  </a:cubicBezTo>
                  <a:cubicBezTo>
                    <a:pt x="5622" y="6786"/>
                    <a:pt x="5491" y="3572"/>
                    <a:pt x="4837" y="1786"/>
                  </a:cubicBezTo>
                  <a:cubicBezTo>
                    <a:pt x="4445" y="714"/>
                    <a:pt x="3792" y="0"/>
                    <a:pt x="3138" y="0"/>
                  </a:cubicBezTo>
                  <a:close/>
                </a:path>
              </a:pathLst>
            </a:custGeom>
            <a:solidFill>
              <a:srgbClr val="192D6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 name="Google Shape;72;p21"/>
            <p:cNvSpPr/>
            <p:nvPr/>
          </p:nvSpPr>
          <p:spPr>
            <a:xfrm>
              <a:off x="1267950" y="1696425"/>
              <a:ext cx="85000" cy="607150"/>
            </a:xfrm>
            <a:custGeom>
              <a:avLst/>
              <a:gdLst/>
              <a:ahLst/>
              <a:cxnLst/>
              <a:rect l="l" t="t" r="r" b="b"/>
              <a:pathLst>
                <a:path w="3400" h="24286" extrusionOk="0">
                  <a:moveTo>
                    <a:pt x="785" y="0"/>
                  </a:moveTo>
                  <a:cubicBezTo>
                    <a:pt x="785" y="0"/>
                    <a:pt x="785" y="0"/>
                    <a:pt x="785" y="5714"/>
                  </a:cubicBezTo>
                  <a:lnTo>
                    <a:pt x="1" y="5714"/>
                  </a:lnTo>
                  <a:cubicBezTo>
                    <a:pt x="1" y="5714"/>
                    <a:pt x="1" y="5714"/>
                    <a:pt x="1" y="8572"/>
                  </a:cubicBezTo>
                  <a:lnTo>
                    <a:pt x="785" y="8572"/>
                  </a:lnTo>
                  <a:cubicBezTo>
                    <a:pt x="785" y="8572"/>
                    <a:pt x="785" y="8572"/>
                    <a:pt x="785" y="18929"/>
                  </a:cubicBezTo>
                  <a:cubicBezTo>
                    <a:pt x="785" y="21429"/>
                    <a:pt x="1308" y="24286"/>
                    <a:pt x="2615" y="24286"/>
                  </a:cubicBezTo>
                  <a:lnTo>
                    <a:pt x="3400" y="24286"/>
                  </a:lnTo>
                  <a:cubicBezTo>
                    <a:pt x="3400" y="24286"/>
                    <a:pt x="3400" y="24286"/>
                    <a:pt x="3400" y="20714"/>
                  </a:cubicBezTo>
                  <a:lnTo>
                    <a:pt x="2877" y="20714"/>
                  </a:lnTo>
                  <a:cubicBezTo>
                    <a:pt x="2354" y="20714"/>
                    <a:pt x="2092" y="20000"/>
                    <a:pt x="2092" y="18572"/>
                  </a:cubicBezTo>
                  <a:cubicBezTo>
                    <a:pt x="2092" y="18572"/>
                    <a:pt x="2092" y="18572"/>
                    <a:pt x="2092" y="8572"/>
                  </a:cubicBezTo>
                  <a:lnTo>
                    <a:pt x="3400" y="8572"/>
                  </a:lnTo>
                  <a:cubicBezTo>
                    <a:pt x="3400" y="8572"/>
                    <a:pt x="3400" y="8572"/>
                    <a:pt x="3400" y="5714"/>
                  </a:cubicBezTo>
                  <a:lnTo>
                    <a:pt x="2092" y="5714"/>
                  </a:lnTo>
                  <a:cubicBezTo>
                    <a:pt x="2092" y="5714"/>
                    <a:pt x="2092" y="5714"/>
                    <a:pt x="2092" y="0"/>
                  </a:cubicBezTo>
                  <a:close/>
                </a:path>
              </a:pathLst>
            </a:custGeom>
            <a:solidFill>
              <a:srgbClr val="192D6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 name="Google Shape;73;p21"/>
            <p:cNvSpPr/>
            <p:nvPr/>
          </p:nvSpPr>
          <p:spPr>
            <a:xfrm>
              <a:off x="16325" y="723200"/>
              <a:ext cx="173225" cy="651800"/>
            </a:xfrm>
            <a:custGeom>
              <a:avLst/>
              <a:gdLst/>
              <a:ahLst/>
              <a:cxnLst/>
              <a:rect l="l" t="t" r="r" b="b"/>
              <a:pathLst>
                <a:path w="6929" h="26072" extrusionOk="0">
                  <a:moveTo>
                    <a:pt x="3269" y="3572"/>
                  </a:moveTo>
                  <a:cubicBezTo>
                    <a:pt x="3922" y="3572"/>
                    <a:pt x="4445" y="3929"/>
                    <a:pt x="4837" y="5358"/>
                  </a:cubicBezTo>
                  <a:cubicBezTo>
                    <a:pt x="5360" y="6786"/>
                    <a:pt x="5360" y="9286"/>
                    <a:pt x="5360" y="13215"/>
                  </a:cubicBezTo>
                  <a:cubicBezTo>
                    <a:pt x="5360" y="16786"/>
                    <a:pt x="5360" y="19643"/>
                    <a:pt x="4837" y="21072"/>
                  </a:cubicBezTo>
                  <a:cubicBezTo>
                    <a:pt x="4445" y="22143"/>
                    <a:pt x="3922" y="22858"/>
                    <a:pt x="3269" y="22858"/>
                  </a:cubicBezTo>
                  <a:lnTo>
                    <a:pt x="1439" y="22858"/>
                  </a:lnTo>
                  <a:cubicBezTo>
                    <a:pt x="1439" y="22858"/>
                    <a:pt x="1439" y="22858"/>
                    <a:pt x="1439" y="3572"/>
                  </a:cubicBezTo>
                  <a:close/>
                  <a:moveTo>
                    <a:pt x="1" y="1"/>
                  </a:moveTo>
                  <a:cubicBezTo>
                    <a:pt x="1" y="1"/>
                    <a:pt x="1" y="1"/>
                    <a:pt x="1" y="26072"/>
                  </a:cubicBezTo>
                  <a:lnTo>
                    <a:pt x="3399" y="26072"/>
                  </a:lnTo>
                  <a:cubicBezTo>
                    <a:pt x="4314" y="26072"/>
                    <a:pt x="5229" y="25358"/>
                    <a:pt x="5883" y="23929"/>
                  </a:cubicBezTo>
                  <a:cubicBezTo>
                    <a:pt x="6929" y="21072"/>
                    <a:pt x="6929" y="16786"/>
                    <a:pt x="6929" y="12858"/>
                  </a:cubicBezTo>
                  <a:cubicBezTo>
                    <a:pt x="6929" y="8929"/>
                    <a:pt x="6929" y="5358"/>
                    <a:pt x="5883" y="2501"/>
                  </a:cubicBezTo>
                  <a:cubicBezTo>
                    <a:pt x="5229" y="715"/>
                    <a:pt x="4314" y="1"/>
                    <a:pt x="3399" y="1"/>
                  </a:cubicBezTo>
                  <a:close/>
                </a:path>
              </a:pathLst>
            </a:custGeom>
            <a:solidFill>
              <a:srgbClr val="192D6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 name="Google Shape;74;p21"/>
            <p:cNvSpPr/>
            <p:nvPr/>
          </p:nvSpPr>
          <p:spPr>
            <a:xfrm>
              <a:off x="274500" y="723200"/>
              <a:ext cx="173225" cy="660750"/>
            </a:xfrm>
            <a:custGeom>
              <a:avLst/>
              <a:gdLst/>
              <a:ahLst/>
              <a:cxnLst/>
              <a:rect l="l" t="t" r="r" b="b"/>
              <a:pathLst>
                <a:path w="6929" h="26430" extrusionOk="0">
                  <a:moveTo>
                    <a:pt x="3530" y="3572"/>
                  </a:moveTo>
                  <a:cubicBezTo>
                    <a:pt x="4576" y="3572"/>
                    <a:pt x="5229" y="5001"/>
                    <a:pt x="5229" y="7501"/>
                  </a:cubicBezTo>
                  <a:cubicBezTo>
                    <a:pt x="5229" y="10358"/>
                    <a:pt x="4576" y="11786"/>
                    <a:pt x="3530" y="11786"/>
                  </a:cubicBezTo>
                  <a:lnTo>
                    <a:pt x="1308" y="11786"/>
                  </a:lnTo>
                  <a:cubicBezTo>
                    <a:pt x="1308" y="11786"/>
                    <a:pt x="1308" y="11786"/>
                    <a:pt x="1308" y="3572"/>
                  </a:cubicBezTo>
                  <a:close/>
                  <a:moveTo>
                    <a:pt x="0" y="1"/>
                  </a:moveTo>
                  <a:cubicBezTo>
                    <a:pt x="0" y="1"/>
                    <a:pt x="0" y="1"/>
                    <a:pt x="0" y="26429"/>
                  </a:cubicBezTo>
                  <a:lnTo>
                    <a:pt x="1438" y="26429"/>
                  </a:lnTo>
                  <a:cubicBezTo>
                    <a:pt x="1438" y="26429"/>
                    <a:pt x="1438" y="26429"/>
                    <a:pt x="1438" y="15358"/>
                  </a:cubicBezTo>
                  <a:lnTo>
                    <a:pt x="3268" y="15358"/>
                  </a:lnTo>
                  <a:cubicBezTo>
                    <a:pt x="3268" y="15358"/>
                    <a:pt x="3268" y="15358"/>
                    <a:pt x="5229" y="26429"/>
                  </a:cubicBezTo>
                  <a:lnTo>
                    <a:pt x="6928" y="26429"/>
                  </a:lnTo>
                  <a:cubicBezTo>
                    <a:pt x="6928" y="26429"/>
                    <a:pt x="6928" y="26429"/>
                    <a:pt x="4706" y="14643"/>
                  </a:cubicBezTo>
                  <a:cubicBezTo>
                    <a:pt x="5752" y="13929"/>
                    <a:pt x="6667" y="11429"/>
                    <a:pt x="6667" y="7501"/>
                  </a:cubicBezTo>
                  <a:cubicBezTo>
                    <a:pt x="6667" y="3215"/>
                    <a:pt x="5491" y="1"/>
                    <a:pt x="3661" y="1"/>
                  </a:cubicBezTo>
                  <a:close/>
                </a:path>
              </a:pathLst>
            </a:custGeom>
            <a:solidFill>
              <a:srgbClr val="192D6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 name="Google Shape;75;p21"/>
            <p:cNvSpPr/>
            <p:nvPr/>
          </p:nvSpPr>
          <p:spPr>
            <a:xfrm>
              <a:off x="526125" y="723200"/>
              <a:ext cx="153625" cy="660750"/>
            </a:xfrm>
            <a:custGeom>
              <a:avLst/>
              <a:gdLst/>
              <a:ahLst/>
              <a:cxnLst/>
              <a:rect l="l" t="t" r="r" b="b"/>
              <a:pathLst>
                <a:path w="6145" h="26430" extrusionOk="0">
                  <a:moveTo>
                    <a:pt x="1" y="1"/>
                  </a:moveTo>
                  <a:lnTo>
                    <a:pt x="1" y="26429"/>
                  </a:lnTo>
                  <a:lnTo>
                    <a:pt x="6145" y="26429"/>
                  </a:lnTo>
                  <a:lnTo>
                    <a:pt x="6145" y="22858"/>
                  </a:lnTo>
                  <a:lnTo>
                    <a:pt x="1439" y="22858"/>
                  </a:lnTo>
                  <a:lnTo>
                    <a:pt x="1439" y="14643"/>
                  </a:lnTo>
                  <a:lnTo>
                    <a:pt x="5491" y="14643"/>
                  </a:lnTo>
                  <a:lnTo>
                    <a:pt x="5491" y="11072"/>
                  </a:lnTo>
                  <a:lnTo>
                    <a:pt x="1439" y="11072"/>
                  </a:lnTo>
                  <a:lnTo>
                    <a:pt x="1439" y="3572"/>
                  </a:lnTo>
                  <a:lnTo>
                    <a:pt x="6145" y="3572"/>
                  </a:lnTo>
                  <a:lnTo>
                    <a:pt x="6145" y="1"/>
                  </a:lnTo>
                  <a:close/>
                </a:path>
              </a:pathLst>
            </a:custGeom>
            <a:solidFill>
              <a:srgbClr val="192D6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 name="Google Shape;76;p21"/>
            <p:cNvSpPr/>
            <p:nvPr/>
          </p:nvSpPr>
          <p:spPr>
            <a:xfrm>
              <a:off x="751625" y="723200"/>
              <a:ext cx="173225" cy="660750"/>
            </a:xfrm>
            <a:custGeom>
              <a:avLst/>
              <a:gdLst/>
              <a:ahLst/>
              <a:cxnLst/>
              <a:rect l="l" t="t" r="r" b="b"/>
              <a:pathLst>
                <a:path w="6929" h="26430" extrusionOk="0">
                  <a:moveTo>
                    <a:pt x="3530" y="1"/>
                  </a:moveTo>
                  <a:cubicBezTo>
                    <a:pt x="1569" y="1"/>
                    <a:pt x="262" y="3215"/>
                    <a:pt x="262" y="7501"/>
                  </a:cubicBezTo>
                  <a:cubicBezTo>
                    <a:pt x="262" y="9643"/>
                    <a:pt x="523" y="11429"/>
                    <a:pt x="1046" y="12501"/>
                  </a:cubicBezTo>
                  <a:cubicBezTo>
                    <a:pt x="1438" y="13929"/>
                    <a:pt x="2092" y="14643"/>
                    <a:pt x="2876" y="14643"/>
                  </a:cubicBezTo>
                  <a:cubicBezTo>
                    <a:pt x="2876" y="14643"/>
                    <a:pt x="2876" y="14643"/>
                    <a:pt x="3922" y="15358"/>
                  </a:cubicBezTo>
                  <a:cubicBezTo>
                    <a:pt x="4576" y="15358"/>
                    <a:pt x="4706" y="15715"/>
                    <a:pt x="4968" y="16429"/>
                  </a:cubicBezTo>
                  <a:cubicBezTo>
                    <a:pt x="5229" y="16786"/>
                    <a:pt x="5360" y="17858"/>
                    <a:pt x="5360" y="18929"/>
                  </a:cubicBezTo>
                  <a:cubicBezTo>
                    <a:pt x="5360" y="21786"/>
                    <a:pt x="4706" y="23215"/>
                    <a:pt x="3399" y="23215"/>
                  </a:cubicBezTo>
                  <a:cubicBezTo>
                    <a:pt x="2353" y="23215"/>
                    <a:pt x="1700" y="22501"/>
                    <a:pt x="915" y="20358"/>
                  </a:cubicBezTo>
                  <a:cubicBezTo>
                    <a:pt x="915" y="20358"/>
                    <a:pt x="915" y="20358"/>
                    <a:pt x="0" y="23215"/>
                  </a:cubicBezTo>
                  <a:cubicBezTo>
                    <a:pt x="785" y="25715"/>
                    <a:pt x="1830" y="26429"/>
                    <a:pt x="3399" y="26429"/>
                  </a:cubicBezTo>
                  <a:cubicBezTo>
                    <a:pt x="5360" y="26429"/>
                    <a:pt x="6798" y="23572"/>
                    <a:pt x="6928" y="19286"/>
                  </a:cubicBezTo>
                  <a:cubicBezTo>
                    <a:pt x="6928" y="16786"/>
                    <a:pt x="6667" y="15001"/>
                    <a:pt x="6144" y="13929"/>
                  </a:cubicBezTo>
                  <a:cubicBezTo>
                    <a:pt x="5752" y="12858"/>
                    <a:pt x="5229" y="12143"/>
                    <a:pt x="4314" y="11786"/>
                  </a:cubicBezTo>
                  <a:cubicBezTo>
                    <a:pt x="4314" y="11786"/>
                    <a:pt x="4314" y="11786"/>
                    <a:pt x="3138" y="11429"/>
                  </a:cubicBezTo>
                  <a:cubicBezTo>
                    <a:pt x="2745" y="11072"/>
                    <a:pt x="2353" y="10715"/>
                    <a:pt x="2092" y="10001"/>
                  </a:cubicBezTo>
                  <a:cubicBezTo>
                    <a:pt x="1830" y="9643"/>
                    <a:pt x="1700" y="8572"/>
                    <a:pt x="1700" y="7501"/>
                  </a:cubicBezTo>
                  <a:cubicBezTo>
                    <a:pt x="1700" y="5358"/>
                    <a:pt x="2353" y="3572"/>
                    <a:pt x="3530" y="3572"/>
                  </a:cubicBezTo>
                  <a:cubicBezTo>
                    <a:pt x="4314" y="3572"/>
                    <a:pt x="4968" y="3929"/>
                    <a:pt x="5621" y="5358"/>
                  </a:cubicBezTo>
                  <a:cubicBezTo>
                    <a:pt x="5621" y="5358"/>
                    <a:pt x="5621" y="5358"/>
                    <a:pt x="6536" y="2858"/>
                  </a:cubicBezTo>
                  <a:cubicBezTo>
                    <a:pt x="5752" y="715"/>
                    <a:pt x="4837" y="1"/>
                    <a:pt x="3530" y="1"/>
                  </a:cubicBezTo>
                  <a:close/>
                </a:path>
              </a:pathLst>
            </a:custGeom>
            <a:solidFill>
              <a:srgbClr val="192D6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 name="Google Shape;77;p21"/>
            <p:cNvSpPr/>
            <p:nvPr/>
          </p:nvSpPr>
          <p:spPr>
            <a:xfrm>
              <a:off x="1000000" y="723200"/>
              <a:ext cx="173350" cy="651800"/>
            </a:xfrm>
            <a:custGeom>
              <a:avLst/>
              <a:gdLst/>
              <a:ahLst/>
              <a:cxnLst/>
              <a:rect l="l" t="t" r="r" b="b"/>
              <a:pathLst>
                <a:path w="6934" h="26072" extrusionOk="0">
                  <a:moveTo>
                    <a:pt x="3399" y="3572"/>
                  </a:moveTo>
                  <a:cubicBezTo>
                    <a:pt x="4052" y="3572"/>
                    <a:pt x="4575" y="3929"/>
                    <a:pt x="4967" y="5358"/>
                  </a:cubicBezTo>
                  <a:cubicBezTo>
                    <a:pt x="5490" y="6786"/>
                    <a:pt x="5490" y="9286"/>
                    <a:pt x="5490" y="13215"/>
                  </a:cubicBezTo>
                  <a:cubicBezTo>
                    <a:pt x="5490" y="16786"/>
                    <a:pt x="5490" y="19643"/>
                    <a:pt x="4967" y="21072"/>
                  </a:cubicBezTo>
                  <a:cubicBezTo>
                    <a:pt x="4575" y="22143"/>
                    <a:pt x="4052" y="22858"/>
                    <a:pt x="3399" y="22858"/>
                  </a:cubicBezTo>
                  <a:lnTo>
                    <a:pt x="1569" y="22858"/>
                  </a:lnTo>
                  <a:cubicBezTo>
                    <a:pt x="1569" y="22858"/>
                    <a:pt x="1569" y="22858"/>
                    <a:pt x="1569" y="3572"/>
                  </a:cubicBezTo>
                  <a:close/>
                  <a:moveTo>
                    <a:pt x="0" y="1"/>
                  </a:moveTo>
                  <a:cubicBezTo>
                    <a:pt x="0" y="1"/>
                    <a:pt x="0" y="1"/>
                    <a:pt x="0" y="26072"/>
                  </a:cubicBezTo>
                  <a:lnTo>
                    <a:pt x="3399" y="26072"/>
                  </a:lnTo>
                  <a:cubicBezTo>
                    <a:pt x="4444" y="26072"/>
                    <a:pt x="5359" y="25358"/>
                    <a:pt x="6013" y="23929"/>
                  </a:cubicBezTo>
                  <a:cubicBezTo>
                    <a:pt x="7059" y="21072"/>
                    <a:pt x="6928" y="16786"/>
                    <a:pt x="6928" y="12858"/>
                  </a:cubicBezTo>
                  <a:cubicBezTo>
                    <a:pt x="6928" y="8929"/>
                    <a:pt x="7059" y="5358"/>
                    <a:pt x="6013" y="2501"/>
                  </a:cubicBezTo>
                  <a:cubicBezTo>
                    <a:pt x="5359" y="715"/>
                    <a:pt x="4444" y="1"/>
                    <a:pt x="3399" y="1"/>
                  </a:cubicBezTo>
                  <a:close/>
                </a:path>
              </a:pathLst>
            </a:custGeom>
            <a:solidFill>
              <a:srgbClr val="192D6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 name="Google Shape;78;p21"/>
            <p:cNvSpPr/>
            <p:nvPr/>
          </p:nvSpPr>
          <p:spPr>
            <a:xfrm>
              <a:off x="1258150" y="723200"/>
              <a:ext cx="153625" cy="660750"/>
            </a:xfrm>
            <a:custGeom>
              <a:avLst/>
              <a:gdLst/>
              <a:ahLst/>
              <a:cxnLst/>
              <a:rect l="l" t="t" r="r" b="b"/>
              <a:pathLst>
                <a:path w="6145" h="26430" extrusionOk="0">
                  <a:moveTo>
                    <a:pt x="1" y="1"/>
                  </a:moveTo>
                  <a:lnTo>
                    <a:pt x="1" y="26429"/>
                  </a:lnTo>
                  <a:lnTo>
                    <a:pt x="6145" y="26429"/>
                  </a:lnTo>
                  <a:lnTo>
                    <a:pt x="6145" y="22858"/>
                  </a:lnTo>
                  <a:lnTo>
                    <a:pt x="1439" y="22858"/>
                  </a:lnTo>
                  <a:lnTo>
                    <a:pt x="1439" y="14643"/>
                  </a:lnTo>
                  <a:lnTo>
                    <a:pt x="5491" y="14643"/>
                  </a:lnTo>
                  <a:lnTo>
                    <a:pt x="5491" y="11072"/>
                  </a:lnTo>
                  <a:lnTo>
                    <a:pt x="1439" y="11072"/>
                  </a:lnTo>
                  <a:lnTo>
                    <a:pt x="1439" y="3572"/>
                  </a:lnTo>
                  <a:lnTo>
                    <a:pt x="6145" y="3572"/>
                  </a:lnTo>
                  <a:lnTo>
                    <a:pt x="6145" y="1"/>
                  </a:lnTo>
                  <a:close/>
                </a:path>
              </a:pathLst>
            </a:custGeom>
            <a:solidFill>
              <a:srgbClr val="192D6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 name="Google Shape;79;p21"/>
            <p:cNvSpPr/>
            <p:nvPr/>
          </p:nvSpPr>
          <p:spPr>
            <a:xfrm>
              <a:off x="1493450" y="723200"/>
              <a:ext cx="179775" cy="660750"/>
            </a:xfrm>
            <a:custGeom>
              <a:avLst/>
              <a:gdLst/>
              <a:ahLst/>
              <a:cxnLst/>
              <a:rect l="l" t="t" r="r" b="b"/>
              <a:pathLst>
                <a:path w="7191" h="26430" extrusionOk="0">
                  <a:moveTo>
                    <a:pt x="1" y="1"/>
                  </a:moveTo>
                  <a:lnTo>
                    <a:pt x="1" y="26429"/>
                  </a:lnTo>
                  <a:lnTo>
                    <a:pt x="1438" y="26429"/>
                  </a:lnTo>
                  <a:lnTo>
                    <a:pt x="1438" y="7858"/>
                  </a:lnTo>
                  <a:lnTo>
                    <a:pt x="5883" y="26429"/>
                  </a:lnTo>
                  <a:lnTo>
                    <a:pt x="7190" y="26429"/>
                  </a:lnTo>
                  <a:lnTo>
                    <a:pt x="7190" y="1"/>
                  </a:lnTo>
                  <a:lnTo>
                    <a:pt x="5752" y="1"/>
                  </a:lnTo>
                  <a:lnTo>
                    <a:pt x="5752" y="18572"/>
                  </a:lnTo>
                  <a:lnTo>
                    <a:pt x="1308" y="1"/>
                  </a:lnTo>
                  <a:close/>
                </a:path>
              </a:pathLst>
            </a:custGeom>
            <a:solidFill>
              <a:srgbClr val="192D6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 name="Google Shape;80;p21"/>
            <p:cNvSpPr/>
            <p:nvPr/>
          </p:nvSpPr>
          <p:spPr>
            <a:xfrm>
              <a:off x="2405225" y="1919625"/>
              <a:ext cx="405250" cy="1107175"/>
            </a:xfrm>
            <a:custGeom>
              <a:avLst/>
              <a:gdLst/>
              <a:ahLst/>
              <a:cxnLst/>
              <a:rect l="l" t="t" r="r" b="b"/>
              <a:pathLst>
                <a:path w="16210" h="44287" extrusionOk="0">
                  <a:moveTo>
                    <a:pt x="16209" y="1"/>
                  </a:moveTo>
                  <a:lnTo>
                    <a:pt x="0" y="44286"/>
                  </a:lnTo>
                  <a:lnTo>
                    <a:pt x="0" y="44286"/>
                  </a:lnTo>
                  <a:lnTo>
                    <a:pt x="16209" y="30358"/>
                  </a:lnTo>
                  <a:lnTo>
                    <a:pt x="16209" y="1"/>
                  </a:lnTo>
                  <a:close/>
                </a:path>
              </a:pathLst>
            </a:custGeom>
            <a:solidFill>
              <a:srgbClr val="0A9BA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 name="Google Shape;81;p21"/>
            <p:cNvSpPr/>
            <p:nvPr/>
          </p:nvSpPr>
          <p:spPr>
            <a:xfrm>
              <a:off x="2810450" y="1107125"/>
              <a:ext cx="199375" cy="1571450"/>
            </a:xfrm>
            <a:custGeom>
              <a:avLst/>
              <a:gdLst/>
              <a:ahLst/>
              <a:cxnLst/>
              <a:rect l="l" t="t" r="r" b="b"/>
              <a:pathLst>
                <a:path w="7975" h="62858" extrusionOk="0">
                  <a:moveTo>
                    <a:pt x="0" y="1"/>
                  </a:moveTo>
                  <a:lnTo>
                    <a:pt x="0" y="62858"/>
                  </a:lnTo>
                  <a:lnTo>
                    <a:pt x="7974" y="21429"/>
                  </a:lnTo>
                  <a:lnTo>
                    <a:pt x="0" y="1"/>
                  </a:lnTo>
                  <a:close/>
                </a:path>
              </a:pathLst>
            </a:custGeom>
            <a:solidFill>
              <a:srgbClr val="A0DCF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 name="Google Shape;82;p21"/>
            <p:cNvSpPr/>
            <p:nvPr/>
          </p:nvSpPr>
          <p:spPr>
            <a:xfrm>
              <a:off x="2601300" y="535700"/>
              <a:ext cx="408525" cy="1107175"/>
            </a:xfrm>
            <a:custGeom>
              <a:avLst/>
              <a:gdLst/>
              <a:ahLst/>
              <a:cxnLst/>
              <a:rect l="l" t="t" r="r" b="b"/>
              <a:pathLst>
                <a:path w="16341" h="44287" extrusionOk="0">
                  <a:moveTo>
                    <a:pt x="0" y="1"/>
                  </a:moveTo>
                  <a:lnTo>
                    <a:pt x="16340" y="44286"/>
                  </a:lnTo>
                  <a:lnTo>
                    <a:pt x="11111" y="1"/>
                  </a:lnTo>
                  <a:close/>
                </a:path>
              </a:pathLst>
            </a:custGeom>
            <a:solidFill>
              <a:srgbClr val="649BB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 name="Google Shape;83;p21"/>
            <p:cNvSpPr/>
            <p:nvPr/>
          </p:nvSpPr>
          <p:spPr>
            <a:xfrm>
              <a:off x="2303900" y="-8950"/>
              <a:ext cx="575200" cy="544675"/>
            </a:xfrm>
            <a:custGeom>
              <a:avLst/>
              <a:gdLst/>
              <a:ahLst/>
              <a:cxnLst/>
              <a:rect l="l" t="t" r="r" b="b"/>
              <a:pathLst>
                <a:path w="23008" h="21787" extrusionOk="0">
                  <a:moveTo>
                    <a:pt x="7975" y="1"/>
                  </a:moveTo>
                  <a:lnTo>
                    <a:pt x="1" y="21787"/>
                  </a:lnTo>
                  <a:lnTo>
                    <a:pt x="23007" y="21787"/>
                  </a:lnTo>
                  <a:lnTo>
                    <a:pt x="7975" y="1"/>
                  </a:lnTo>
                  <a:close/>
                </a:path>
              </a:pathLst>
            </a:custGeom>
            <a:solidFill>
              <a:srgbClr val="32649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 name="Google Shape;84;p21"/>
            <p:cNvSpPr/>
            <p:nvPr/>
          </p:nvSpPr>
          <p:spPr>
            <a:xfrm>
              <a:off x="2094750" y="-8950"/>
              <a:ext cx="408525" cy="1116100"/>
            </a:xfrm>
            <a:custGeom>
              <a:avLst/>
              <a:gdLst/>
              <a:ahLst/>
              <a:cxnLst/>
              <a:rect l="l" t="t" r="r" b="b"/>
              <a:pathLst>
                <a:path w="16341" h="44644" extrusionOk="0">
                  <a:moveTo>
                    <a:pt x="16341" y="1"/>
                  </a:moveTo>
                  <a:lnTo>
                    <a:pt x="1" y="13929"/>
                  </a:lnTo>
                  <a:lnTo>
                    <a:pt x="1" y="44644"/>
                  </a:lnTo>
                  <a:lnTo>
                    <a:pt x="16341" y="1"/>
                  </a:lnTo>
                  <a:close/>
                </a:path>
              </a:pathLst>
            </a:custGeom>
            <a:solidFill>
              <a:srgbClr val="192D6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 name="Google Shape;85;p21"/>
            <p:cNvSpPr/>
            <p:nvPr/>
          </p:nvSpPr>
          <p:spPr>
            <a:xfrm>
              <a:off x="2026125" y="2491050"/>
              <a:ext cx="575200" cy="535750"/>
            </a:xfrm>
            <a:custGeom>
              <a:avLst/>
              <a:gdLst/>
              <a:ahLst/>
              <a:cxnLst/>
              <a:rect l="l" t="t" r="r" b="b"/>
              <a:pathLst>
                <a:path w="23008" h="21430" extrusionOk="0">
                  <a:moveTo>
                    <a:pt x="1" y="1"/>
                  </a:moveTo>
                  <a:lnTo>
                    <a:pt x="15164" y="21429"/>
                  </a:lnTo>
                  <a:lnTo>
                    <a:pt x="23007" y="1"/>
                  </a:lnTo>
                  <a:close/>
                </a:path>
              </a:pathLst>
            </a:custGeom>
            <a:solidFill>
              <a:srgbClr val="37B48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 name="Google Shape;86;p21"/>
            <p:cNvSpPr/>
            <p:nvPr/>
          </p:nvSpPr>
          <p:spPr>
            <a:xfrm>
              <a:off x="1895400" y="339275"/>
              <a:ext cx="199375" cy="1580375"/>
            </a:xfrm>
            <a:custGeom>
              <a:avLst/>
              <a:gdLst/>
              <a:ahLst/>
              <a:cxnLst/>
              <a:rect l="l" t="t" r="r" b="b"/>
              <a:pathLst>
                <a:path w="7975" h="63215" extrusionOk="0">
                  <a:moveTo>
                    <a:pt x="7975" y="0"/>
                  </a:moveTo>
                  <a:lnTo>
                    <a:pt x="1" y="41429"/>
                  </a:lnTo>
                  <a:lnTo>
                    <a:pt x="7975" y="63215"/>
                  </a:lnTo>
                  <a:lnTo>
                    <a:pt x="7975" y="0"/>
                  </a:lnTo>
                  <a:close/>
                </a:path>
              </a:pathLst>
            </a:custGeom>
            <a:solidFill>
              <a:srgbClr val="CDDC2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 name="Google Shape;87;p21"/>
            <p:cNvSpPr/>
            <p:nvPr/>
          </p:nvSpPr>
          <p:spPr>
            <a:xfrm>
              <a:off x="1895400" y="1375000"/>
              <a:ext cx="408525" cy="1116075"/>
            </a:xfrm>
            <a:custGeom>
              <a:avLst/>
              <a:gdLst/>
              <a:ahLst/>
              <a:cxnLst/>
              <a:rect l="l" t="t" r="r" b="b"/>
              <a:pathLst>
                <a:path w="16341" h="44643" extrusionOk="0">
                  <a:moveTo>
                    <a:pt x="1" y="0"/>
                  </a:moveTo>
                  <a:lnTo>
                    <a:pt x="5230" y="44643"/>
                  </a:lnTo>
                  <a:lnTo>
                    <a:pt x="16341" y="44643"/>
                  </a:lnTo>
                  <a:lnTo>
                    <a:pt x="1" y="0"/>
                  </a:lnTo>
                  <a:close/>
                </a:path>
              </a:pathLst>
            </a:custGeom>
            <a:solidFill>
              <a:srgbClr val="A0C85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88" name="Google Shape;88;p21"/>
          <p:cNvSpPr txBox="1">
            <a:spLocks noGrp="1"/>
          </p:cNvSpPr>
          <p:nvPr>
            <p:ph type="body" idx="1"/>
          </p:nvPr>
        </p:nvSpPr>
        <p:spPr>
          <a:xfrm>
            <a:off x="882808" y="2852116"/>
            <a:ext cx="1802014" cy="246221"/>
          </a:xfrm>
          <a:prstGeom prst="rect">
            <a:avLst/>
          </a:prstGeom>
          <a:solidFill>
            <a:schemeClr val="lt1">
              <a:alpha val="89803"/>
            </a:schemeClr>
          </a:solidFill>
          <a:ln>
            <a:noFill/>
          </a:ln>
        </p:spPr>
        <p:txBody>
          <a:bodyPr spcFirstLastPara="1" wrap="square" lIns="72000" tIns="0" rIns="36000" bIns="0" anchor="t" anchorCtr="0">
            <a:spAutoFit/>
          </a:bodyPr>
          <a:lstStyle>
            <a:lvl1pPr marL="457200" lvl="0" indent="-228600" algn="l">
              <a:spcBef>
                <a:spcPts val="0"/>
              </a:spcBef>
              <a:spcAft>
                <a:spcPts val="0"/>
              </a:spcAft>
              <a:buClr>
                <a:schemeClr val="accent1"/>
              </a:buClr>
              <a:buSzPts val="1600"/>
              <a:buNone/>
              <a:defRPr sz="1600" b="1">
                <a:solidFill>
                  <a:schemeClr val="accent1"/>
                </a:solidFill>
              </a:defRPr>
            </a:lvl1pPr>
            <a:lvl2pPr marL="914400" lvl="1" indent="-228600" algn="l">
              <a:spcBef>
                <a:spcPts val="600"/>
              </a:spcBef>
              <a:spcAft>
                <a:spcPts val="0"/>
              </a:spcAft>
              <a:buClr>
                <a:schemeClr val="accent1"/>
              </a:buClr>
              <a:buSzPts val="1800"/>
              <a:buNone/>
              <a:defRPr/>
            </a:lvl2pPr>
            <a:lvl3pPr marL="1371600" lvl="2" indent="-342900" algn="l">
              <a:spcBef>
                <a:spcPts val="0"/>
              </a:spcBef>
              <a:spcAft>
                <a:spcPts val="0"/>
              </a:spcAft>
              <a:buClr>
                <a:schemeClr val="accent1"/>
              </a:buClr>
              <a:buSzPts val="1800"/>
              <a:buChar char="—"/>
              <a:defRPr/>
            </a:lvl3pPr>
            <a:lvl4pPr marL="1828800" lvl="3" indent="-342900" algn="l">
              <a:spcBef>
                <a:spcPts val="0"/>
              </a:spcBef>
              <a:spcAft>
                <a:spcPts val="0"/>
              </a:spcAft>
              <a:buClr>
                <a:schemeClr val="accent1"/>
              </a:buClr>
              <a:buSzPts val="1800"/>
              <a:buChar char="–"/>
              <a:defRPr/>
            </a:lvl4pPr>
            <a:lvl5pPr marL="2286000" lvl="4" indent="-228600" algn="l">
              <a:spcBef>
                <a:spcPts val="600"/>
              </a:spcBef>
              <a:spcAft>
                <a:spcPts val="0"/>
              </a:spcAft>
              <a:buClr>
                <a:schemeClr val="accent1"/>
              </a:buClr>
              <a:buSzPts val="1800"/>
              <a:buNone/>
              <a:defRPr/>
            </a:lvl5pPr>
            <a:lvl6pPr marL="2743200" lvl="5" indent="-228600" algn="l">
              <a:lnSpc>
                <a:spcPct val="100000"/>
              </a:lnSpc>
              <a:spcBef>
                <a:spcPts val="600"/>
              </a:spcBef>
              <a:spcAft>
                <a:spcPts val="0"/>
              </a:spcAft>
              <a:buClr>
                <a:schemeClr val="accent1"/>
              </a:buClr>
              <a:buSzPts val="1800"/>
              <a:buNone/>
              <a:defRPr/>
            </a:lvl6pPr>
            <a:lvl7pPr marL="3200400" lvl="6" indent="-342900" algn="l">
              <a:lnSpc>
                <a:spcPct val="100000"/>
              </a:lnSpc>
              <a:spcBef>
                <a:spcPts val="0"/>
              </a:spcBef>
              <a:spcAft>
                <a:spcPts val="0"/>
              </a:spcAft>
              <a:buClr>
                <a:schemeClr val="accent1"/>
              </a:buClr>
              <a:buSzPts val="1800"/>
              <a:buChar char="—"/>
              <a:defRPr/>
            </a:lvl7pPr>
            <a:lvl8pPr marL="3657600" lvl="7" indent="-342900" algn="l">
              <a:lnSpc>
                <a:spcPct val="100000"/>
              </a:lnSpc>
              <a:spcBef>
                <a:spcPts val="0"/>
              </a:spcBef>
              <a:spcAft>
                <a:spcPts val="0"/>
              </a:spcAft>
              <a:buClr>
                <a:schemeClr val="accent1"/>
              </a:buClr>
              <a:buSzPts val="1800"/>
              <a:buChar char="–"/>
              <a:defRPr/>
            </a:lvl8pPr>
            <a:lvl9pPr marL="4114800" lvl="8" indent="-342900" algn="l">
              <a:lnSpc>
                <a:spcPct val="100000"/>
              </a:lnSpc>
              <a:spcBef>
                <a:spcPts val="0"/>
              </a:spcBef>
              <a:spcAft>
                <a:spcPts val="0"/>
              </a:spcAft>
              <a:buClr>
                <a:schemeClr val="accent1"/>
              </a:buClr>
              <a:buSzPts val="1800"/>
              <a:buChar char="▪"/>
              <a:defRPr/>
            </a:lvl9pPr>
          </a:lstStyle>
          <a:p>
            <a:endParaRPr/>
          </a:p>
        </p:txBody>
      </p:sp>
      <p:sp>
        <p:nvSpPr>
          <p:cNvPr id="89" name="Google Shape;89;p21"/>
          <p:cNvSpPr txBox="1">
            <a:spLocks noGrp="1"/>
          </p:cNvSpPr>
          <p:nvPr>
            <p:ph type="title"/>
          </p:nvPr>
        </p:nvSpPr>
        <p:spPr>
          <a:xfrm>
            <a:off x="882771" y="3835706"/>
            <a:ext cx="3941317" cy="492443"/>
          </a:xfrm>
          <a:prstGeom prst="rect">
            <a:avLst/>
          </a:prstGeom>
          <a:solidFill>
            <a:schemeClr val="lt1">
              <a:alpha val="89803"/>
            </a:schemeClr>
          </a:solidFill>
          <a:ln>
            <a:noFill/>
          </a:ln>
        </p:spPr>
        <p:txBody>
          <a:bodyPr spcFirstLastPara="1" wrap="square" lIns="72000" tIns="0" rIns="36000" bIns="0" anchor="t" anchorCtr="0">
            <a:spAutoFit/>
          </a:bodyPr>
          <a:lstStyle>
            <a:lvl1pPr lvl="0" algn="l">
              <a:spcBef>
                <a:spcPts val="0"/>
              </a:spcBef>
              <a:spcAft>
                <a:spcPts val="0"/>
              </a:spcAft>
              <a:buClr>
                <a:schemeClr val="accent1"/>
              </a:buClr>
              <a:buSzPts val="3200"/>
              <a:buFont typeface="Open Sans"/>
              <a:buNone/>
              <a:defRPr sz="3200" b="1">
                <a:solidFill>
                  <a:schemeClr val="accen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90" name="Google Shape;90;p21"/>
          <p:cNvSpPr txBox="1">
            <a:spLocks noGrp="1"/>
          </p:cNvSpPr>
          <p:nvPr>
            <p:ph type="subTitle" idx="3"/>
          </p:nvPr>
        </p:nvSpPr>
        <p:spPr>
          <a:xfrm>
            <a:off x="882772" y="5028236"/>
            <a:ext cx="6090752" cy="246221"/>
          </a:xfrm>
          <a:prstGeom prst="rect">
            <a:avLst/>
          </a:prstGeom>
          <a:solidFill>
            <a:schemeClr val="lt1">
              <a:alpha val="89803"/>
            </a:schemeClr>
          </a:solidFill>
          <a:ln>
            <a:noFill/>
          </a:ln>
        </p:spPr>
        <p:txBody>
          <a:bodyPr spcFirstLastPara="1" wrap="square" lIns="72000" tIns="0" rIns="36000" bIns="0" anchor="t" anchorCtr="0">
            <a:spAutoFit/>
          </a:bodyPr>
          <a:lstStyle>
            <a:lvl1pPr lvl="0" algn="l">
              <a:spcBef>
                <a:spcPts val="600"/>
              </a:spcBef>
              <a:spcAft>
                <a:spcPts val="0"/>
              </a:spcAft>
              <a:buClr>
                <a:schemeClr val="accent1"/>
              </a:buClr>
              <a:buSzPts val="1600"/>
              <a:buNone/>
              <a:defRPr b="0">
                <a:solidFill>
                  <a:schemeClr val="accent1"/>
                </a:solidFill>
              </a:defRPr>
            </a:lvl1pPr>
            <a:lvl2pPr lvl="1" algn="ctr">
              <a:spcBef>
                <a:spcPts val="600"/>
              </a:spcBef>
              <a:spcAft>
                <a:spcPts val="0"/>
              </a:spcAft>
              <a:buClr>
                <a:srgbClr val="888888"/>
              </a:buClr>
              <a:buSzPts val="1600"/>
              <a:buNone/>
              <a:defRPr>
                <a:solidFill>
                  <a:srgbClr val="888888"/>
                </a:solidFill>
              </a:defRPr>
            </a:lvl2pPr>
            <a:lvl3pPr lvl="2" algn="ctr">
              <a:spcBef>
                <a:spcPts val="0"/>
              </a:spcBef>
              <a:spcAft>
                <a:spcPts val="0"/>
              </a:spcAft>
              <a:buClr>
                <a:srgbClr val="888888"/>
              </a:buClr>
              <a:buSzPts val="1600"/>
              <a:buNone/>
              <a:defRPr>
                <a:solidFill>
                  <a:srgbClr val="888888"/>
                </a:solidFill>
              </a:defRPr>
            </a:lvl3pPr>
            <a:lvl4pPr lvl="3" algn="ctr">
              <a:spcBef>
                <a:spcPts val="0"/>
              </a:spcBef>
              <a:spcAft>
                <a:spcPts val="0"/>
              </a:spcAft>
              <a:buClr>
                <a:srgbClr val="888888"/>
              </a:buClr>
              <a:buSzPts val="1600"/>
              <a:buNone/>
              <a:defRPr>
                <a:solidFill>
                  <a:srgbClr val="888888"/>
                </a:solidFill>
              </a:defRPr>
            </a:lvl4pPr>
            <a:lvl5pPr lvl="4" algn="ctr">
              <a:spcBef>
                <a:spcPts val="600"/>
              </a:spcBef>
              <a:spcAft>
                <a:spcPts val="0"/>
              </a:spcAft>
              <a:buClr>
                <a:srgbClr val="888888"/>
              </a:buClr>
              <a:buSzPts val="1400"/>
              <a:buNone/>
              <a:defRPr>
                <a:solidFill>
                  <a:srgbClr val="888888"/>
                </a:solidFill>
              </a:defRPr>
            </a:lvl5pPr>
            <a:lvl6pPr lvl="5" algn="ctr">
              <a:lnSpc>
                <a:spcPct val="100000"/>
              </a:lnSpc>
              <a:spcBef>
                <a:spcPts val="600"/>
              </a:spcBef>
              <a:spcAft>
                <a:spcPts val="0"/>
              </a:spcAft>
              <a:buClr>
                <a:srgbClr val="888888"/>
              </a:buClr>
              <a:buSzPts val="1400"/>
              <a:buNone/>
              <a:defRPr>
                <a:solidFill>
                  <a:srgbClr val="888888"/>
                </a:solidFill>
              </a:defRPr>
            </a:lvl6pPr>
            <a:lvl7pPr lvl="6" algn="ctr">
              <a:lnSpc>
                <a:spcPct val="100000"/>
              </a:lnSpc>
              <a:spcBef>
                <a:spcPts val="0"/>
              </a:spcBef>
              <a:spcAft>
                <a:spcPts val="0"/>
              </a:spcAft>
              <a:buClr>
                <a:srgbClr val="888888"/>
              </a:buClr>
              <a:buSzPts val="1400"/>
              <a:buNone/>
              <a:defRPr>
                <a:solidFill>
                  <a:srgbClr val="888888"/>
                </a:solidFill>
              </a:defRPr>
            </a:lvl7pPr>
            <a:lvl8pPr lvl="7" algn="ctr">
              <a:lnSpc>
                <a:spcPct val="100000"/>
              </a:lnSpc>
              <a:spcBef>
                <a:spcPts val="0"/>
              </a:spcBef>
              <a:spcAft>
                <a:spcPts val="0"/>
              </a:spcAft>
              <a:buClr>
                <a:srgbClr val="888888"/>
              </a:buClr>
              <a:buSzPts val="1400"/>
              <a:buNone/>
              <a:defRPr>
                <a:solidFill>
                  <a:srgbClr val="888888"/>
                </a:solidFill>
              </a:defRPr>
            </a:lvl8pPr>
            <a:lvl9pPr lvl="8" algn="ctr">
              <a:lnSpc>
                <a:spcPct val="100000"/>
              </a:lnSpc>
              <a:spcBef>
                <a:spcPts val="0"/>
              </a:spcBef>
              <a:spcAft>
                <a:spcPts val="0"/>
              </a:spcAft>
              <a:buClr>
                <a:srgbClr val="888888"/>
              </a:buClr>
              <a:buSzPts val="1400"/>
              <a:buNone/>
              <a:defRPr>
                <a:solidFill>
                  <a:srgbClr val="888888"/>
                </a:solidFill>
              </a:defRPr>
            </a:lvl9pPr>
          </a:lstStyle>
          <a:p>
            <a:endParaRPr/>
          </a:p>
        </p:txBody>
      </p:sp>
      <p:sp>
        <p:nvSpPr>
          <p:cNvPr id="91" name="Google Shape;91;p21"/>
          <p:cNvSpPr txBox="1">
            <a:spLocks noGrp="1"/>
          </p:cNvSpPr>
          <p:nvPr>
            <p:ph type="body" idx="4"/>
          </p:nvPr>
        </p:nvSpPr>
        <p:spPr>
          <a:xfrm>
            <a:off x="882808" y="3138045"/>
            <a:ext cx="3138020" cy="246221"/>
          </a:xfrm>
          <a:prstGeom prst="rect">
            <a:avLst/>
          </a:prstGeom>
          <a:solidFill>
            <a:schemeClr val="lt1">
              <a:alpha val="89803"/>
            </a:schemeClr>
          </a:solidFill>
          <a:ln>
            <a:noFill/>
          </a:ln>
        </p:spPr>
        <p:txBody>
          <a:bodyPr spcFirstLastPara="1" wrap="square" lIns="72000" tIns="0" rIns="36000" bIns="0" anchor="t" anchorCtr="0">
            <a:spAutoFit/>
          </a:bodyPr>
          <a:lstStyle>
            <a:lvl1pPr marL="457200" lvl="0" indent="-228600" algn="l">
              <a:spcBef>
                <a:spcPts val="0"/>
              </a:spcBef>
              <a:spcAft>
                <a:spcPts val="0"/>
              </a:spcAft>
              <a:buClr>
                <a:schemeClr val="accent1"/>
              </a:buClr>
              <a:buSzPts val="1600"/>
              <a:buNone/>
              <a:defRPr sz="1600" b="0">
                <a:solidFill>
                  <a:schemeClr val="accent1"/>
                </a:solidFill>
              </a:defRPr>
            </a:lvl1pPr>
            <a:lvl2pPr marL="914400" lvl="1" indent="-228600" algn="l">
              <a:spcBef>
                <a:spcPts val="600"/>
              </a:spcBef>
              <a:spcAft>
                <a:spcPts val="0"/>
              </a:spcAft>
              <a:buClr>
                <a:schemeClr val="accent1"/>
              </a:buClr>
              <a:buSzPts val="1800"/>
              <a:buNone/>
              <a:defRPr/>
            </a:lvl2pPr>
            <a:lvl3pPr marL="1371600" lvl="2" indent="-342900" algn="l">
              <a:spcBef>
                <a:spcPts val="0"/>
              </a:spcBef>
              <a:spcAft>
                <a:spcPts val="0"/>
              </a:spcAft>
              <a:buClr>
                <a:schemeClr val="accent1"/>
              </a:buClr>
              <a:buSzPts val="1800"/>
              <a:buChar char="—"/>
              <a:defRPr/>
            </a:lvl3pPr>
            <a:lvl4pPr marL="1828800" lvl="3" indent="-342900" algn="l">
              <a:spcBef>
                <a:spcPts val="0"/>
              </a:spcBef>
              <a:spcAft>
                <a:spcPts val="0"/>
              </a:spcAft>
              <a:buClr>
                <a:schemeClr val="accent1"/>
              </a:buClr>
              <a:buSzPts val="1800"/>
              <a:buChar char="–"/>
              <a:defRPr/>
            </a:lvl4pPr>
            <a:lvl5pPr marL="2286000" lvl="4" indent="-228600" algn="l">
              <a:spcBef>
                <a:spcPts val="600"/>
              </a:spcBef>
              <a:spcAft>
                <a:spcPts val="0"/>
              </a:spcAft>
              <a:buClr>
                <a:schemeClr val="accent1"/>
              </a:buClr>
              <a:buSzPts val="1800"/>
              <a:buNone/>
              <a:defRPr/>
            </a:lvl5pPr>
            <a:lvl6pPr marL="2743200" lvl="5" indent="-228600" algn="l">
              <a:lnSpc>
                <a:spcPct val="100000"/>
              </a:lnSpc>
              <a:spcBef>
                <a:spcPts val="600"/>
              </a:spcBef>
              <a:spcAft>
                <a:spcPts val="0"/>
              </a:spcAft>
              <a:buClr>
                <a:schemeClr val="accent1"/>
              </a:buClr>
              <a:buSzPts val="1800"/>
              <a:buNone/>
              <a:defRPr/>
            </a:lvl6pPr>
            <a:lvl7pPr marL="3200400" lvl="6" indent="-342900" algn="l">
              <a:lnSpc>
                <a:spcPct val="100000"/>
              </a:lnSpc>
              <a:spcBef>
                <a:spcPts val="0"/>
              </a:spcBef>
              <a:spcAft>
                <a:spcPts val="0"/>
              </a:spcAft>
              <a:buClr>
                <a:schemeClr val="accent1"/>
              </a:buClr>
              <a:buSzPts val="1800"/>
              <a:buChar char="—"/>
              <a:defRPr/>
            </a:lvl7pPr>
            <a:lvl8pPr marL="3657600" lvl="7" indent="-342900" algn="l">
              <a:lnSpc>
                <a:spcPct val="100000"/>
              </a:lnSpc>
              <a:spcBef>
                <a:spcPts val="0"/>
              </a:spcBef>
              <a:spcAft>
                <a:spcPts val="0"/>
              </a:spcAft>
              <a:buClr>
                <a:schemeClr val="accent1"/>
              </a:buClr>
              <a:buSzPts val="1800"/>
              <a:buChar char="–"/>
              <a:defRPr/>
            </a:lvl8pPr>
            <a:lvl9pPr marL="4114800" lvl="8" indent="-342900" algn="l">
              <a:lnSpc>
                <a:spcPct val="100000"/>
              </a:lnSpc>
              <a:spcBef>
                <a:spcPts val="0"/>
              </a:spcBef>
              <a:spcAft>
                <a:spcPts val="0"/>
              </a:spcAft>
              <a:buClr>
                <a:schemeClr val="accent1"/>
              </a:buClr>
              <a:buSzPts val="1800"/>
              <a:buChar char="▪"/>
              <a:defRPr/>
            </a:lvl9pPr>
          </a:lstStyle>
          <a:p>
            <a:endParaRPr/>
          </a:p>
        </p:txBody>
      </p:sp>
      <p:sp>
        <p:nvSpPr>
          <p:cNvPr id="92" name="Google Shape;92;p21"/>
          <p:cNvSpPr txBox="1">
            <a:spLocks noGrp="1"/>
          </p:cNvSpPr>
          <p:nvPr>
            <p:ph type="body" idx="5"/>
          </p:nvPr>
        </p:nvSpPr>
        <p:spPr>
          <a:xfrm>
            <a:off x="882770" y="4375609"/>
            <a:ext cx="4803348" cy="492443"/>
          </a:xfrm>
          <a:prstGeom prst="rect">
            <a:avLst/>
          </a:prstGeom>
          <a:solidFill>
            <a:schemeClr val="lt1">
              <a:alpha val="89803"/>
            </a:schemeClr>
          </a:solidFill>
          <a:ln>
            <a:noFill/>
          </a:ln>
        </p:spPr>
        <p:txBody>
          <a:bodyPr spcFirstLastPara="1" wrap="square" lIns="72000" tIns="0" rIns="36000" bIns="0" anchor="t" anchorCtr="0">
            <a:spAutoFit/>
          </a:bodyPr>
          <a:lstStyle>
            <a:lvl1pPr marL="457200" lvl="0" indent="-228600" algn="l">
              <a:spcBef>
                <a:spcPts val="600"/>
              </a:spcBef>
              <a:spcAft>
                <a:spcPts val="0"/>
              </a:spcAft>
              <a:buClr>
                <a:schemeClr val="accent1"/>
              </a:buClr>
              <a:buSzPts val="3200"/>
              <a:buNone/>
              <a:defRPr sz="3200" b="0">
                <a:solidFill>
                  <a:schemeClr val="accent1"/>
                </a:solidFill>
              </a:defRPr>
            </a:lvl1pPr>
            <a:lvl2pPr marL="914400" lvl="1" indent="-228600" algn="l">
              <a:spcBef>
                <a:spcPts val="600"/>
              </a:spcBef>
              <a:spcAft>
                <a:spcPts val="0"/>
              </a:spcAft>
              <a:buClr>
                <a:schemeClr val="accent1"/>
              </a:buClr>
              <a:buSzPts val="1800"/>
              <a:buNone/>
              <a:defRPr/>
            </a:lvl2pPr>
            <a:lvl3pPr marL="1371600" lvl="2" indent="-228600" algn="l">
              <a:spcBef>
                <a:spcPts val="0"/>
              </a:spcBef>
              <a:spcAft>
                <a:spcPts val="0"/>
              </a:spcAft>
              <a:buClr>
                <a:schemeClr val="accent1"/>
              </a:buClr>
              <a:buSzPts val="1600"/>
              <a:buNone/>
              <a:defRPr/>
            </a:lvl3pPr>
            <a:lvl4pPr marL="1828800" lvl="3" indent="-228600" algn="l">
              <a:spcBef>
                <a:spcPts val="0"/>
              </a:spcBef>
              <a:spcAft>
                <a:spcPts val="0"/>
              </a:spcAft>
              <a:buClr>
                <a:schemeClr val="accent1"/>
              </a:buClr>
              <a:buSzPts val="1600"/>
              <a:buNone/>
              <a:defRPr/>
            </a:lvl4pPr>
            <a:lvl5pPr marL="2286000" lvl="4" indent="-228600" algn="l">
              <a:spcBef>
                <a:spcPts val="600"/>
              </a:spcBef>
              <a:spcAft>
                <a:spcPts val="0"/>
              </a:spcAft>
              <a:buClr>
                <a:schemeClr val="accent1"/>
              </a:buClr>
              <a:buSzPts val="1800"/>
              <a:buNone/>
              <a:defRPr/>
            </a:lvl5pPr>
            <a:lvl6pPr marL="2743200" lvl="5" indent="-228600" algn="l">
              <a:lnSpc>
                <a:spcPct val="100000"/>
              </a:lnSpc>
              <a:spcBef>
                <a:spcPts val="600"/>
              </a:spcBef>
              <a:spcAft>
                <a:spcPts val="0"/>
              </a:spcAft>
              <a:buClr>
                <a:schemeClr val="accent1"/>
              </a:buClr>
              <a:buSzPts val="1800"/>
              <a:buNone/>
              <a:defRPr/>
            </a:lvl6pPr>
            <a:lvl7pPr marL="3200400" lvl="6" indent="-342900" algn="l">
              <a:lnSpc>
                <a:spcPct val="100000"/>
              </a:lnSpc>
              <a:spcBef>
                <a:spcPts val="0"/>
              </a:spcBef>
              <a:spcAft>
                <a:spcPts val="0"/>
              </a:spcAft>
              <a:buClr>
                <a:schemeClr val="accent1"/>
              </a:buClr>
              <a:buSzPts val="1800"/>
              <a:buChar char="—"/>
              <a:defRPr/>
            </a:lvl7pPr>
            <a:lvl8pPr marL="3657600" lvl="7" indent="-342900" algn="l">
              <a:lnSpc>
                <a:spcPct val="100000"/>
              </a:lnSpc>
              <a:spcBef>
                <a:spcPts val="0"/>
              </a:spcBef>
              <a:spcAft>
                <a:spcPts val="0"/>
              </a:spcAft>
              <a:buClr>
                <a:schemeClr val="accent1"/>
              </a:buClr>
              <a:buSzPts val="1800"/>
              <a:buChar char="–"/>
              <a:defRPr/>
            </a:lvl8pPr>
            <a:lvl9pPr marL="4114800" lvl="8" indent="-342900" algn="l">
              <a:lnSpc>
                <a:spcPct val="100000"/>
              </a:lnSpc>
              <a:spcBef>
                <a:spcPts val="0"/>
              </a:spcBef>
              <a:spcAft>
                <a:spcPts val="0"/>
              </a:spcAft>
              <a:buClr>
                <a:schemeClr val="accent1"/>
              </a:buClr>
              <a:buSzPts val="1800"/>
              <a:buChar char="▪"/>
              <a:defRPr/>
            </a:lvl9pPr>
          </a:lstStyle>
          <a:p>
            <a:endParaRPr/>
          </a:p>
        </p:txBody>
      </p:sp>
      <p:sp>
        <p:nvSpPr>
          <p:cNvPr id="93" name="Google Shape;93;p21"/>
          <p:cNvSpPr txBox="1">
            <a:spLocks noGrp="1"/>
          </p:cNvSpPr>
          <p:nvPr>
            <p:ph type="body" idx="6"/>
          </p:nvPr>
        </p:nvSpPr>
        <p:spPr>
          <a:xfrm>
            <a:off x="882808" y="5312641"/>
            <a:ext cx="4711084" cy="246221"/>
          </a:xfrm>
          <a:prstGeom prst="rect">
            <a:avLst/>
          </a:prstGeom>
          <a:solidFill>
            <a:schemeClr val="lt1">
              <a:alpha val="89803"/>
            </a:schemeClr>
          </a:solidFill>
          <a:ln>
            <a:noFill/>
          </a:ln>
        </p:spPr>
        <p:txBody>
          <a:bodyPr spcFirstLastPara="1" wrap="square" lIns="72000" tIns="0" rIns="36000" bIns="0" anchor="t" anchorCtr="0">
            <a:spAutoFit/>
          </a:bodyPr>
          <a:lstStyle>
            <a:lvl1pPr marL="457200" lvl="0" indent="-228600" algn="l">
              <a:spcBef>
                <a:spcPts val="600"/>
              </a:spcBef>
              <a:spcAft>
                <a:spcPts val="0"/>
              </a:spcAft>
              <a:buClr>
                <a:schemeClr val="accent1"/>
              </a:buClr>
              <a:buSzPts val="1600"/>
              <a:buNone/>
              <a:defRPr b="0">
                <a:solidFill>
                  <a:schemeClr val="accent1"/>
                </a:solidFill>
              </a:defRPr>
            </a:lvl1pPr>
            <a:lvl2pPr marL="914400" lvl="1" indent="-228600" algn="l">
              <a:spcBef>
                <a:spcPts val="600"/>
              </a:spcBef>
              <a:spcAft>
                <a:spcPts val="0"/>
              </a:spcAft>
              <a:buClr>
                <a:schemeClr val="accent1"/>
              </a:buClr>
              <a:buSzPts val="1800"/>
              <a:buNone/>
              <a:defRPr/>
            </a:lvl2pPr>
            <a:lvl3pPr marL="1371600" lvl="2" indent="-342900" algn="l">
              <a:spcBef>
                <a:spcPts val="0"/>
              </a:spcBef>
              <a:spcAft>
                <a:spcPts val="0"/>
              </a:spcAft>
              <a:buClr>
                <a:schemeClr val="accent1"/>
              </a:buClr>
              <a:buSzPts val="1800"/>
              <a:buChar char="—"/>
              <a:defRPr/>
            </a:lvl3pPr>
            <a:lvl4pPr marL="1828800" lvl="3" indent="-342900" algn="l">
              <a:spcBef>
                <a:spcPts val="0"/>
              </a:spcBef>
              <a:spcAft>
                <a:spcPts val="0"/>
              </a:spcAft>
              <a:buClr>
                <a:schemeClr val="accent1"/>
              </a:buClr>
              <a:buSzPts val="1800"/>
              <a:buChar char="–"/>
              <a:defRPr/>
            </a:lvl4pPr>
            <a:lvl5pPr marL="2286000" lvl="4" indent="-228600" algn="l">
              <a:spcBef>
                <a:spcPts val="600"/>
              </a:spcBef>
              <a:spcAft>
                <a:spcPts val="0"/>
              </a:spcAft>
              <a:buClr>
                <a:schemeClr val="accent1"/>
              </a:buClr>
              <a:buSzPts val="1800"/>
              <a:buNone/>
              <a:defRPr/>
            </a:lvl5pPr>
            <a:lvl6pPr marL="2743200" lvl="5" indent="-228600" algn="l">
              <a:lnSpc>
                <a:spcPct val="100000"/>
              </a:lnSpc>
              <a:spcBef>
                <a:spcPts val="600"/>
              </a:spcBef>
              <a:spcAft>
                <a:spcPts val="0"/>
              </a:spcAft>
              <a:buClr>
                <a:schemeClr val="accent1"/>
              </a:buClr>
              <a:buSzPts val="1800"/>
              <a:buNone/>
              <a:defRPr/>
            </a:lvl6pPr>
            <a:lvl7pPr marL="3200400" lvl="6" indent="-342900" algn="l">
              <a:lnSpc>
                <a:spcPct val="100000"/>
              </a:lnSpc>
              <a:spcBef>
                <a:spcPts val="0"/>
              </a:spcBef>
              <a:spcAft>
                <a:spcPts val="0"/>
              </a:spcAft>
              <a:buClr>
                <a:schemeClr val="accent1"/>
              </a:buClr>
              <a:buSzPts val="1800"/>
              <a:buChar char="—"/>
              <a:defRPr/>
            </a:lvl7pPr>
            <a:lvl8pPr marL="3657600" lvl="7" indent="-342900" algn="l">
              <a:lnSpc>
                <a:spcPct val="100000"/>
              </a:lnSpc>
              <a:spcBef>
                <a:spcPts val="0"/>
              </a:spcBef>
              <a:spcAft>
                <a:spcPts val="0"/>
              </a:spcAft>
              <a:buClr>
                <a:schemeClr val="accent1"/>
              </a:buClr>
              <a:buSzPts val="1800"/>
              <a:buChar char="–"/>
              <a:defRPr/>
            </a:lvl8pPr>
            <a:lvl9pPr marL="4114800" lvl="8" indent="-342900" algn="l">
              <a:lnSpc>
                <a:spcPct val="100000"/>
              </a:lnSpc>
              <a:spcBef>
                <a:spcPts val="0"/>
              </a:spcBef>
              <a:spcAft>
                <a:spcPts val="0"/>
              </a:spcAft>
              <a:buClr>
                <a:schemeClr val="accent1"/>
              </a:buClr>
              <a:buSzPts val="1800"/>
              <a:buChar char="▪"/>
              <a:defRPr/>
            </a:lvl9pPr>
          </a:lstStyle>
          <a:p>
            <a:endParaRPr/>
          </a:p>
        </p:txBody>
      </p:sp>
      <p:sp>
        <p:nvSpPr>
          <p:cNvPr id="94" name="Google Shape;94;p21"/>
          <p:cNvSpPr/>
          <p:nvPr/>
        </p:nvSpPr>
        <p:spPr>
          <a:xfrm>
            <a:off x="286458" y="334822"/>
            <a:ext cx="1766749" cy="526053"/>
          </a:xfrm>
          <a:custGeom>
            <a:avLst/>
            <a:gdLst/>
            <a:ahLst/>
            <a:cxnLst/>
            <a:rect l="l" t="t" r="r" b="b"/>
            <a:pathLst>
              <a:path w="120187" h="122623" extrusionOk="0">
                <a:moveTo>
                  <a:pt x="93023" y="7869"/>
                </a:moveTo>
                <a:cubicBezTo>
                  <a:pt x="93023" y="7869"/>
                  <a:pt x="93023" y="7869"/>
                  <a:pt x="93023" y="7869"/>
                </a:cubicBezTo>
                <a:cubicBezTo>
                  <a:pt x="93023" y="7869"/>
                  <a:pt x="93023" y="7869"/>
                  <a:pt x="93023" y="7869"/>
                </a:cubicBezTo>
                <a:close/>
                <a:moveTo>
                  <a:pt x="40186" y="0"/>
                </a:moveTo>
                <a:cubicBezTo>
                  <a:pt x="40186" y="0"/>
                  <a:pt x="40186" y="0"/>
                  <a:pt x="40186" y="5902"/>
                </a:cubicBezTo>
                <a:lnTo>
                  <a:pt x="42605" y="5902"/>
                </a:lnTo>
                <a:cubicBezTo>
                  <a:pt x="42605" y="5902"/>
                  <a:pt x="42605" y="5902"/>
                  <a:pt x="42605" y="33443"/>
                </a:cubicBezTo>
                <a:lnTo>
                  <a:pt x="44465" y="33443"/>
                </a:lnTo>
                <a:cubicBezTo>
                  <a:pt x="44465" y="33443"/>
                  <a:pt x="44465" y="33443"/>
                  <a:pt x="44465" y="5902"/>
                </a:cubicBezTo>
                <a:lnTo>
                  <a:pt x="46884" y="5902"/>
                </a:lnTo>
                <a:cubicBezTo>
                  <a:pt x="46884" y="5902"/>
                  <a:pt x="46884" y="5902"/>
                  <a:pt x="46884" y="0"/>
                </a:cubicBezTo>
                <a:close/>
                <a:moveTo>
                  <a:pt x="48558" y="0"/>
                </a:moveTo>
                <a:cubicBezTo>
                  <a:pt x="48558" y="0"/>
                  <a:pt x="48558" y="0"/>
                  <a:pt x="48558" y="33443"/>
                </a:cubicBezTo>
                <a:lnTo>
                  <a:pt x="54884" y="33443"/>
                </a:lnTo>
                <a:cubicBezTo>
                  <a:pt x="54884" y="33443"/>
                  <a:pt x="54884" y="33443"/>
                  <a:pt x="54884" y="27541"/>
                </a:cubicBezTo>
                <a:lnTo>
                  <a:pt x="50419" y="27541"/>
                </a:lnTo>
                <a:cubicBezTo>
                  <a:pt x="50419" y="27541"/>
                  <a:pt x="50419" y="27541"/>
                  <a:pt x="50419" y="19672"/>
                </a:cubicBezTo>
                <a:lnTo>
                  <a:pt x="54140" y="19672"/>
                </a:lnTo>
                <a:cubicBezTo>
                  <a:pt x="54140" y="19672"/>
                  <a:pt x="54140" y="19672"/>
                  <a:pt x="54140" y="13771"/>
                </a:cubicBezTo>
                <a:lnTo>
                  <a:pt x="50419" y="13771"/>
                </a:lnTo>
                <a:cubicBezTo>
                  <a:pt x="50419" y="13771"/>
                  <a:pt x="50419" y="13771"/>
                  <a:pt x="50419" y="5902"/>
                </a:cubicBezTo>
                <a:lnTo>
                  <a:pt x="54884" y="5902"/>
                </a:lnTo>
                <a:cubicBezTo>
                  <a:pt x="54884" y="5902"/>
                  <a:pt x="54884" y="5902"/>
                  <a:pt x="54884" y="0"/>
                </a:cubicBezTo>
                <a:close/>
                <a:moveTo>
                  <a:pt x="59907" y="0"/>
                </a:moveTo>
                <a:cubicBezTo>
                  <a:pt x="58977" y="0"/>
                  <a:pt x="58047" y="1312"/>
                  <a:pt x="57488" y="3279"/>
                </a:cubicBezTo>
                <a:cubicBezTo>
                  <a:pt x="56930" y="5246"/>
                  <a:pt x="56744" y="6557"/>
                  <a:pt x="56558" y="8525"/>
                </a:cubicBezTo>
                <a:cubicBezTo>
                  <a:pt x="56558" y="10492"/>
                  <a:pt x="56558" y="13115"/>
                  <a:pt x="56558" y="17049"/>
                </a:cubicBezTo>
                <a:cubicBezTo>
                  <a:pt x="56558" y="20328"/>
                  <a:pt x="56558" y="22951"/>
                  <a:pt x="56558" y="24918"/>
                </a:cubicBezTo>
                <a:cubicBezTo>
                  <a:pt x="56744" y="26885"/>
                  <a:pt x="56930" y="28853"/>
                  <a:pt x="57488" y="30164"/>
                </a:cubicBezTo>
                <a:cubicBezTo>
                  <a:pt x="58047" y="32787"/>
                  <a:pt x="58977" y="33443"/>
                  <a:pt x="59907" y="33443"/>
                </a:cubicBezTo>
                <a:cubicBezTo>
                  <a:pt x="60837" y="33443"/>
                  <a:pt x="61581" y="32787"/>
                  <a:pt x="62326" y="30820"/>
                </a:cubicBezTo>
                <a:cubicBezTo>
                  <a:pt x="62884" y="29508"/>
                  <a:pt x="63256" y="26885"/>
                  <a:pt x="63442" y="22951"/>
                </a:cubicBezTo>
                <a:lnTo>
                  <a:pt x="61581" y="22951"/>
                </a:lnTo>
                <a:cubicBezTo>
                  <a:pt x="61395" y="24918"/>
                  <a:pt x="61209" y="25574"/>
                  <a:pt x="61023" y="26885"/>
                </a:cubicBezTo>
                <a:cubicBezTo>
                  <a:pt x="60837" y="27541"/>
                  <a:pt x="60465" y="28197"/>
                  <a:pt x="59907" y="28197"/>
                </a:cubicBezTo>
                <a:cubicBezTo>
                  <a:pt x="59535" y="28197"/>
                  <a:pt x="58977" y="27541"/>
                  <a:pt x="58791" y="26230"/>
                </a:cubicBezTo>
                <a:cubicBezTo>
                  <a:pt x="58605" y="25574"/>
                  <a:pt x="58605" y="25574"/>
                  <a:pt x="58605" y="24918"/>
                </a:cubicBezTo>
                <a:cubicBezTo>
                  <a:pt x="58419" y="24262"/>
                  <a:pt x="58419" y="24262"/>
                  <a:pt x="58419" y="23607"/>
                </a:cubicBezTo>
                <a:cubicBezTo>
                  <a:pt x="58419" y="22951"/>
                  <a:pt x="58419" y="21639"/>
                  <a:pt x="58419" y="20984"/>
                </a:cubicBezTo>
                <a:cubicBezTo>
                  <a:pt x="58419" y="19672"/>
                  <a:pt x="58233" y="18361"/>
                  <a:pt x="58233" y="17049"/>
                </a:cubicBezTo>
                <a:cubicBezTo>
                  <a:pt x="58233" y="15082"/>
                  <a:pt x="58419" y="13771"/>
                  <a:pt x="58419" y="12459"/>
                </a:cubicBezTo>
                <a:cubicBezTo>
                  <a:pt x="58419" y="11803"/>
                  <a:pt x="58419" y="11148"/>
                  <a:pt x="58419" y="10492"/>
                </a:cubicBezTo>
                <a:cubicBezTo>
                  <a:pt x="58419" y="9836"/>
                  <a:pt x="58419" y="9180"/>
                  <a:pt x="58605" y="8525"/>
                </a:cubicBezTo>
                <a:cubicBezTo>
                  <a:pt x="58605" y="7869"/>
                  <a:pt x="58605" y="7869"/>
                  <a:pt x="58791" y="7213"/>
                </a:cubicBezTo>
                <a:cubicBezTo>
                  <a:pt x="58977" y="6557"/>
                  <a:pt x="59535" y="5902"/>
                  <a:pt x="59907" y="5902"/>
                </a:cubicBezTo>
                <a:cubicBezTo>
                  <a:pt x="60465" y="5902"/>
                  <a:pt x="60837" y="5902"/>
                  <a:pt x="61023" y="7213"/>
                </a:cubicBezTo>
                <a:cubicBezTo>
                  <a:pt x="61209" y="7869"/>
                  <a:pt x="61395" y="9180"/>
                  <a:pt x="61581" y="10492"/>
                </a:cubicBezTo>
                <a:lnTo>
                  <a:pt x="63442" y="10492"/>
                </a:lnTo>
                <a:cubicBezTo>
                  <a:pt x="63256" y="7213"/>
                  <a:pt x="62884" y="4590"/>
                  <a:pt x="62326" y="2623"/>
                </a:cubicBezTo>
                <a:cubicBezTo>
                  <a:pt x="61581" y="656"/>
                  <a:pt x="60837" y="0"/>
                  <a:pt x="59907" y="0"/>
                </a:cubicBezTo>
                <a:close/>
                <a:moveTo>
                  <a:pt x="65116" y="0"/>
                </a:moveTo>
                <a:cubicBezTo>
                  <a:pt x="65116" y="0"/>
                  <a:pt x="65116" y="0"/>
                  <a:pt x="65116" y="33443"/>
                </a:cubicBezTo>
                <a:lnTo>
                  <a:pt x="66977" y="33443"/>
                </a:lnTo>
                <a:cubicBezTo>
                  <a:pt x="66977" y="33443"/>
                  <a:pt x="66977" y="33443"/>
                  <a:pt x="66977" y="19672"/>
                </a:cubicBezTo>
                <a:lnTo>
                  <a:pt x="70326" y="19672"/>
                </a:lnTo>
                <a:cubicBezTo>
                  <a:pt x="70326" y="19672"/>
                  <a:pt x="70326" y="19672"/>
                  <a:pt x="70326" y="33443"/>
                </a:cubicBezTo>
                <a:lnTo>
                  <a:pt x="72000" y="33443"/>
                </a:lnTo>
                <a:cubicBezTo>
                  <a:pt x="72000" y="33443"/>
                  <a:pt x="72000" y="33443"/>
                  <a:pt x="72000" y="0"/>
                </a:cubicBezTo>
                <a:lnTo>
                  <a:pt x="70326" y="0"/>
                </a:lnTo>
                <a:cubicBezTo>
                  <a:pt x="70326" y="0"/>
                  <a:pt x="70326" y="0"/>
                  <a:pt x="70326" y="13771"/>
                </a:cubicBezTo>
                <a:lnTo>
                  <a:pt x="66977" y="13771"/>
                </a:lnTo>
                <a:cubicBezTo>
                  <a:pt x="66977" y="13771"/>
                  <a:pt x="66977" y="13771"/>
                  <a:pt x="66977" y="0"/>
                </a:cubicBezTo>
                <a:close/>
                <a:moveTo>
                  <a:pt x="74419" y="0"/>
                </a:moveTo>
                <a:cubicBezTo>
                  <a:pt x="74419" y="0"/>
                  <a:pt x="74419" y="0"/>
                  <a:pt x="74419" y="33443"/>
                </a:cubicBezTo>
                <a:lnTo>
                  <a:pt x="76279" y="33443"/>
                </a:lnTo>
                <a:cubicBezTo>
                  <a:pt x="76279" y="33443"/>
                  <a:pt x="76279" y="33443"/>
                  <a:pt x="76279" y="13115"/>
                </a:cubicBezTo>
                <a:cubicBezTo>
                  <a:pt x="76279" y="13115"/>
                  <a:pt x="76279" y="13115"/>
                  <a:pt x="80000" y="33443"/>
                </a:cubicBezTo>
                <a:lnTo>
                  <a:pt x="81674" y="33443"/>
                </a:lnTo>
                <a:cubicBezTo>
                  <a:pt x="81674" y="33443"/>
                  <a:pt x="81674" y="33443"/>
                  <a:pt x="81674" y="0"/>
                </a:cubicBezTo>
                <a:lnTo>
                  <a:pt x="79814" y="0"/>
                </a:lnTo>
                <a:cubicBezTo>
                  <a:pt x="79814" y="0"/>
                  <a:pt x="79814" y="0"/>
                  <a:pt x="79814" y="20328"/>
                </a:cubicBezTo>
                <a:cubicBezTo>
                  <a:pt x="79814" y="20328"/>
                  <a:pt x="79814" y="20328"/>
                  <a:pt x="76093" y="0"/>
                </a:cubicBezTo>
                <a:close/>
                <a:moveTo>
                  <a:pt x="84093" y="0"/>
                </a:moveTo>
                <a:cubicBezTo>
                  <a:pt x="84093" y="0"/>
                  <a:pt x="84093" y="0"/>
                  <a:pt x="84093" y="33443"/>
                </a:cubicBezTo>
                <a:lnTo>
                  <a:pt x="85953" y="33443"/>
                </a:lnTo>
                <a:cubicBezTo>
                  <a:pt x="85953" y="33443"/>
                  <a:pt x="85953" y="33443"/>
                  <a:pt x="85953" y="0"/>
                </a:cubicBezTo>
                <a:close/>
                <a:moveTo>
                  <a:pt x="91163" y="0"/>
                </a:moveTo>
                <a:cubicBezTo>
                  <a:pt x="90047" y="0"/>
                  <a:pt x="89302" y="656"/>
                  <a:pt x="88744" y="2623"/>
                </a:cubicBezTo>
                <a:cubicBezTo>
                  <a:pt x="88186" y="4590"/>
                  <a:pt x="87814" y="7213"/>
                  <a:pt x="87814" y="9836"/>
                </a:cubicBezTo>
                <a:cubicBezTo>
                  <a:pt x="87814" y="12459"/>
                  <a:pt x="88000" y="15082"/>
                  <a:pt x="88558" y="16393"/>
                </a:cubicBezTo>
                <a:cubicBezTo>
                  <a:pt x="88930" y="17705"/>
                  <a:pt x="89488" y="19016"/>
                  <a:pt x="90233" y="19016"/>
                </a:cubicBezTo>
                <a:cubicBezTo>
                  <a:pt x="90233" y="19016"/>
                  <a:pt x="90233" y="19016"/>
                  <a:pt x="90977" y="19672"/>
                </a:cubicBezTo>
                <a:lnTo>
                  <a:pt x="91535" y="19672"/>
                </a:lnTo>
                <a:cubicBezTo>
                  <a:pt x="91907" y="20328"/>
                  <a:pt x="92093" y="20328"/>
                  <a:pt x="92279" y="20984"/>
                </a:cubicBezTo>
                <a:cubicBezTo>
                  <a:pt x="92465" y="21639"/>
                  <a:pt x="92651" y="22951"/>
                  <a:pt x="92651" y="23607"/>
                </a:cubicBezTo>
                <a:cubicBezTo>
                  <a:pt x="92651" y="26885"/>
                  <a:pt x="92093" y="28197"/>
                  <a:pt x="90977" y="28197"/>
                </a:cubicBezTo>
                <a:cubicBezTo>
                  <a:pt x="90419" y="28197"/>
                  <a:pt x="90047" y="27541"/>
                  <a:pt x="89674" y="27541"/>
                </a:cubicBezTo>
                <a:cubicBezTo>
                  <a:pt x="89302" y="26885"/>
                  <a:pt x="88930" y="26230"/>
                  <a:pt x="88558" y="24918"/>
                </a:cubicBezTo>
                <a:cubicBezTo>
                  <a:pt x="88558" y="24918"/>
                  <a:pt x="88558" y="24918"/>
                  <a:pt x="87442" y="29508"/>
                </a:cubicBezTo>
                <a:cubicBezTo>
                  <a:pt x="87814" y="30820"/>
                  <a:pt x="88372" y="32131"/>
                  <a:pt x="88930" y="32787"/>
                </a:cubicBezTo>
                <a:cubicBezTo>
                  <a:pt x="89488" y="33443"/>
                  <a:pt x="90233" y="33443"/>
                  <a:pt x="90977" y="33443"/>
                </a:cubicBezTo>
                <a:cubicBezTo>
                  <a:pt x="91907" y="33443"/>
                  <a:pt x="92837" y="32787"/>
                  <a:pt x="93395" y="30820"/>
                </a:cubicBezTo>
                <a:cubicBezTo>
                  <a:pt x="94140" y="29508"/>
                  <a:pt x="94326" y="26885"/>
                  <a:pt x="94326" y="23607"/>
                </a:cubicBezTo>
                <a:cubicBezTo>
                  <a:pt x="94326" y="20328"/>
                  <a:pt x="94140" y="18361"/>
                  <a:pt x="93581" y="16393"/>
                </a:cubicBezTo>
                <a:cubicBezTo>
                  <a:pt x="93395" y="15738"/>
                  <a:pt x="93209" y="15082"/>
                  <a:pt x="92837" y="15082"/>
                </a:cubicBezTo>
                <a:cubicBezTo>
                  <a:pt x="92651" y="14426"/>
                  <a:pt x="92279" y="14426"/>
                  <a:pt x="91907" y="13771"/>
                </a:cubicBezTo>
                <a:lnTo>
                  <a:pt x="91349" y="13771"/>
                </a:lnTo>
                <a:cubicBezTo>
                  <a:pt x="91349" y="13771"/>
                  <a:pt x="91349" y="13771"/>
                  <a:pt x="90791" y="13115"/>
                </a:cubicBezTo>
                <a:cubicBezTo>
                  <a:pt x="90419" y="13115"/>
                  <a:pt x="90047" y="13115"/>
                  <a:pt x="89860" y="11803"/>
                </a:cubicBezTo>
                <a:cubicBezTo>
                  <a:pt x="89674" y="11148"/>
                  <a:pt x="89674" y="10492"/>
                  <a:pt x="89674" y="9836"/>
                </a:cubicBezTo>
                <a:cubicBezTo>
                  <a:pt x="89674" y="8525"/>
                  <a:pt x="89674" y="7213"/>
                  <a:pt x="90047" y="6557"/>
                </a:cubicBezTo>
                <a:cubicBezTo>
                  <a:pt x="90233" y="5902"/>
                  <a:pt x="90605" y="5246"/>
                  <a:pt x="90977" y="5246"/>
                </a:cubicBezTo>
                <a:cubicBezTo>
                  <a:pt x="91349" y="5246"/>
                  <a:pt x="91721" y="5902"/>
                  <a:pt x="92093" y="5902"/>
                </a:cubicBezTo>
                <a:cubicBezTo>
                  <a:pt x="92465" y="6557"/>
                  <a:pt x="92651" y="7213"/>
                  <a:pt x="93023" y="7869"/>
                </a:cubicBezTo>
                <a:cubicBezTo>
                  <a:pt x="93023" y="7869"/>
                  <a:pt x="93023" y="7869"/>
                  <a:pt x="94140" y="3934"/>
                </a:cubicBezTo>
                <a:cubicBezTo>
                  <a:pt x="93767" y="2623"/>
                  <a:pt x="93395" y="1312"/>
                  <a:pt x="92837" y="656"/>
                </a:cubicBezTo>
                <a:cubicBezTo>
                  <a:pt x="92279" y="0"/>
                  <a:pt x="91721" y="0"/>
                  <a:pt x="91163" y="0"/>
                </a:cubicBezTo>
                <a:close/>
                <a:moveTo>
                  <a:pt x="99535" y="0"/>
                </a:moveTo>
                <a:cubicBezTo>
                  <a:pt x="98419" y="0"/>
                  <a:pt x="97674" y="1312"/>
                  <a:pt x="96930" y="3279"/>
                </a:cubicBezTo>
                <a:cubicBezTo>
                  <a:pt x="96558" y="5246"/>
                  <a:pt x="96186" y="6557"/>
                  <a:pt x="96186" y="8525"/>
                </a:cubicBezTo>
                <a:cubicBezTo>
                  <a:pt x="96000" y="10492"/>
                  <a:pt x="96000" y="13115"/>
                  <a:pt x="96000" y="17049"/>
                </a:cubicBezTo>
                <a:cubicBezTo>
                  <a:pt x="96000" y="20328"/>
                  <a:pt x="96000" y="22951"/>
                  <a:pt x="96186" y="24918"/>
                </a:cubicBezTo>
                <a:cubicBezTo>
                  <a:pt x="96186" y="26885"/>
                  <a:pt x="96558" y="28853"/>
                  <a:pt x="96930" y="30164"/>
                </a:cubicBezTo>
                <a:cubicBezTo>
                  <a:pt x="97674" y="32787"/>
                  <a:pt x="98419" y="33443"/>
                  <a:pt x="99535" y="33443"/>
                </a:cubicBezTo>
                <a:cubicBezTo>
                  <a:pt x="100279" y="33443"/>
                  <a:pt x="101209" y="32787"/>
                  <a:pt x="101767" y="30820"/>
                </a:cubicBezTo>
                <a:cubicBezTo>
                  <a:pt x="102326" y="29508"/>
                  <a:pt x="102698" y="26885"/>
                  <a:pt x="102884" y="22951"/>
                </a:cubicBezTo>
                <a:lnTo>
                  <a:pt x="101023" y="22951"/>
                </a:lnTo>
                <a:cubicBezTo>
                  <a:pt x="101023" y="24918"/>
                  <a:pt x="100837" y="25574"/>
                  <a:pt x="100465" y="26885"/>
                </a:cubicBezTo>
                <a:cubicBezTo>
                  <a:pt x="100279" y="27541"/>
                  <a:pt x="99907" y="28197"/>
                  <a:pt x="99535" y="28197"/>
                </a:cubicBezTo>
                <a:cubicBezTo>
                  <a:pt x="98977" y="28197"/>
                  <a:pt x="98605" y="27541"/>
                  <a:pt x="98233" y="26230"/>
                </a:cubicBezTo>
                <a:cubicBezTo>
                  <a:pt x="98233" y="25574"/>
                  <a:pt x="98047" y="25574"/>
                  <a:pt x="98047" y="24918"/>
                </a:cubicBezTo>
                <a:cubicBezTo>
                  <a:pt x="98047" y="24262"/>
                  <a:pt x="98047" y="24262"/>
                  <a:pt x="97860" y="23607"/>
                </a:cubicBezTo>
                <a:cubicBezTo>
                  <a:pt x="97860" y="22951"/>
                  <a:pt x="97860" y="21639"/>
                  <a:pt x="97860" y="20984"/>
                </a:cubicBezTo>
                <a:cubicBezTo>
                  <a:pt x="97860" y="19672"/>
                  <a:pt x="97860" y="18361"/>
                  <a:pt x="97860" y="17049"/>
                </a:cubicBezTo>
                <a:cubicBezTo>
                  <a:pt x="97860" y="15082"/>
                  <a:pt x="97860" y="13771"/>
                  <a:pt x="97860" y="12459"/>
                </a:cubicBezTo>
                <a:cubicBezTo>
                  <a:pt x="97860" y="11803"/>
                  <a:pt x="97860" y="11148"/>
                  <a:pt x="97860" y="10492"/>
                </a:cubicBezTo>
                <a:cubicBezTo>
                  <a:pt x="98047" y="9836"/>
                  <a:pt x="98047" y="9180"/>
                  <a:pt x="98047" y="8525"/>
                </a:cubicBezTo>
                <a:cubicBezTo>
                  <a:pt x="98047" y="7869"/>
                  <a:pt x="98233" y="7869"/>
                  <a:pt x="98233" y="7213"/>
                </a:cubicBezTo>
                <a:cubicBezTo>
                  <a:pt x="98605" y="6557"/>
                  <a:pt x="98977" y="5902"/>
                  <a:pt x="99535" y="5902"/>
                </a:cubicBezTo>
                <a:cubicBezTo>
                  <a:pt x="99907" y="5902"/>
                  <a:pt x="100279" y="5902"/>
                  <a:pt x="100465" y="7213"/>
                </a:cubicBezTo>
                <a:cubicBezTo>
                  <a:pt x="100837" y="7869"/>
                  <a:pt x="101023" y="9180"/>
                  <a:pt x="101023" y="10492"/>
                </a:cubicBezTo>
                <a:lnTo>
                  <a:pt x="102884" y="10492"/>
                </a:lnTo>
                <a:cubicBezTo>
                  <a:pt x="102698" y="7213"/>
                  <a:pt x="102326" y="4590"/>
                  <a:pt x="101767" y="2623"/>
                </a:cubicBezTo>
                <a:cubicBezTo>
                  <a:pt x="101209" y="656"/>
                  <a:pt x="100279" y="0"/>
                  <a:pt x="99535" y="0"/>
                </a:cubicBezTo>
                <a:close/>
                <a:moveTo>
                  <a:pt x="104744" y="0"/>
                </a:moveTo>
                <a:cubicBezTo>
                  <a:pt x="104744" y="0"/>
                  <a:pt x="104744" y="0"/>
                  <a:pt x="104744" y="33443"/>
                </a:cubicBezTo>
                <a:lnTo>
                  <a:pt x="106605" y="33443"/>
                </a:lnTo>
                <a:cubicBezTo>
                  <a:pt x="106605" y="33443"/>
                  <a:pt x="106605" y="33443"/>
                  <a:pt x="106605" y="19672"/>
                </a:cubicBezTo>
                <a:lnTo>
                  <a:pt x="109767" y="19672"/>
                </a:lnTo>
                <a:cubicBezTo>
                  <a:pt x="109767" y="19672"/>
                  <a:pt x="109767" y="19672"/>
                  <a:pt x="109767" y="33443"/>
                </a:cubicBezTo>
                <a:lnTo>
                  <a:pt x="111628" y="33443"/>
                </a:lnTo>
                <a:cubicBezTo>
                  <a:pt x="111628" y="33443"/>
                  <a:pt x="111628" y="33443"/>
                  <a:pt x="111628" y="0"/>
                </a:cubicBezTo>
                <a:lnTo>
                  <a:pt x="109767" y="0"/>
                </a:lnTo>
                <a:cubicBezTo>
                  <a:pt x="109767" y="0"/>
                  <a:pt x="109767" y="0"/>
                  <a:pt x="109767" y="13771"/>
                </a:cubicBezTo>
                <a:lnTo>
                  <a:pt x="106605" y="13771"/>
                </a:lnTo>
                <a:cubicBezTo>
                  <a:pt x="106605" y="13771"/>
                  <a:pt x="106605" y="13771"/>
                  <a:pt x="106605" y="0"/>
                </a:cubicBezTo>
                <a:close/>
                <a:moveTo>
                  <a:pt x="114047" y="0"/>
                </a:moveTo>
                <a:cubicBezTo>
                  <a:pt x="114047" y="0"/>
                  <a:pt x="114047" y="0"/>
                  <a:pt x="114047" y="33443"/>
                </a:cubicBezTo>
                <a:lnTo>
                  <a:pt x="120186" y="33443"/>
                </a:lnTo>
                <a:cubicBezTo>
                  <a:pt x="120186" y="33443"/>
                  <a:pt x="120186" y="33443"/>
                  <a:pt x="120186" y="27541"/>
                </a:cubicBezTo>
                <a:lnTo>
                  <a:pt x="115721" y="27541"/>
                </a:lnTo>
                <a:cubicBezTo>
                  <a:pt x="115721" y="27541"/>
                  <a:pt x="115721" y="27541"/>
                  <a:pt x="115721" y="19672"/>
                </a:cubicBezTo>
                <a:lnTo>
                  <a:pt x="119628" y="19672"/>
                </a:lnTo>
                <a:cubicBezTo>
                  <a:pt x="119628" y="19672"/>
                  <a:pt x="119628" y="19672"/>
                  <a:pt x="119628" y="13771"/>
                </a:cubicBezTo>
                <a:lnTo>
                  <a:pt x="115721" y="13771"/>
                </a:lnTo>
                <a:cubicBezTo>
                  <a:pt x="115721" y="13771"/>
                  <a:pt x="115721" y="13771"/>
                  <a:pt x="115721" y="5902"/>
                </a:cubicBezTo>
                <a:lnTo>
                  <a:pt x="120186" y="5902"/>
                </a:lnTo>
                <a:cubicBezTo>
                  <a:pt x="120186" y="5902"/>
                  <a:pt x="120186" y="5902"/>
                  <a:pt x="120186" y="0"/>
                </a:cubicBezTo>
                <a:close/>
                <a:moveTo>
                  <a:pt x="106419" y="38689"/>
                </a:moveTo>
                <a:cubicBezTo>
                  <a:pt x="106419" y="38689"/>
                  <a:pt x="106419" y="38689"/>
                  <a:pt x="106419" y="44590"/>
                </a:cubicBezTo>
                <a:lnTo>
                  <a:pt x="108093" y="44590"/>
                </a:lnTo>
                <a:cubicBezTo>
                  <a:pt x="108093" y="44590"/>
                  <a:pt x="108093" y="44590"/>
                  <a:pt x="108093" y="38689"/>
                </a:cubicBezTo>
                <a:close/>
                <a:moveTo>
                  <a:pt x="110884" y="38689"/>
                </a:moveTo>
                <a:cubicBezTo>
                  <a:pt x="110884" y="44590"/>
                  <a:pt x="110884" y="44590"/>
                  <a:pt x="110884" y="44590"/>
                </a:cubicBezTo>
                <a:lnTo>
                  <a:pt x="112558" y="44590"/>
                </a:lnTo>
                <a:cubicBezTo>
                  <a:pt x="112558" y="38689"/>
                  <a:pt x="112558" y="38689"/>
                  <a:pt x="112558" y="38689"/>
                </a:cubicBezTo>
                <a:close/>
                <a:moveTo>
                  <a:pt x="82233" y="50492"/>
                </a:moveTo>
                <a:cubicBezTo>
                  <a:pt x="82605" y="50492"/>
                  <a:pt x="82977" y="51148"/>
                  <a:pt x="83163" y="51803"/>
                </a:cubicBezTo>
                <a:cubicBezTo>
                  <a:pt x="83535" y="52459"/>
                  <a:pt x="83535" y="53771"/>
                  <a:pt x="83535" y="55082"/>
                </a:cubicBezTo>
                <a:cubicBezTo>
                  <a:pt x="83535" y="56393"/>
                  <a:pt x="83535" y="57049"/>
                  <a:pt x="83163" y="58361"/>
                </a:cubicBezTo>
                <a:cubicBezTo>
                  <a:pt x="82977" y="59016"/>
                  <a:pt x="82605" y="59016"/>
                  <a:pt x="82233" y="59016"/>
                </a:cubicBezTo>
                <a:lnTo>
                  <a:pt x="80558" y="59016"/>
                </a:lnTo>
                <a:cubicBezTo>
                  <a:pt x="80558" y="59016"/>
                  <a:pt x="80558" y="59016"/>
                  <a:pt x="80558" y="50492"/>
                </a:cubicBezTo>
                <a:close/>
                <a:moveTo>
                  <a:pt x="109395" y="54426"/>
                </a:moveTo>
                <a:lnTo>
                  <a:pt x="110698" y="66885"/>
                </a:lnTo>
                <a:lnTo>
                  <a:pt x="108279" y="66885"/>
                </a:lnTo>
                <a:cubicBezTo>
                  <a:pt x="108279" y="66885"/>
                  <a:pt x="108279" y="66885"/>
                  <a:pt x="109395" y="54426"/>
                </a:cubicBezTo>
                <a:close/>
                <a:moveTo>
                  <a:pt x="40186" y="44590"/>
                </a:moveTo>
                <a:cubicBezTo>
                  <a:pt x="40186" y="44590"/>
                  <a:pt x="40186" y="44590"/>
                  <a:pt x="40186" y="66885"/>
                </a:cubicBezTo>
                <a:cubicBezTo>
                  <a:pt x="40186" y="68197"/>
                  <a:pt x="40186" y="70164"/>
                  <a:pt x="40372" y="71475"/>
                </a:cubicBezTo>
                <a:cubicBezTo>
                  <a:pt x="40558" y="72787"/>
                  <a:pt x="40744" y="74098"/>
                  <a:pt x="41116" y="74754"/>
                </a:cubicBezTo>
                <a:cubicBezTo>
                  <a:pt x="41488" y="76066"/>
                  <a:pt x="41860" y="76721"/>
                  <a:pt x="42233" y="77377"/>
                </a:cubicBezTo>
                <a:cubicBezTo>
                  <a:pt x="42605" y="78033"/>
                  <a:pt x="43163" y="78033"/>
                  <a:pt x="43535" y="78033"/>
                </a:cubicBezTo>
                <a:cubicBezTo>
                  <a:pt x="44093" y="78033"/>
                  <a:pt x="44465" y="78033"/>
                  <a:pt x="45023" y="77377"/>
                </a:cubicBezTo>
                <a:cubicBezTo>
                  <a:pt x="45395" y="76721"/>
                  <a:pt x="45767" y="76066"/>
                  <a:pt x="46140" y="74754"/>
                </a:cubicBezTo>
                <a:cubicBezTo>
                  <a:pt x="46326" y="74098"/>
                  <a:pt x="46698" y="72787"/>
                  <a:pt x="46884" y="71475"/>
                </a:cubicBezTo>
                <a:cubicBezTo>
                  <a:pt x="47070" y="70164"/>
                  <a:pt x="47070" y="68197"/>
                  <a:pt x="47070" y="66885"/>
                </a:cubicBezTo>
                <a:cubicBezTo>
                  <a:pt x="47070" y="66885"/>
                  <a:pt x="47070" y="66885"/>
                  <a:pt x="47070" y="44590"/>
                </a:cubicBezTo>
                <a:lnTo>
                  <a:pt x="45209" y="44590"/>
                </a:lnTo>
                <a:cubicBezTo>
                  <a:pt x="45209" y="44590"/>
                  <a:pt x="45209" y="44590"/>
                  <a:pt x="45209" y="66230"/>
                </a:cubicBezTo>
                <a:cubicBezTo>
                  <a:pt x="45209" y="68197"/>
                  <a:pt x="45023" y="69508"/>
                  <a:pt x="44837" y="70820"/>
                </a:cubicBezTo>
                <a:cubicBezTo>
                  <a:pt x="44465" y="72131"/>
                  <a:pt x="44093" y="72787"/>
                  <a:pt x="43535" y="72787"/>
                </a:cubicBezTo>
                <a:cubicBezTo>
                  <a:pt x="43163" y="72787"/>
                  <a:pt x="42791" y="72131"/>
                  <a:pt x="42419" y="70820"/>
                </a:cubicBezTo>
                <a:cubicBezTo>
                  <a:pt x="42047" y="69508"/>
                  <a:pt x="42047" y="68197"/>
                  <a:pt x="42047" y="66230"/>
                </a:cubicBezTo>
                <a:cubicBezTo>
                  <a:pt x="42047" y="66230"/>
                  <a:pt x="42047" y="66230"/>
                  <a:pt x="42047" y="44590"/>
                </a:cubicBezTo>
                <a:close/>
                <a:moveTo>
                  <a:pt x="49116" y="44590"/>
                </a:moveTo>
                <a:cubicBezTo>
                  <a:pt x="49116" y="44590"/>
                  <a:pt x="49116" y="44590"/>
                  <a:pt x="49116" y="78033"/>
                </a:cubicBezTo>
                <a:lnTo>
                  <a:pt x="50977" y="78033"/>
                </a:lnTo>
                <a:cubicBezTo>
                  <a:pt x="50977" y="78033"/>
                  <a:pt x="50977" y="78033"/>
                  <a:pt x="50977" y="57705"/>
                </a:cubicBezTo>
                <a:cubicBezTo>
                  <a:pt x="50977" y="57705"/>
                  <a:pt x="50977" y="57705"/>
                  <a:pt x="54884" y="78033"/>
                </a:cubicBezTo>
                <a:lnTo>
                  <a:pt x="56372" y="78033"/>
                </a:lnTo>
                <a:cubicBezTo>
                  <a:pt x="56372" y="78033"/>
                  <a:pt x="56372" y="78033"/>
                  <a:pt x="56372" y="44590"/>
                </a:cubicBezTo>
                <a:lnTo>
                  <a:pt x="54512" y="44590"/>
                </a:lnTo>
                <a:cubicBezTo>
                  <a:pt x="54512" y="44590"/>
                  <a:pt x="54512" y="44590"/>
                  <a:pt x="54512" y="64918"/>
                </a:cubicBezTo>
                <a:cubicBezTo>
                  <a:pt x="54512" y="64918"/>
                  <a:pt x="54512" y="64918"/>
                  <a:pt x="50791" y="44590"/>
                </a:cubicBezTo>
                <a:close/>
                <a:moveTo>
                  <a:pt x="58791" y="44590"/>
                </a:moveTo>
                <a:cubicBezTo>
                  <a:pt x="58791" y="44590"/>
                  <a:pt x="58791" y="44590"/>
                  <a:pt x="58791" y="78033"/>
                </a:cubicBezTo>
                <a:lnTo>
                  <a:pt x="60651" y="78033"/>
                </a:lnTo>
                <a:cubicBezTo>
                  <a:pt x="60651" y="78033"/>
                  <a:pt x="60651" y="78033"/>
                  <a:pt x="60651" y="44590"/>
                </a:cubicBezTo>
                <a:close/>
                <a:moveTo>
                  <a:pt x="61767" y="44590"/>
                </a:moveTo>
                <a:cubicBezTo>
                  <a:pt x="61767" y="44590"/>
                  <a:pt x="61767" y="44590"/>
                  <a:pt x="64930" y="78033"/>
                </a:cubicBezTo>
                <a:lnTo>
                  <a:pt x="66233" y="78033"/>
                </a:lnTo>
                <a:lnTo>
                  <a:pt x="69395" y="44590"/>
                </a:lnTo>
                <a:lnTo>
                  <a:pt x="67535" y="44590"/>
                </a:lnTo>
                <a:cubicBezTo>
                  <a:pt x="67535" y="44590"/>
                  <a:pt x="67535" y="44590"/>
                  <a:pt x="65488" y="66230"/>
                </a:cubicBezTo>
                <a:cubicBezTo>
                  <a:pt x="65488" y="66230"/>
                  <a:pt x="65488" y="66230"/>
                  <a:pt x="63628" y="44590"/>
                </a:cubicBezTo>
                <a:close/>
                <a:moveTo>
                  <a:pt x="70512" y="44590"/>
                </a:moveTo>
                <a:cubicBezTo>
                  <a:pt x="70512" y="44590"/>
                  <a:pt x="70512" y="44590"/>
                  <a:pt x="70512" y="78033"/>
                </a:cubicBezTo>
                <a:lnTo>
                  <a:pt x="76837" y="78033"/>
                </a:lnTo>
                <a:cubicBezTo>
                  <a:pt x="76837" y="78033"/>
                  <a:pt x="76837" y="78033"/>
                  <a:pt x="76837" y="72131"/>
                </a:cubicBezTo>
                <a:lnTo>
                  <a:pt x="72372" y="72131"/>
                </a:lnTo>
                <a:cubicBezTo>
                  <a:pt x="72372" y="72131"/>
                  <a:pt x="72372" y="72131"/>
                  <a:pt x="72372" y="64262"/>
                </a:cubicBezTo>
                <a:lnTo>
                  <a:pt x="76093" y="64262"/>
                </a:lnTo>
                <a:cubicBezTo>
                  <a:pt x="76093" y="64262"/>
                  <a:pt x="76093" y="64262"/>
                  <a:pt x="76093" y="58361"/>
                </a:cubicBezTo>
                <a:lnTo>
                  <a:pt x="72372" y="58361"/>
                </a:lnTo>
                <a:cubicBezTo>
                  <a:pt x="72372" y="58361"/>
                  <a:pt x="72372" y="58361"/>
                  <a:pt x="72372" y="50492"/>
                </a:cubicBezTo>
                <a:lnTo>
                  <a:pt x="76837" y="50492"/>
                </a:lnTo>
                <a:cubicBezTo>
                  <a:pt x="76837" y="50492"/>
                  <a:pt x="76837" y="50492"/>
                  <a:pt x="76837" y="44590"/>
                </a:cubicBezTo>
                <a:close/>
                <a:moveTo>
                  <a:pt x="78698" y="44590"/>
                </a:moveTo>
                <a:cubicBezTo>
                  <a:pt x="78698" y="44590"/>
                  <a:pt x="78698" y="44590"/>
                  <a:pt x="78698" y="78033"/>
                </a:cubicBezTo>
                <a:lnTo>
                  <a:pt x="80558" y="78033"/>
                </a:lnTo>
                <a:cubicBezTo>
                  <a:pt x="80558" y="78033"/>
                  <a:pt x="80558" y="78033"/>
                  <a:pt x="80558" y="64918"/>
                </a:cubicBezTo>
                <a:lnTo>
                  <a:pt x="81860" y="64918"/>
                </a:lnTo>
                <a:cubicBezTo>
                  <a:pt x="81860" y="64918"/>
                  <a:pt x="81860" y="64918"/>
                  <a:pt x="83721" y="78033"/>
                </a:cubicBezTo>
                <a:lnTo>
                  <a:pt x="85767" y="78033"/>
                </a:lnTo>
                <a:cubicBezTo>
                  <a:pt x="85767" y="78033"/>
                  <a:pt x="85767" y="78033"/>
                  <a:pt x="83721" y="63607"/>
                </a:cubicBezTo>
                <a:cubicBezTo>
                  <a:pt x="84279" y="62951"/>
                  <a:pt x="84651" y="61639"/>
                  <a:pt x="85023" y="60328"/>
                </a:cubicBezTo>
                <a:cubicBezTo>
                  <a:pt x="85395" y="59016"/>
                  <a:pt x="85395" y="57049"/>
                  <a:pt x="85395" y="55082"/>
                </a:cubicBezTo>
                <a:cubicBezTo>
                  <a:pt x="85395" y="53771"/>
                  <a:pt x="85395" y="52459"/>
                  <a:pt x="85209" y="51148"/>
                </a:cubicBezTo>
                <a:cubicBezTo>
                  <a:pt x="85209" y="49836"/>
                  <a:pt x="84837" y="48525"/>
                  <a:pt x="84651" y="47869"/>
                </a:cubicBezTo>
                <a:cubicBezTo>
                  <a:pt x="84465" y="46557"/>
                  <a:pt x="84093" y="45902"/>
                  <a:pt x="83721" y="45246"/>
                </a:cubicBezTo>
                <a:cubicBezTo>
                  <a:pt x="83349" y="44590"/>
                  <a:pt x="82791" y="44590"/>
                  <a:pt x="82419" y="44590"/>
                </a:cubicBezTo>
                <a:close/>
                <a:moveTo>
                  <a:pt x="90233" y="44590"/>
                </a:moveTo>
                <a:cubicBezTo>
                  <a:pt x="89302" y="44590"/>
                  <a:pt x="88372" y="45246"/>
                  <a:pt x="87814" y="47213"/>
                </a:cubicBezTo>
                <a:cubicBezTo>
                  <a:pt x="87256" y="49180"/>
                  <a:pt x="86884" y="51148"/>
                  <a:pt x="86884" y="54426"/>
                </a:cubicBezTo>
                <a:cubicBezTo>
                  <a:pt x="86884" y="57049"/>
                  <a:pt x="87256" y="59672"/>
                  <a:pt x="87628" y="60984"/>
                </a:cubicBezTo>
                <a:cubicBezTo>
                  <a:pt x="88000" y="62295"/>
                  <a:pt x="88744" y="63607"/>
                  <a:pt x="89488" y="63607"/>
                </a:cubicBezTo>
                <a:cubicBezTo>
                  <a:pt x="89488" y="63607"/>
                  <a:pt x="89488" y="63607"/>
                  <a:pt x="90047" y="64262"/>
                </a:cubicBezTo>
                <a:lnTo>
                  <a:pt x="90605" y="64262"/>
                </a:lnTo>
                <a:cubicBezTo>
                  <a:pt x="90977" y="64918"/>
                  <a:pt x="91349" y="64918"/>
                  <a:pt x="91535" y="65574"/>
                </a:cubicBezTo>
                <a:cubicBezTo>
                  <a:pt x="91721" y="66230"/>
                  <a:pt x="91721" y="66885"/>
                  <a:pt x="91721" y="68197"/>
                </a:cubicBezTo>
                <a:cubicBezTo>
                  <a:pt x="91721" y="70820"/>
                  <a:pt x="91163" y="72787"/>
                  <a:pt x="90047" y="72787"/>
                </a:cubicBezTo>
                <a:cubicBezTo>
                  <a:pt x="89674" y="72787"/>
                  <a:pt x="89116" y="72131"/>
                  <a:pt x="88744" y="72131"/>
                </a:cubicBezTo>
                <a:cubicBezTo>
                  <a:pt x="88372" y="71475"/>
                  <a:pt x="88000" y="70820"/>
                  <a:pt x="87814" y="69508"/>
                </a:cubicBezTo>
                <a:cubicBezTo>
                  <a:pt x="87814" y="69508"/>
                  <a:pt x="87814" y="69508"/>
                  <a:pt x="86512" y="74098"/>
                </a:cubicBezTo>
                <a:cubicBezTo>
                  <a:pt x="87070" y="75410"/>
                  <a:pt x="87628" y="76721"/>
                  <a:pt x="88186" y="77377"/>
                </a:cubicBezTo>
                <a:cubicBezTo>
                  <a:pt x="88558" y="78033"/>
                  <a:pt x="89302" y="78033"/>
                  <a:pt x="90047" y="78033"/>
                </a:cubicBezTo>
                <a:cubicBezTo>
                  <a:pt x="90977" y="78033"/>
                  <a:pt x="91907" y="77377"/>
                  <a:pt x="92651" y="75410"/>
                </a:cubicBezTo>
                <a:cubicBezTo>
                  <a:pt x="93209" y="74098"/>
                  <a:pt x="93581" y="71475"/>
                  <a:pt x="93581" y="68197"/>
                </a:cubicBezTo>
                <a:cubicBezTo>
                  <a:pt x="93581" y="64918"/>
                  <a:pt x="93395" y="62951"/>
                  <a:pt x="92837" y="60984"/>
                </a:cubicBezTo>
                <a:cubicBezTo>
                  <a:pt x="92651" y="60328"/>
                  <a:pt x="92279" y="59672"/>
                  <a:pt x="92093" y="59672"/>
                </a:cubicBezTo>
                <a:cubicBezTo>
                  <a:pt x="91721" y="59016"/>
                  <a:pt x="91349" y="59016"/>
                  <a:pt x="90977" y="58361"/>
                </a:cubicBezTo>
                <a:lnTo>
                  <a:pt x="90419" y="58361"/>
                </a:lnTo>
                <a:cubicBezTo>
                  <a:pt x="90419" y="58361"/>
                  <a:pt x="90419" y="58361"/>
                  <a:pt x="89860" y="57705"/>
                </a:cubicBezTo>
                <a:cubicBezTo>
                  <a:pt x="89488" y="57705"/>
                  <a:pt x="89302" y="57049"/>
                  <a:pt x="89116" y="56393"/>
                </a:cubicBezTo>
                <a:cubicBezTo>
                  <a:pt x="88744" y="55738"/>
                  <a:pt x="88744" y="55082"/>
                  <a:pt x="88744" y="54426"/>
                </a:cubicBezTo>
                <a:cubicBezTo>
                  <a:pt x="88744" y="53115"/>
                  <a:pt x="88930" y="51803"/>
                  <a:pt x="89116" y="51148"/>
                </a:cubicBezTo>
                <a:cubicBezTo>
                  <a:pt x="89302" y="50492"/>
                  <a:pt x="89674" y="49836"/>
                  <a:pt x="90233" y="49836"/>
                </a:cubicBezTo>
                <a:cubicBezTo>
                  <a:pt x="90605" y="49836"/>
                  <a:pt x="90977" y="50492"/>
                  <a:pt x="91349" y="50492"/>
                </a:cubicBezTo>
                <a:cubicBezTo>
                  <a:pt x="91535" y="50492"/>
                  <a:pt x="91907" y="51148"/>
                  <a:pt x="92093" y="52459"/>
                </a:cubicBezTo>
                <a:cubicBezTo>
                  <a:pt x="92093" y="52459"/>
                  <a:pt x="92093" y="52459"/>
                  <a:pt x="93395" y="48525"/>
                </a:cubicBezTo>
                <a:cubicBezTo>
                  <a:pt x="92837" y="46557"/>
                  <a:pt x="92465" y="45902"/>
                  <a:pt x="91907" y="45246"/>
                </a:cubicBezTo>
                <a:cubicBezTo>
                  <a:pt x="91535" y="44590"/>
                  <a:pt x="90977" y="44590"/>
                  <a:pt x="90233" y="44590"/>
                </a:cubicBezTo>
                <a:close/>
                <a:moveTo>
                  <a:pt x="95256" y="44590"/>
                </a:moveTo>
                <a:cubicBezTo>
                  <a:pt x="95256" y="44590"/>
                  <a:pt x="95256" y="44590"/>
                  <a:pt x="95256" y="78033"/>
                </a:cubicBezTo>
                <a:lnTo>
                  <a:pt x="97116" y="78033"/>
                </a:lnTo>
                <a:cubicBezTo>
                  <a:pt x="97116" y="78033"/>
                  <a:pt x="97116" y="78033"/>
                  <a:pt x="97116" y="44590"/>
                </a:cubicBezTo>
                <a:close/>
                <a:moveTo>
                  <a:pt x="98791" y="44590"/>
                </a:moveTo>
                <a:cubicBezTo>
                  <a:pt x="98791" y="44590"/>
                  <a:pt x="98791" y="44590"/>
                  <a:pt x="98791" y="50492"/>
                </a:cubicBezTo>
                <a:lnTo>
                  <a:pt x="101209" y="50492"/>
                </a:lnTo>
                <a:cubicBezTo>
                  <a:pt x="101209" y="50492"/>
                  <a:pt x="101209" y="50492"/>
                  <a:pt x="101209" y="78033"/>
                </a:cubicBezTo>
                <a:lnTo>
                  <a:pt x="103070" y="78033"/>
                </a:lnTo>
                <a:cubicBezTo>
                  <a:pt x="103070" y="78033"/>
                  <a:pt x="103070" y="78033"/>
                  <a:pt x="103070" y="50492"/>
                </a:cubicBezTo>
                <a:lnTo>
                  <a:pt x="105488" y="50492"/>
                </a:lnTo>
                <a:cubicBezTo>
                  <a:pt x="105488" y="50492"/>
                  <a:pt x="105488" y="50492"/>
                  <a:pt x="105488" y="44590"/>
                </a:cubicBezTo>
                <a:close/>
                <a:moveTo>
                  <a:pt x="108651" y="44590"/>
                </a:moveTo>
                <a:cubicBezTo>
                  <a:pt x="108651" y="44590"/>
                  <a:pt x="108651" y="44590"/>
                  <a:pt x="105302" y="78033"/>
                </a:cubicBezTo>
                <a:lnTo>
                  <a:pt x="107163" y="78033"/>
                </a:lnTo>
                <a:cubicBezTo>
                  <a:pt x="107163" y="78033"/>
                  <a:pt x="107163" y="78033"/>
                  <a:pt x="107721" y="72131"/>
                </a:cubicBezTo>
                <a:lnTo>
                  <a:pt x="111070" y="72131"/>
                </a:lnTo>
                <a:cubicBezTo>
                  <a:pt x="111070" y="72131"/>
                  <a:pt x="111070" y="72131"/>
                  <a:pt x="111628" y="78033"/>
                </a:cubicBezTo>
                <a:lnTo>
                  <a:pt x="113674" y="78033"/>
                </a:lnTo>
                <a:cubicBezTo>
                  <a:pt x="113674" y="78033"/>
                  <a:pt x="113674" y="78033"/>
                  <a:pt x="110140" y="44590"/>
                </a:cubicBezTo>
                <a:close/>
                <a:moveTo>
                  <a:pt x="113302" y="44590"/>
                </a:moveTo>
                <a:cubicBezTo>
                  <a:pt x="113302" y="44590"/>
                  <a:pt x="113302" y="44590"/>
                  <a:pt x="113302" y="50492"/>
                </a:cubicBezTo>
                <a:lnTo>
                  <a:pt x="115721" y="50492"/>
                </a:lnTo>
                <a:cubicBezTo>
                  <a:pt x="115721" y="50492"/>
                  <a:pt x="115721" y="50492"/>
                  <a:pt x="115721" y="78033"/>
                </a:cubicBezTo>
                <a:lnTo>
                  <a:pt x="117581" y="78033"/>
                </a:lnTo>
                <a:cubicBezTo>
                  <a:pt x="117581" y="78033"/>
                  <a:pt x="117581" y="78033"/>
                  <a:pt x="117581" y="50492"/>
                </a:cubicBezTo>
                <a:lnTo>
                  <a:pt x="120186" y="50492"/>
                </a:lnTo>
                <a:cubicBezTo>
                  <a:pt x="120186" y="50492"/>
                  <a:pt x="120186" y="50492"/>
                  <a:pt x="120186" y="44590"/>
                </a:cubicBezTo>
                <a:close/>
                <a:moveTo>
                  <a:pt x="22884" y="11148"/>
                </a:moveTo>
                <a:cubicBezTo>
                  <a:pt x="31256" y="40656"/>
                  <a:pt x="31256" y="40656"/>
                  <a:pt x="31256" y="40656"/>
                </a:cubicBezTo>
                <a:lnTo>
                  <a:pt x="21023" y="40656"/>
                </a:lnTo>
                <a:cubicBezTo>
                  <a:pt x="21023" y="80000"/>
                  <a:pt x="21023" y="80000"/>
                  <a:pt x="21023" y="80000"/>
                </a:cubicBezTo>
                <a:lnTo>
                  <a:pt x="13581" y="80000"/>
                </a:lnTo>
                <a:cubicBezTo>
                  <a:pt x="13581" y="40656"/>
                  <a:pt x="13581" y="40656"/>
                  <a:pt x="13581" y="40656"/>
                </a:cubicBezTo>
                <a:lnTo>
                  <a:pt x="3349" y="40656"/>
                </a:lnTo>
                <a:cubicBezTo>
                  <a:pt x="11721" y="11148"/>
                  <a:pt x="11721" y="11148"/>
                  <a:pt x="11721" y="11148"/>
                </a:cubicBezTo>
                <a:close/>
                <a:moveTo>
                  <a:pt x="11349" y="7869"/>
                </a:moveTo>
                <a:cubicBezTo>
                  <a:pt x="2047" y="40000"/>
                  <a:pt x="2047" y="40000"/>
                  <a:pt x="2047" y="40000"/>
                </a:cubicBezTo>
                <a:cubicBezTo>
                  <a:pt x="2047" y="44590"/>
                  <a:pt x="2047" y="44590"/>
                  <a:pt x="2047" y="44590"/>
                </a:cubicBezTo>
                <a:lnTo>
                  <a:pt x="12651" y="44590"/>
                </a:lnTo>
                <a:cubicBezTo>
                  <a:pt x="12651" y="83279"/>
                  <a:pt x="12651" y="83279"/>
                  <a:pt x="12651" y="83279"/>
                </a:cubicBezTo>
                <a:lnTo>
                  <a:pt x="22140" y="83279"/>
                </a:lnTo>
                <a:cubicBezTo>
                  <a:pt x="22140" y="44590"/>
                  <a:pt x="22140" y="44590"/>
                  <a:pt x="22140" y="44590"/>
                </a:cubicBezTo>
                <a:lnTo>
                  <a:pt x="32558" y="44590"/>
                </a:lnTo>
                <a:cubicBezTo>
                  <a:pt x="32558" y="40000"/>
                  <a:pt x="32558" y="40000"/>
                  <a:pt x="32558" y="40000"/>
                </a:cubicBezTo>
                <a:cubicBezTo>
                  <a:pt x="23256" y="7869"/>
                  <a:pt x="23256" y="7869"/>
                  <a:pt x="23256" y="7869"/>
                </a:cubicBezTo>
                <a:close/>
                <a:moveTo>
                  <a:pt x="52465" y="95082"/>
                </a:moveTo>
                <a:cubicBezTo>
                  <a:pt x="53023" y="95082"/>
                  <a:pt x="53209" y="95082"/>
                  <a:pt x="53581" y="96393"/>
                </a:cubicBezTo>
                <a:cubicBezTo>
                  <a:pt x="53767" y="97049"/>
                  <a:pt x="53953" y="98361"/>
                  <a:pt x="53953" y="99672"/>
                </a:cubicBezTo>
                <a:cubicBezTo>
                  <a:pt x="53953" y="100984"/>
                  <a:pt x="53767" y="101639"/>
                  <a:pt x="53581" y="102295"/>
                </a:cubicBezTo>
                <a:cubicBezTo>
                  <a:pt x="53209" y="103607"/>
                  <a:pt x="53023" y="103607"/>
                  <a:pt x="52465" y="103607"/>
                </a:cubicBezTo>
                <a:lnTo>
                  <a:pt x="50791" y="103607"/>
                </a:lnTo>
                <a:cubicBezTo>
                  <a:pt x="50791" y="103607"/>
                  <a:pt x="50791" y="103607"/>
                  <a:pt x="50791" y="95082"/>
                </a:cubicBezTo>
                <a:close/>
                <a:moveTo>
                  <a:pt x="31442" y="51803"/>
                </a:moveTo>
                <a:cubicBezTo>
                  <a:pt x="31442" y="51803"/>
                  <a:pt x="31442" y="51803"/>
                  <a:pt x="31442" y="81312"/>
                </a:cubicBezTo>
                <a:cubicBezTo>
                  <a:pt x="31442" y="81312"/>
                  <a:pt x="31442" y="81312"/>
                  <a:pt x="22884" y="111475"/>
                </a:cubicBezTo>
                <a:lnTo>
                  <a:pt x="11721" y="111475"/>
                </a:lnTo>
                <a:cubicBezTo>
                  <a:pt x="11721" y="111475"/>
                  <a:pt x="11721" y="111475"/>
                  <a:pt x="3163" y="81312"/>
                </a:cubicBezTo>
                <a:cubicBezTo>
                  <a:pt x="3163" y="81312"/>
                  <a:pt x="3163" y="81312"/>
                  <a:pt x="3163" y="51803"/>
                </a:cubicBezTo>
                <a:lnTo>
                  <a:pt x="10419" y="51803"/>
                </a:lnTo>
                <a:cubicBezTo>
                  <a:pt x="10419" y="51803"/>
                  <a:pt x="10419" y="51803"/>
                  <a:pt x="10419" y="91148"/>
                </a:cubicBezTo>
                <a:lnTo>
                  <a:pt x="24186" y="91148"/>
                </a:lnTo>
                <a:cubicBezTo>
                  <a:pt x="24186" y="91148"/>
                  <a:pt x="24186" y="91148"/>
                  <a:pt x="24186" y="51803"/>
                </a:cubicBezTo>
                <a:close/>
                <a:moveTo>
                  <a:pt x="2047" y="48525"/>
                </a:moveTo>
                <a:cubicBezTo>
                  <a:pt x="2047" y="48525"/>
                  <a:pt x="2047" y="48525"/>
                  <a:pt x="2047" y="82623"/>
                </a:cubicBezTo>
                <a:cubicBezTo>
                  <a:pt x="2047" y="82623"/>
                  <a:pt x="2047" y="82623"/>
                  <a:pt x="11349" y="114754"/>
                </a:cubicBezTo>
                <a:lnTo>
                  <a:pt x="23256" y="114754"/>
                </a:lnTo>
                <a:cubicBezTo>
                  <a:pt x="23256" y="114754"/>
                  <a:pt x="23256" y="114754"/>
                  <a:pt x="32558" y="82623"/>
                </a:cubicBezTo>
                <a:cubicBezTo>
                  <a:pt x="32558" y="82623"/>
                  <a:pt x="32558" y="82623"/>
                  <a:pt x="32558" y="48525"/>
                </a:cubicBezTo>
                <a:lnTo>
                  <a:pt x="23070" y="48525"/>
                </a:lnTo>
                <a:cubicBezTo>
                  <a:pt x="23070" y="48525"/>
                  <a:pt x="23070" y="48525"/>
                  <a:pt x="23070" y="87213"/>
                </a:cubicBezTo>
                <a:lnTo>
                  <a:pt x="11535" y="87213"/>
                </a:lnTo>
                <a:cubicBezTo>
                  <a:pt x="11535" y="87213"/>
                  <a:pt x="11535" y="87213"/>
                  <a:pt x="11535" y="48525"/>
                </a:cubicBezTo>
                <a:close/>
                <a:moveTo>
                  <a:pt x="43349" y="95082"/>
                </a:moveTo>
                <a:cubicBezTo>
                  <a:pt x="43907" y="95082"/>
                  <a:pt x="44465" y="95738"/>
                  <a:pt x="44837" y="97049"/>
                </a:cubicBezTo>
                <a:cubicBezTo>
                  <a:pt x="44837" y="97705"/>
                  <a:pt x="45023" y="99016"/>
                  <a:pt x="45023" y="99672"/>
                </a:cubicBezTo>
                <a:cubicBezTo>
                  <a:pt x="45209" y="100984"/>
                  <a:pt x="45209" y="102951"/>
                  <a:pt x="45209" y="105574"/>
                </a:cubicBezTo>
                <a:cubicBezTo>
                  <a:pt x="45209" y="108197"/>
                  <a:pt x="45209" y="110164"/>
                  <a:pt x="45023" y="111475"/>
                </a:cubicBezTo>
                <a:cubicBezTo>
                  <a:pt x="45023" y="112787"/>
                  <a:pt x="44837" y="114098"/>
                  <a:pt x="44837" y="114754"/>
                </a:cubicBezTo>
                <a:cubicBezTo>
                  <a:pt x="44465" y="116066"/>
                  <a:pt x="43907" y="116721"/>
                  <a:pt x="43349" y="116721"/>
                </a:cubicBezTo>
                <a:lnTo>
                  <a:pt x="42047" y="116721"/>
                </a:lnTo>
                <a:cubicBezTo>
                  <a:pt x="42047" y="116721"/>
                  <a:pt x="42047" y="116721"/>
                  <a:pt x="42047" y="95082"/>
                </a:cubicBezTo>
                <a:close/>
                <a:moveTo>
                  <a:pt x="77023" y="95082"/>
                </a:moveTo>
                <a:cubicBezTo>
                  <a:pt x="77581" y="95082"/>
                  <a:pt x="77953" y="95738"/>
                  <a:pt x="78326" y="97049"/>
                </a:cubicBezTo>
                <a:cubicBezTo>
                  <a:pt x="78512" y="97705"/>
                  <a:pt x="78512" y="99016"/>
                  <a:pt x="78698" y="99672"/>
                </a:cubicBezTo>
                <a:cubicBezTo>
                  <a:pt x="78698" y="100984"/>
                  <a:pt x="78698" y="102951"/>
                  <a:pt x="78698" y="105574"/>
                </a:cubicBezTo>
                <a:cubicBezTo>
                  <a:pt x="78698" y="108197"/>
                  <a:pt x="78698" y="110164"/>
                  <a:pt x="78698" y="111475"/>
                </a:cubicBezTo>
                <a:cubicBezTo>
                  <a:pt x="78512" y="112787"/>
                  <a:pt x="78512" y="114098"/>
                  <a:pt x="78326" y="114754"/>
                </a:cubicBezTo>
                <a:cubicBezTo>
                  <a:pt x="77953" y="116066"/>
                  <a:pt x="77581" y="116721"/>
                  <a:pt x="77023" y="116721"/>
                </a:cubicBezTo>
                <a:lnTo>
                  <a:pt x="75535" y="116721"/>
                </a:lnTo>
                <a:cubicBezTo>
                  <a:pt x="75535" y="116721"/>
                  <a:pt x="75535" y="116721"/>
                  <a:pt x="75535" y="95082"/>
                </a:cubicBezTo>
                <a:close/>
                <a:moveTo>
                  <a:pt x="23628" y="3934"/>
                </a:moveTo>
                <a:cubicBezTo>
                  <a:pt x="33674" y="38689"/>
                  <a:pt x="33674" y="38689"/>
                  <a:pt x="33674" y="38689"/>
                </a:cubicBezTo>
                <a:cubicBezTo>
                  <a:pt x="33674" y="83934"/>
                  <a:pt x="33674" y="83934"/>
                  <a:pt x="33674" y="83934"/>
                </a:cubicBezTo>
                <a:cubicBezTo>
                  <a:pt x="23628" y="118689"/>
                  <a:pt x="23628" y="118689"/>
                  <a:pt x="23628" y="118689"/>
                </a:cubicBezTo>
                <a:lnTo>
                  <a:pt x="10791" y="118689"/>
                </a:lnTo>
                <a:cubicBezTo>
                  <a:pt x="930" y="83934"/>
                  <a:pt x="930" y="83934"/>
                  <a:pt x="930" y="83934"/>
                </a:cubicBezTo>
                <a:cubicBezTo>
                  <a:pt x="930" y="38689"/>
                  <a:pt x="930" y="38689"/>
                  <a:pt x="930" y="38689"/>
                </a:cubicBezTo>
                <a:cubicBezTo>
                  <a:pt x="10791" y="3934"/>
                  <a:pt x="10791" y="3934"/>
                  <a:pt x="10791" y="3934"/>
                </a:cubicBezTo>
                <a:close/>
                <a:moveTo>
                  <a:pt x="10419" y="0"/>
                </a:moveTo>
                <a:cubicBezTo>
                  <a:pt x="0" y="37377"/>
                  <a:pt x="0" y="37377"/>
                  <a:pt x="0" y="37377"/>
                </a:cubicBezTo>
                <a:cubicBezTo>
                  <a:pt x="0" y="85246"/>
                  <a:pt x="0" y="85246"/>
                  <a:pt x="0" y="85246"/>
                </a:cubicBezTo>
                <a:cubicBezTo>
                  <a:pt x="10419" y="122623"/>
                  <a:pt x="10419" y="122623"/>
                  <a:pt x="10419" y="122623"/>
                </a:cubicBezTo>
                <a:lnTo>
                  <a:pt x="24186" y="122623"/>
                </a:lnTo>
                <a:cubicBezTo>
                  <a:pt x="34605" y="85246"/>
                  <a:pt x="34605" y="85246"/>
                  <a:pt x="34605" y="85246"/>
                </a:cubicBezTo>
                <a:cubicBezTo>
                  <a:pt x="34605" y="37377"/>
                  <a:pt x="34605" y="37377"/>
                  <a:pt x="34605" y="37377"/>
                </a:cubicBezTo>
                <a:cubicBezTo>
                  <a:pt x="24186" y="0"/>
                  <a:pt x="24186" y="0"/>
                  <a:pt x="24186" y="0"/>
                </a:cubicBezTo>
                <a:close/>
                <a:moveTo>
                  <a:pt x="40186" y="89180"/>
                </a:moveTo>
                <a:cubicBezTo>
                  <a:pt x="40186" y="89180"/>
                  <a:pt x="40186" y="89180"/>
                  <a:pt x="40186" y="122623"/>
                </a:cubicBezTo>
                <a:lnTo>
                  <a:pt x="43535" y="122623"/>
                </a:lnTo>
                <a:cubicBezTo>
                  <a:pt x="44093" y="122623"/>
                  <a:pt x="44465" y="121967"/>
                  <a:pt x="45023" y="121967"/>
                </a:cubicBezTo>
                <a:cubicBezTo>
                  <a:pt x="45395" y="121312"/>
                  <a:pt x="45767" y="120656"/>
                  <a:pt x="46140" y="119344"/>
                </a:cubicBezTo>
                <a:cubicBezTo>
                  <a:pt x="46512" y="118033"/>
                  <a:pt x="46698" y="116066"/>
                  <a:pt x="46884" y="114098"/>
                </a:cubicBezTo>
                <a:cubicBezTo>
                  <a:pt x="46884" y="112131"/>
                  <a:pt x="47070" y="109508"/>
                  <a:pt x="47070" y="105574"/>
                </a:cubicBezTo>
                <a:cubicBezTo>
                  <a:pt x="47070" y="103607"/>
                  <a:pt x="47070" y="102295"/>
                  <a:pt x="47070" y="100984"/>
                </a:cubicBezTo>
                <a:cubicBezTo>
                  <a:pt x="46884" y="99672"/>
                  <a:pt x="46884" y="99016"/>
                  <a:pt x="46884" y="97705"/>
                </a:cubicBezTo>
                <a:cubicBezTo>
                  <a:pt x="46884" y="96393"/>
                  <a:pt x="46698" y="95738"/>
                  <a:pt x="46512" y="95082"/>
                </a:cubicBezTo>
                <a:cubicBezTo>
                  <a:pt x="46512" y="93771"/>
                  <a:pt x="46326" y="93115"/>
                  <a:pt x="46140" y="92459"/>
                </a:cubicBezTo>
                <a:cubicBezTo>
                  <a:pt x="45767" y="91148"/>
                  <a:pt x="45395" y="90492"/>
                  <a:pt x="45023" y="89836"/>
                </a:cubicBezTo>
                <a:cubicBezTo>
                  <a:pt x="44465" y="89180"/>
                  <a:pt x="44093" y="89180"/>
                  <a:pt x="43535" y="89180"/>
                </a:cubicBezTo>
                <a:close/>
                <a:moveTo>
                  <a:pt x="48930" y="89180"/>
                </a:moveTo>
                <a:cubicBezTo>
                  <a:pt x="48930" y="89180"/>
                  <a:pt x="48930" y="89180"/>
                  <a:pt x="48930" y="122623"/>
                </a:cubicBezTo>
                <a:lnTo>
                  <a:pt x="50791" y="122623"/>
                </a:lnTo>
                <a:cubicBezTo>
                  <a:pt x="50791" y="122623"/>
                  <a:pt x="50791" y="122623"/>
                  <a:pt x="50791" y="109508"/>
                </a:cubicBezTo>
                <a:lnTo>
                  <a:pt x="52093" y="109508"/>
                </a:lnTo>
                <a:cubicBezTo>
                  <a:pt x="52093" y="109508"/>
                  <a:pt x="52093" y="109508"/>
                  <a:pt x="53953" y="122623"/>
                </a:cubicBezTo>
                <a:lnTo>
                  <a:pt x="56186" y="122623"/>
                </a:lnTo>
                <a:cubicBezTo>
                  <a:pt x="56186" y="122623"/>
                  <a:pt x="56186" y="122623"/>
                  <a:pt x="53953" y="108197"/>
                </a:cubicBezTo>
                <a:cubicBezTo>
                  <a:pt x="54512" y="107541"/>
                  <a:pt x="54884" y="106230"/>
                  <a:pt x="55256" y="104918"/>
                </a:cubicBezTo>
                <a:cubicBezTo>
                  <a:pt x="55628" y="103607"/>
                  <a:pt x="55814" y="101639"/>
                  <a:pt x="55814" y="99672"/>
                </a:cubicBezTo>
                <a:cubicBezTo>
                  <a:pt x="55814" y="97705"/>
                  <a:pt x="55628" y="96393"/>
                  <a:pt x="55442" y="95738"/>
                </a:cubicBezTo>
                <a:cubicBezTo>
                  <a:pt x="55442" y="94426"/>
                  <a:pt x="55256" y="93115"/>
                  <a:pt x="54884" y="92459"/>
                </a:cubicBezTo>
                <a:cubicBezTo>
                  <a:pt x="54698" y="91148"/>
                  <a:pt x="54326" y="90492"/>
                  <a:pt x="53953" y="89836"/>
                </a:cubicBezTo>
                <a:cubicBezTo>
                  <a:pt x="53581" y="89180"/>
                  <a:pt x="53209" y="89180"/>
                  <a:pt x="52651" y="89180"/>
                </a:cubicBezTo>
                <a:close/>
                <a:moveTo>
                  <a:pt x="57674" y="89180"/>
                </a:moveTo>
                <a:cubicBezTo>
                  <a:pt x="57674" y="89180"/>
                  <a:pt x="57674" y="89180"/>
                  <a:pt x="57674" y="122623"/>
                </a:cubicBezTo>
                <a:lnTo>
                  <a:pt x="64000" y="122623"/>
                </a:lnTo>
                <a:cubicBezTo>
                  <a:pt x="64000" y="122623"/>
                  <a:pt x="64000" y="122623"/>
                  <a:pt x="64000" y="116721"/>
                </a:cubicBezTo>
                <a:lnTo>
                  <a:pt x="59535" y="116721"/>
                </a:lnTo>
                <a:cubicBezTo>
                  <a:pt x="59535" y="116721"/>
                  <a:pt x="59535" y="116721"/>
                  <a:pt x="59535" y="108853"/>
                </a:cubicBezTo>
                <a:lnTo>
                  <a:pt x="63256" y="108853"/>
                </a:lnTo>
                <a:cubicBezTo>
                  <a:pt x="63256" y="108853"/>
                  <a:pt x="63256" y="108853"/>
                  <a:pt x="63256" y="102951"/>
                </a:cubicBezTo>
                <a:lnTo>
                  <a:pt x="59535" y="102951"/>
                </a:lnTo>
                <a:cubicBezTo>
                  <a:pt x="59535" y="102951"/>
                  <a:pt x="59535" y="102951"/>
                  <a:pt x="59535" y="95082"/>
                </a:cubicBezTo>
                <a:lnTo>
                  <a:pt x="64000" y="95082"/>
                </a:lnTo>
                <a:cubicBezTo>
                  <a:pt x="64000" y="95082"/>
                  <a:pt x="64000" y="95082"/>
                  <a:pt x="64000" y="89180"/>
                </a:cubicBezTo>
                <a:close/>
                <a:moveTo>
                  <a:pt x="68651" y="89180"/>
                </a:moveTo>
                <a:cubicBezTo>
                  <a:pt x="67535" y="89180"/>
                  <a:pt x="66791" y="89836"/>
                  <a:pt x="66233" y="91803"/>
                </a:cubicBezTo>
                <a:cubicBezTo>
                  <a:pt x="65674" y="93771"/>
                  <a:pt x="65302" y="95738"/>
                  <a:pt x="65302" y="99016"/>
                </a:cubicBezTo>
                <a:cubicBezTo>
                  <a:pt x="65302" y="101639"/>
                  <a:pt x="65488" y="104262"/>
                  <a:pt x="66047" y="105574"/>
                </a:cubicBezTo>
                <a:cubicBezTo>
                  <a:pt x="66419" y="106885"/>
                  <a:pt x="66977" y="108197"/>
                  <a:pt x="67907" y="108197"/>
                </a:cubicBezTo>
                <a:cubicBezTo>
                  <a:pt x="67907" y="108197"/>
                  <a:pt x="67907" y="108197"/>
                  <a:pt x="68465" y="108853"/>
                </a:cubicBezTo>
                <a:lnTo>
                  <a:pt x="69023" y="108853"/>
                </a:lnTo>
                <a:cubicBezTo>
                  <a:pt x="69395" y="108853"/>
                  <a:pt x="69581" y="109508"/>
                  <a:pt x="69767" y="110164"/>
                </a:cubicBezTo>
                <a:cubicBezTo>
                  <a:pt x="69953" y="110820"/>
                  <a:pt x="70140" y="111475"/>
                  <a:pt x="70140" y="112787"/>
                </a:cubicBezTo>
                <a:cubicBezTo>
                  <a:pt x="70140" y="115410"/>
                  <a:pt x="69581" y="116721"/>
                  <a:pt x="68465" y="116721"/>
                </a:cubicBezTo>
                <a:cubicBezTo>
                  <a:pt x="67907" y="116721"/>
                  <a:pt x="67535" y="116721"/>
                  <a:pt x="67163" y="116066"/>
                </a:cubicBezTo>
                <a:cubicBezTo>
                  <a:pt x="66791" y="116066"/>
                  <a:pt x="66419" y="115410"/>
                  <a:pt x="66047" y="114098"/>
                </a:cubicBezTo>
                <a:cubicBezTo>
                  <a:pt x="66047" y="114098"/>
                  <a:pt x="66047" y="114098"/>
                  <a:pt x="64930" y="118689"/>
                </a:cubicBezTo>
                <a:cubicBezTo>
                  <a:pt x="65302" y="120000"/>
                  <a:pt x="65860" y="121312"/>
                  <a:pt x="66419" y="121967"/>
                </a:cubicBezTo>
                <a:cubicBezTo>
                  <a:pt x="66977" y="122623"/>
                  <a:pt x="67721" y="122623"/>
                  <a:pt x="68465" y="122623"/>
                </a:cubicBezTo>
                <a:cubicBezTo>
                  <a:pt x="69395" y="122623"/>
                  <a:pt x="70326" y="121967"/>
                  <a:pt x="70884" y="120000"/>
                </a:cubicBezTo>
                <a:cubicBezTo>
                  <a:pt x="71628" y="118033"/>
                  <a:pt x="71814" y="116066"/>
                  <a:pt x="71814" y="112787"/>
                </a:cubicBezTo>
                <a:cubicBezTo>
                  <a:pt x="71814" y="109508"/>
                  <a:pt x="71628" y="107541"/>
                  <a:pt x="71256" y="105574"/>
                </a:cubicBezTo>
                <a:cubicBezTo>
                  <a:pt x="70884" y="104918"/>
                  <a:pt x="70698" y="104262"/>
                  <a:pt x="70512" y="104262"/>
                </a:cubicBezTo>
                <a:cubicBezTo>
                  <a:pt x="70140" y="103607"/>
                  <a:pt x="69767" y="102951"/>
                  <a:pt x="69395" y="102951"/>
                </a:cubicBezTo>
                <a:lnTo>
                  <a:pt x="68837" y="102951"/>
                </a:lnTo>
                <a:cubicBezTo>
                  <a:pt x="68837" y="102951"/>
                  <a:pt x="68837" y="102951"/>
                  <a:pt x="68279" y="102295"/>
                </a:cubicBezTo>
                <a:cubicBezTo>
                  <a:pt x="67907" y="102295"/>
                  <a:pt x="67535" y="101639"/>
                  <a:pt x="67349" y="100984"/>
                </a:cubicBezTo>
                <a:cubicBezTo>
                  <a:pt x="67163" y="100328"/>
                  <a:pt x="67163" y="99672"/>
                  <a:pt x="67163" y="99016"/>
                </a:cubicBezTo>
                <a:cubicBezTo>
                  <a:pt x="67163" y="97705"/>
                  <a:pt x="67163" y="96393"/>
                  <a:pt x="67535" y="95738"/>
                </a:cubicBezTo>
                <a:cubicBezTo>
                  <a:pt x="67721" y="95082"/>
                  <a:pt x="68093" y="94426"/>
                  <a:pt x="68465" y="94426"/>
                </a:cubicBezTo>
                <a:cubicBezTo>
                  <a:pt x="69023" y="94426"/>
                  <a:pt x="69209" y="94426"/>
                  <a:pt x="69581" y="95082"/>
                </a:cubicBezTo>
                <a:cubicBezTo>
                  <a:pt x="69953" y="95082"/>
                  <a:pt x="70140" y="95738"/>
                  <a:pt x="70512" y="97049"/>
                </a:cubicBezTo>
                <a:cubicBezTo>
                  <a:pt x="70512" y="97049"/>
                  <a:pt x="70512" y="97049"/>
                  <a:pt x="71628" y="92459"/>
                </a:cubicBezTo>
                <a:cubicBezTo>
                  <a:pt x="71256" y="91148"/>
                  <a:pt x="70884" y="90492"/>
                  <a:pt x="70326" y="89836"/>
                </a:cubicBezTo>
                <a:cubicBezTo>
                  <a:pt x="69767" y="89180"/>
                  <a:pt x="69209" y="89180"/>
                  <a:pt x="68651" y="89180"/>
                </a:cubicBezTo>
                <a:close/>
                <a:moveTo>
                  <a:pt x="73674" y="89180"/>
                </a:moveTo>
                <a:cubicBezTo>
                  <a:pt x="73674" y="89180"/>
                  <a:pt x="73674" y="89180"/>
                  <a:pt x="73674" y="122623"/>
                </a:cubicBezTo>
                <a:lnTo>
                  <a:pt x="77023" y="122623"/>
                </a:lnTo>
                <a:cubicBezTo>
                  <a:pt x="77581" y="122623"/>
                  <a:pt x="78140" y="121967"/>
                  <a:pt x="78512" y="121967"/>
                </a:cubicBezTo>
                <a:cubicBezTo>
                  <a:pt x="78884" y="121312"/>
                  <a:pt x="79256" y="120656"/>
                  <a:pt x="79628" y="119344"/>
                </a:cubicBezTo>
                <a:cubicBezTo>
                  <a:pt x="80000" y="118033"/>
                  <a:pt x="80372" y="116066"/>
                  <a:pt x="80372" y="114098"/>
                </a:cubicBezTo>
                <a:cubicBezTo>
                  <a:pt x="80558" y="112131"/>
                  <a:pt x="80558" y="109508"/>
                  <a:pt x="80558" y="105574"/>
                </a:cubicBezTo>
                <a:cubicBezTo>
                  <a:pt x="80558" y="103607"/>
                  <a:pt x="80558" y="102295"/>
                  <a:pt x="80558" y="100984"/>
                </a:cubicBezTo>
                <a:cubicBezTo>
                  <a:pt x="80558" y="99672"/>
                  <a:pt x="80558" y="99016"/>
                  <a:pt x="80372" y="97705"/>
                </a:cubicBezTo>
                <a:cubicBezTo>
                  <a:pt x="80372" y="96393"/>
                  <a:pt x="80186" y="95738"/>
                  <a:pt x="80186" y="95082"/>
                </a:cubicBezTo>
                <a:cubicBezTo>
                  <a:pt x="80000" y="93771"/>
                  <a:pt x="79814" y="93115"/>
                  <a:pt x="79628" y="92459"/>
                </a:cubicBezTo>
                <a:cubicBezTo>
                  <a:pt x="79256" y="91148"/>
                  <a:pt x="78884" y="90492"/>
                  <a:pt x="78512" y="89836"/>
                </a:cubicBezTo>
                <a:cubicBezTo>
                  <a:pt x="78140" y="89180"/>
                  <a:pt x="77581" y="89180"/>
                  <a:pt x="77023" y="89180"/>
                </a:cubicBezTo>
                <a:close/>
                <a:moveTo>
                  <a:pt x="82419" y="89180"/>
                </a:moveTo>
                <a:cubicBezTo>
                  <a:pt x="82419" y="89180"/>
                  <a:pt x="82419" y="89180"/>
                  <a:pt x="82419" y="122623"/>
                </a:cubicBezTo>
                <a:lnTo>
                  <a:pt x="88744" y="122623"/>
                </a:lnTo>
                <a:cubicBezTo>
                  <a:pt x="88744" y="122623"/>
                  <a:pt x="88744" y="122623"/>
                  <a:pt x="88744" y="116721"/>
                </a:cubicBezTo>
                <a:lnTo>
                  <a:pt x="84279" y="116721"/>
                </a:lnTo>
                <a:cubicBezTo>
                  <a:pt x="84279" y="116721"/>
                  <a:pt x="84279" y="116721"/>
                  <a:pt x="84279" y="108853"/>
                </a:cubicBezTo>
                <a:lnTo>
                  <a:pt x="88000" y="108853"/>
                </a:lnTo>
                <a:cubicBezTo>
                  <a:pt x="88000" y="108853"/>
                  <a:pt x="88000" y="108853"/>
                  <a:pt x="88000" y="102951"/>
                </a:cubicBezTo>
                <a:lnTo>
                  <a:pt x="84279" y="102951"/>
                </a:lnTo>
                <a:cubicBezTo>
                  <a:pt x="84279" y="102951"/>
                  <a:pt x="84279" y="102951"/>
                  <a:pt x="84279" y="95082"/>
                </a:cubicBezTo>
                <a:lnTo>
                  <a:pt x="88744" y="95082"/>
                </a:lnTo>
                <a:cubicBezTo>
                  <a:pt x="88744" y="95082"/>
                  <a:pt x="88744" y="95082"/>
                  <a:pt x="88744" y="89180"/>
                </a:cubicBezTo>
                <a:close/>
                <a:moveTo>
                  <a:pt x="90605" y="89180"/>
                </a:moveTo>
                <a:cubicBezTo>
                  <a:pt x="90605" y="89180"/>
                  <a:pt x="90605" y="89180"/>
                  <a:pt x="90605" y="122623"/>
                </a:cubicBezTo>
                <a:lnTo>
                  <a:pt x="92465" y="122623"/>
                </a:lnTo>
                <a:cubicBezTo>
                  <a:pt x="92465" y="122623"/>
                  <a:pt x="92465" y="122623"/>
                  <a:pt x="92465" y="102295"/>
                </a:cubicBezTo>
                <a:cubicBezTo>
                  <a:pt x="92465" y="102295"/>
                  <a:pt x="92465" y="102295"/>
                  <a:pt x="96186" y="122623"/>
                </a:cubicBezTo>
                <a:lnTo>
                  <a:pt x="97860" y="122623"/>
                </a:lnTo>
                <a:cubicBezTo>
                  <a:pt x="97860" y="122623"/>
                  <a:pt x="97860" y="122623"/>
                  <a:pt x="97860" y="89180"/>
                </a:cubicBezTo>
                <a:lnTo>
                  <a:pt x="96000" y="89180"/>
                </a:lnTo>
                <a:cubicBezTo>
                  <a:pt x="96000" y="89180"/>
                  <a:pt x="96000" y="89180"/>
                  <a:pt x="96000" y="109508"/>
                </a:cubicBezTo>
                <a:cubicBezTo>
                  <a:pt x="96000" y="109508"/>
                  <a:pt x="96000" y="109508"/>
                  <a:pt x="92279" y="89180"/>
                </a:cubicBezTo>
                <a:close/>
              </a:path>
            </a:pathLst>
          </a:custGeom>
          <a:solidFill>
            <a:srgbClr val="00305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matchingName="3_Titelfolie_TUD_weiß+Foto">
  <p:cSld name="3_Titelfolie_TUD_weiß+Foto">
    <p:spTree>
      <p:nvGrpSpPr>
        <p:cNvPr id="1" name="Shape 95"/>
        <p:cNvGrpSpPr/>
        <p:nvPr/>
      </p:nvGrpSpPr>
      <p:grpSpPr>
        <a:xfrm>
          <a:off x="0" y="0"/>
          <a:ext cx="0" cy="0"/>
          <a:chOff x="0" y="0"/>
          <a:chExt cx="0" cy="0"/>
        </a:xfrm>
      </p:grpSpPr>
      <p:sp>
        <p:nvSpPr>
          <p:cNvPr id="96" name="Google Shape;96;p22"/>
          <p:cNvSpPr>
            <a:spLocks noGrp="1"/>
          </p:cNvSpPr>
          <p:nvPr>
            <p:ph type="pic" idx="2"/>
          </p:nvPr>
        </p:nvSpPr>
        <p:spPr>
          <a:xfrm>
            <a:off x="0" y="0"/>
            <a:ext cx="12192000" cy="6858000"/>
          </a:xfrm>
          <a:prstGeom prst="rect">
            <a:avLst/>
          </a:prstGeom>
          <a:solidFill>
            <a:srgbClr val="F2F2F2"/>
          </a:solidFill>
          <a:ln>
            <a:noFill/>
          </a:ln>
        </p:spPr>
      </p:sp>
      <p:grpSp>
        <p:nvGrpSpPr>
          <p:cNvPr id="97" name="Google Shape;97;p22"/>
          <p:cNvGrpSpPr/>
          <p:nvPr/>
        </p:nvGrpSpPr>
        <p:grpSpPr>
          <a:xfrm>
            <a:off x="10448854" y="326606"/>
            <a:ext cx="1467221" cy="557364"/>
            <a:chOff x="13050" y="-8950"/>
            <a:chExt cx="2996775" cy="3035750"/>
          </a:xfrm>
        </p:grpSpPr>
        <p:sp>
          <p:nvSpPr>
            <p:cNvPr id="98" name="Google Shape;98;p22"/>
            <p:cNvSpPr/>
            <p:nvPr/>
          </p:nvSpPr>
          <p:spPr>
            <a:xfrm>
              <a:off x="13050" y="1821425"/>
              <a:ext cx="134025" cy="482150"/>
            </a:xfrm>
            <a:custGeom>
              <a:avLst/>
              <a:gdLst/>
              <a:ahLst/>
              <a:cxnLst/>
              <a:rect l="l" t="t" r="r" b="b"/>
              <a:pathLst>
                <a:path w="5361" h="19286" extrusionOk="0">
                  <a:moveTo>
                    <a:pt x="3007" y="0"/>
                  </a:moveTo>
                  <a:cubicBezTo>
                    <a:pt x="1439" y="0"/>
                    <a:pt x="1" y="2857"/>
                    <a:pt x="1" y="9643"/>
                  </a:cubicBezTo>
                  <a:cubicBezTo>
                    <a:pt x="1" y="16786"/>
                    <a:pt x="1439" y="19286"/>
                    <a:pt x="3007" y="19286"/>
                  </a:cubicBezTo>
                  <a:cubicBezTo>
                    <a:pt x="4053" y="19286"/>
                    <a:pt x="4707" y="18572"/>
                    <a:pt x="5360" y="16786"/>
                  </a:cubicBezTo>
                  <a:cubicBezTo>
                    <a:pt x="5360" y="16786"/>
                    <a:pt x="5360" y="16786"/>
                    <a:pt x="4315" y="14286"/>
                  </a:cubicBezTo>
                  <a:cubicBezTo>
                    <a:pt x="3922" y="15357"/>
                    <a:pt x="3530" y="16072"/>
                    <a:pt x="3007" y="16072"/>
                  </a:cubicBezTo>
                  <a:cubicBezTo>
                    <a:pt x="2485" y="16072"/>
                    <a:pt x="2092" y="15357"/>
                    <a:pt x="1831" y="14286"/>
                  </a:cubicBezTo>
                  <a:cubicBezTo>
                    <a:pt x="1439" y="13214"/>
                    <a:pt x="1308" y="11786"/>
                    <a:pt x="1308" y="9643"/>
                  </a:cubicBezTo>
                  <a:cubicBezTo>
                    <a:pt x="1308" y="7500"/>
                    <a:pt x="1439" y="6072"/>
                    <a:pt x="1831" y="5000"/>
                  </a:cubicBezTo>
                  <a:cubicBezTo>
                    <a:pt x="2092" y="3929"/>
                    <a:pt x="2485" y="3572"/>
                    <a:pt x="3007" y="3572"/>
                  </a:cubicBezTo>
                  <a:cubicBezTo>
                    <a:pt x="3530" y="3572"/>
                    <a:pt x="3922" y="3929"/>
                    <a:pt x="4315" y="5357"/>
                  </a:cubicBezTo>
                  <a:cubicBezTo>
                    <a:pt x="4315" y="5357"/>
                    <a:pt x="4315" y="5357"/>
                    <a:pt x="5360" y="2857"/>
                  </a:cubicBezTo>
                  <a:cubicBezTo>
                    <a:pt x="4707" y="714"/>
                    <a:pt x="4053" y="0"/>
                    <a:pt x="3007"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 name="Google Shape;99;p22"/>
            <p:cNvSpPr/>
            <p:nvPr/>
          </p:nvSpPr>
          <p:spPr>
            <a:xfrm>
              <a:off x="205875" y="1821425"/>
              <a:ext cx="143800" cy="482150"/>
            </a:xfrm>
            <a:custGeom>
              <a:avLst/>
              <a:gdLst/>
              <a:ahLst/>
              <a:cxnLst/>
              <a:rect l="l" t="t" r="r" b="b"/>
              <a:pathLst>
                <a:path w="5752" h="19286" extrusionOk="0">
                  <a:moveTo>
                    <a:pt x="2876" y="3572"/>
                  </a:moveTo>
                  <a:cubicBezTo>
                    <a:pt x="3399" y="3572"/>
                    <a:pt x="3660" y="3929"/>
                    <a:pt x="3922" y="4643"/>
                  </a:cubicBezTo>
                  <a:cubicBezTo>
                    <a:pt x="4314" y="5714"/>
                    <a:pt x="4445" y="7857"/>
                    <a:pt x="4445" y="9643"/>
                  </a:cubicBezTo>
                  <a:cubicBezTo>
                    <a:pt x="4445" y="11786"/>
                    <a:pt x="4314" y="13572"/>
                    <a:pt x="3922" y="15000"/>
                  </a:cubicBezTo>
                  <a:cubicBezTo>
                    <a:pt x="3660" y="15714"/>
                    <a:pt x="3268" y="16072"/>
                    <a:pt x="2876" y="16072"/>
                  </a:cubicBezTo>
                  <a:cubicBezTo>
                    <a:pt x="2484" y="16072"/>
                    <a:pt x="2223" y="15714"/>
                    <a:pt x="1961" y="15000"/>
                  </a:cubicBezTo>
                  <a:cubicBezTo>
                    <a:pt x="1438" y="13572"/>
                    <a:pt x="1438" y="11786"/>
                    <a:pt x="1438" y="9643"/>
                  </a:cubicBezTo>
                  <a:cubicBezTo>
                    <a:pt x="1438" y="7857"/>
                    <a:pt x="1438" y="5714"/>
                    <a:pt x="1961" y="4643"/>
                  </a:cubicBezTo>
                  <a:cubicBezTo>
                    <a:pt x="2223" y="3929"/>
                    <a:pt x="2484" y="3572"/>
                    <a:pt x="2876" y="3572"/>
                  </a:cubicBezTo>
                  <a:close/>
                  <a:moveTo>
                    <a:pt x="2876" y="0"/>
                  </a:moveTo>
                  <a:cubicBezTo>
                    <a:pt x="1961" y="0"/>
                    <a:pt x="1307" y="1072"/>
                    <a:pt x="915" y="2500"/>
                  </a:cubicBezTo>
                  <a:cubicBezTo>
                    <a:pt x="262" y="4286"/>
                    <a:pt x="0" y="6429"/>
                    <a:pt x="0" y="9643"/>
                  </a:cubicBezTo>
                  <a:cubicBezTo>
                    <a:pt x="0" y="12857"/>
                    <a:pt x="262" y="15357"/>
                    <a:pt x="915" y="17143"/>
                  </a:cubicBezTo>
                  <a:cubicBezTo>
                    <a:pt x="1307" y="18572"/>
                    <a:pt x="1961" y="19286"/>
                    <a:pt x="2876" y="19286"/>
                  </a:cubicBezTo>
                  <a:cubicBezTo>
                    <a:pt x="3922" y="19286"/>
                    <a:pt x="4575" y="18572"/>
                    <a:pt x="4968" y="17143"/>
                  </a:cubicBezTo>
                  <a:cubicBezTo>
                    <a:pt x="5621" y="15357"/>
                    <a:pt x="5752" y="12857"/>
                    <a:pt x="5752" y="9643"/>
                  </a:cubicBezTo>
                  <a:cubicBezTo>
                    <a:pt x="5752" y="6429"/>
                    <a:pt x="5621" y="4286"/>
                    <a:pt x="4968" y="2500"/>
                  </a:cubicBezTo>
                  <a:cubicBezTo>
                    <a:pt x="4575" y="1072"/>
                    <a:pt x="3922" y="0"/>
                    <a:pt x="2876"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 name="Google Shape;100;p22"/>
            <p:cNvSpPr/>
            <p:nvPr/>
          </p:nvSpPr>
          <p:spPr>
            <a:xfrm>
              <a:off x="428100" y="1821425"/>
              <a:ext cx="140550" cy="482150"/>
            </a:xfrm>
            <a:custGeom>
              <a:avLst/>
              <a:gdLst/>
              <a:ahLst/>
              <a:cxnLst/>
              <a:rect l="l" t="t" r="r" b="b"/>
              <a:pathLst>
                <a:path w="5622" h="19286" extrusionOk="0">
                  <a:moveTo>
                    <a:pt x="3268" y="0"/>
                  </a:moveTo>
                  <a:cubicBezTo>
                    <a:pt x="2615" y="0"/>
                    <a:pt x="1830" y="714"/>
                    <a:pt x="1438" y="2143"/>
                  </a:cubicBezTo>
                  <a:cubicBezTo>
                    <a:pt x="1438" y="2143"/>
                    <a:pt x="1438" y="2143"/>
                    <a:pt x="1438" y="357"/>
                  </a:cubicBezTo>
                  <a:lnTo>
                    <a:pt x="0" y="357"/>
                  </a:lnTo>
                  <a:cubicBezTo>
                    <a:pt x="0" y="357"/>
                    <a:pt x="0" y="357"/>
                    <a:pt x="0" y="19286"/>
                  </a:cubicBezTo>
                  <a:lnTo>
                    <a:pt x="1438" y="19286"/>
                  </a:lnTo>
                  <a:cubicBezTo>
                    <a:pt x="1438" y="19286"/>
                    <a:pt x="1438" y="19286"/>
                    <a:pt x="1438" y="7857"/>
                  </a:cubicBezTo>
                  <a:cubicBezTo>
                    <a:pt x="1438" y="4643"/>
                    <a:pt x="2092" y="3572"/>
                    <a:pt x="2876" y="3572"/>
                  </a:cubicBezTo>
                  <a:cubicBezTo>
                    <a:pt x="3660" y="3572"/>
                    <a:pt x="4314" y="4643"/>
                    <a:pt x="4314" y="7857"/>
                  </a:cubicBezTo>
                  <a:cubicBezTo>
                    <a:pt x="4314" y="7857"/>
                    <a:pt x="4314" y="7857"/>
                    <a:pt x="4314" y="19286"/>
                  </a:cubicBezTo>
                  <a:lnTo>
                    <a:pt x="5621" y="19286"/>
                  </a:lnTo>
                  <a:cubicBezTo>
                    <a:pt x="5621" y="19286"/>
                    <a:pt x="5621" y="19286"/>
                    <a:pt x="5621" y="7143"/>
                  </a:cubicBezTo>
                  <a:cubicBezTo>
                    <a:pt x="5621" y="5000"/>
                    <a:pt x="5490" y="3214"/>
                    <a:pt x="4968" y="1786"/>
                  </a:cubicBezTo>
                  <a:cubicBezTo>
                    <a:pt x="4575" y="714"/>
                    <a:pt x="3922" y="0"/>
                    <a:pt x="3268"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 name="Google Shape;101;p22"/>
            <p:cNvSpPr/>
            <p:nvPr/>
          </p:nvSpPr>
          <p:spPr>
            <a:xfrm>
              <a:off x="643775" y="1821425"/>
              <a:ext cx="134025" cy="482150"/>
            </a:xfrm>
            <a:custGeom>
              <a:avLst/>
              <a:gdLst/>
              <a:ahLst/>
              <a:cxnLst/>
              <a:rect l="l" t="t" r="r" b="b"/>
              <a:pathLst>
                <a:path w="5361" h="19286" extrusionOk="0">
                  <a:moveTo>
                    <a:pt x="3138" y="0"/>
                  </a:moveTo>
                  <a:cubicBezTo>
                    <a:pt x="1569" y="0"/>
                    <a:pt x="1" y="2857"/>
                    <a:pt x="1" y="9643"/>
                  </a:cubicBezTo>
                  <a:cubicBezTo>
                    <a:pt x="1" y="16786"/>
                    <a:pt x="1569" y="19286"/>
                    <a:pt x="3138" y="19286"/>
                  </a:cubicBezTo>
                  <a:cubicBezTo>
                    <a:pt x="4053" y="19286"/>
                    <a:pt x="4707" y="18572"/>
                    <a:pt x="5360" y="16786"/>
                  </a:cubicBezTo>
                  <a:cubicBezTo>
                    <a:pt x="5360" y="16786"/>
                    <a:pt x="5360" y="16786"/>
                    <a:pt x="4445" y="14286"/>
                  </a:cubicBezTo>
                  <a:cubicBezTo>
                    <a:pt x="4053" y="15357"/>
                    <a:pt x="3661" y="16072"/>
                    <a:pt x="3138" y="16072"/>
                  </a:cubicBezTo>
                  <a:cubicBezTo>
                    <a:pt x="2615" y="16072"/>
                    <a:pt x="2092" y="15357"/>
                    <a:pt x="1831" y="14286"/>
                  </a:cubicBezTo>
                  <a:cubicBezTo>
                    <a:pt x="1569" y="13214"/>
                    <a:pt x="1439" y="11786"/>
                    <a:pt x="1439" y="9643"/>
                  </a:cubicBezTo>
                  <a:cubicBezTo>
                    <a:pt x="1439" y="7500"/>
                    <a:pt x="1569" y="6072"/>
                    <a:pt x="1831" y="5000"/>
                  </a:cubicBezTo>
                  <a:cubicBezTo>
                    <a:pt x="2092" y="3929"/>
                    <a:pt x="2615" y="3572"/>
                    <a:pt x="3138" y="3572"/>
                  </a:cubicBezTo>
                  <a:cubicBezTo>
                    <a:pt x="3661" y="3572"/>
                    <a:pt x="4053" y="3929"/>
                    <a:pt x="4445" y="5357"/>
                  </a:cubicBezTo>
                  <a:cubicBezTo>
                    <a:pt x="4445" y="5357"/>
                    <a:pt x="4445" y="5357"/>
                    <a:pt x="5360" y="2857"/>
                  </a:cubicBezTo>
                  <a:cubicBezTo>
                    <a:pt x="4707" y="714"/>
                    <a:pt x="4053" y="0"/>
                    <a:pt x="3138"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 name="Google Shape;102;p22"/>
            <p:cNvSpPr/>
            <p:nvPr/>
          </p:nvSpPr>
          <p:spPr>
            <a:xfrm>
              <a:off x="839850" y="1821425"/>
              <a:ext cx="143825" cy="482150"/>
            </a:xfrm>
            <a:custGeom>
              <a:avLst/>
              <a:gdLst/>
              <a:ahLst/>
              <a:cxnLst/>
              <a:rect l="l" t="t" r="r" b="b"/>
              <a:pathLst>
                <a:path w="5753" h="19286" extrusionOk="0">
                  <a:moveTo>
                    <a:pt x="2877" y="3214"/>
                  </a:moveTo>
                  <a:cubicBezTo>
                    <a:pt x="3530" y="3214"/>
                    <a:pt x="4053" y="4286"/>
                    <a:pt x="4184" y="5714"/>
                  </a:cubicBezTo>
                  <a:cubicBezTo>
                    <a:pt x="4314" y="6429"/>
                    <a:pt x="4445" y="7143"/>
                    <a:pt x="4445" y="8214"/>
                  </a:cubicBezTo>
                  <a:lnTo>
                    <a:pt x="1308" y="8214"/>
                  </a:lnTo>
                  <a:cubicBezTo>
                    <a:pt x="1308" y="7143"/>
                    <a:pt x="1439" y="6429"/>
                    <a:pt x="1569" y="5714"/>
                  </a:cubicBezTo>
                  <a:cubicBezTo>
                    <a:pt x="1700" y="4286"/>
                    <a:pt x="2223" y="3214"/>
                    <a:pt x="2877" y="3214"/>
                  </a:cubicBezTo>
                  <a:close/>
                  <a:moveTo>
                    <a:pt x="2877" y="0"/>
                  </a:moveTo>
                  <a:cubicBezTo>
                    <a:pt x="1177" y="0"/>
                    <a:pt x="1" y="3572"/>
                    <a:pt x="1" y="9643"/>
                  </a:cubicBezTo>
                  <a:cubicBezTo>
                    <a:pt x="1" y="16786"/>
                    <a:pt x="1308" y="19286"/>
                    <a:pt x="3007" y="19286"/>
                  </a:cubicBezTo>
                  <a:cubicBezTo>
                    <a:pt x="4314" y="19286"/>
                    <a:pt x="4968" y="18214"/>
                    <a:pt x="5622" y="16429"/>
                  </a:cubicBezTo>
                  <a:cubicBezTo>
                    <a:pt x="5622" y="16429"/>
                    <a:pt x="5622" y="16429"/>
                    <a:pt x="4707" y="14286"/>
                  </a:cubicBezTo>
                  <a:cubicBezTo>
                    <a:pt x="4314" y="15357"/>
                    <a:pt x="3922" y="16072"/>
                    <a:pt x="3138" y="16072"/>
                  </a:cubicBezTo>
                  <a:cubicBezTo>
                    <a:pt x="1962" y="16072"/>
                    <a:pt x="1308" y="13929"/>
                    <a:pt x="1308" y="10714"/>
                  </a:cubicBezTo>
                  <a:lnTo>
                    <a:pt x="5752" y="10714"/>
                  </a:lnTo>
                  <a:cubicBezTo>
                    <a:pt x="5752" y="10714"/>
                    <a:pt x="5752" y="10714"/>
                    <a:pt x="5752" y="9286"/>
                  </a:cubicBezTo>
                  <a:cubicBezTo>
                    <a:pt x="5752" y="3929"/>
                    <a:pt x="4707" y="0"/>
                    <a:pt x="2877"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 name="Google Shape;103;p22"/>
            <p:cNvSpPr/>
            <p:nvPr/>
          </p:nvSpPr>
          <p:spPr>
            <a:xfrm>
              <a:off x="1062075" y="1821425"/>
              <a:ext cx="140550" cy="669650"/>
            </a:xfrm>
            <a:custGeom>
              <a:avLst/>
              <a:gdLst/>
              <a:ahLst/>
              <a:cxnLst/>
              <a:rect l="l" t="t" r="r" b="b"/>
              <a:pathLst>
                <a:path w="5622" h="26786" extrusionOk="0">
                  <a:moveTo>
                    <a:pt x="2876" y="3572"/>
                  </a:moveTo>
                  <a:cubicBezTo>
                    <a:pt x="4053" y="3572"/>
                    <a:pt x="4184" y="6429"/>
                    <a:pt x="4184" y="9643"/>
                  </a:cubicBezTo>
                  <a:cubicBezTo>
                    <a:pt x="4184" y="13214"/>
                    <a:pt x="4053" y="16072"/>
                    <a:pt x="2876" y="16072"/>
                  </a:cubicBezTo>
                  <a:cubicBezTo>
                    <a:pt x="1569" y="16072"/>
                    <a:pt x="1439" y="13214"/>
                    <a:pt x="1439" y="9643"/>
                  </a:cubicBezTo>
                  <a:cubicBezTo>
                    <a:pt x="1439" y="6429"/>
                    <a:pt x="1569" y="3572"/>
                    <a:pt x="2876" y="3572"/>
                  </a:cubicBezTo>
                  <a:close/>
                  <a:moveTo>
                    <a:pt x="3138" y="0"/>
                  </a:moveTo>
                  <a:cubicBezTo>
                    <a:pt x="2484" y="0"/>
                    <a:pt x="1831" y="714"/>
                    <a:pt x="1308" y="2500"/>
                  </a:cubicBezTo>
                  <a:cubicBezTo>
                    <a:pt x="1308" y="2500"/>
                    <a:pt x="1308" y="2500"/>
                    <a:pt x="1308" y="357"/>
                  </a:cubicBezTo>
                  <a:lnTo>
                    <a:pt x="1" y="357"/>
                  </a:lnTo>
                  <a:cubicBezTo>
                    <a:pt x="1" y="357"/>
                    <a:pt x="1" y="357"/>
                    <a:pt x="1" y="26786"/>
                  </a:cubicBezTo>
                  <a:lnTo>
                    <a:pt x="1439" y="26786"/>
                  </a:lnTo>
                  <a:cubicBezTo>
                    <a:pt x="1439" y="26786"/>
                    <a:pt x="1439" y="26786"/>
                    <a:pt x="1439" y="17143"/>
                  </a:cubicBezTo>
                  <a:cubicBezTo>
                    <a:pt x="1831" y="18929"/>
                    <a:pt x="2484" y="19286"/>
                    <a:pt x="3138" y="19286"/>
                  </a:cubicBezTo>
                  <a:cubicBezTo>
                    <a:pt x="3922" y="19286"/>
                    <a:pt x="4445" y="18572"/>
                    <a:pt x="4837" y="17857"/>
                  </a:cubicBezTo>
                  <a:cubicBezTo>
                    <a:pt x="5491" y="15714"/>
                    <a:pt x="5622" y="12500"/>
                    <a:pt x="5622" y="9643"/>
                  </a:cubicBezTo>
                  <a:cubicBezTo>
                    <a:pt x="5622" y="6786"/>
                    <a:pt x="5491" y="3572"/>
                    <a:pt x="4837" y="1786"/>
                  </a:cubicBezTo>
                  <a:cubicBezTo>
                    <a:pt x="4445" y="714"/>
                    <a:pt x="3922" y="0"/>
                    <a:pt x="3138"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 name="Google Shape;104;p22"/>
            <p:cNvSpPr/>
            <p:nvPr/>
          </p:nvSpPr>
          <p:spPr>
            <a:xfrm>
              <a:off x="1267950" y="1696425"/>
              <a:ext cx="85000" cy="607150"/>
            </a:xfrm>
            <a:custGeom>
              <a:avLst/>
              <a:gdLst/>
              <a:ahLst/>
              <a:cxnLst/>
              <a:rect l="l" t="t" r="r" b="b"/>
              <a:pathLst>
                <a:path w="3400" h="24286" extrusionOk="0">
                  <a:moveTo>
                    <a:pt x="785" y="0"/>
                  </a:moveTo>
                  <a:cubicBezTo>
                    <a:pt x="785" y="0"/>
                    <a:pt x="785" y="0"/>
                    <a:pt x="785" y="5714"/>
                  </a:cubicBezTo>
                  <a:lnTo>
                    <a:pt x="1" y="5714"/>
                  </a:lnTo>
                  <a:cubicBezTo>
                    <a:pt x="1" y="5714"/>
                    <a:pt x="1" y="5714"/>
                    <a:pt x="1" y="8572"/>
                  </a:cubicBezTo>
                  <a:lnTo>
                    <a:pt x="785" y="8572"/>
                  </a:lnTo>
                  <a:cubicBezTo>
                    <a:pt x="785" y="8572"/>
                    <a:pt x="785" y="8572"/>
                    <a:pt x="785" y="18929"/>
                  </a:cubicBezTo>
                  <a:cubicBezTo>
                    <a:pt x="785" y="21786"/>
                    <a:pt x="1308" y="24286"/>
                    <a:pt x="2615" y="24286"/>
                  </a:cubicBezTo>
                  <a:lnTo>
                    <a:pt x="3400" y="24286"/>
                  </a:lnTo>
                  <a:cubicBezTo>
                    <a:pt x="3400" y="24286"/>
                    <a:pt x="3400" y="24286"/>
                    <a:pt x="3400" y="21072"/>
                  </a:cubicBezTo>
                  <a:lnTo>
                    <a:pt x="2877" y="21072"/>
                  </a:lnTo>
                  <a:cubicBezTo>
                    <a:pt x="2354" y="21072"/>
                    <a:pt x="2092" y="20000"/>
                    <a:pt x="2092" y="18572"/>
                  </a:cubicBezTo>
                  <a:cubicBezTo>
                    <a:pt x="2092" y="18572"/>
                    <a:pt x="2092" y="18572"/>
                    <a:pt x="2092" y="8572"/>
                  </a:cubicBezTo>
                  <a:lnTo>
                    <a:pt x="3400" y="8572"/>
                  </a:lnTo>
                  <a:cubicBezTo>
                    <a:pt x="3400" y="8572"/>
                    <a:pt x="3400" y="8572"/>
                    <a:pt x="3400" y="5714"/>
                  </a:cubicBezTo>
                  <a:lnTo>
                    <a:pt x="2092" y="5714"/>
                  </a:lnTo>
                  <a:cubicBezTo>
                    <a:pt x="2092" y="5714"/>
                    <a:pt x="2092" y="5714"/>
                    <a:pt x="2092"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 name="Google Shape;105;p22"/>
            <p:cNvSpPr/>
            <p:nvPr/>
          </p:nvSpPr>
          <p:spPr>
            <a:xfrm>
              <a:off x="16325" y="723200"/>
              <a:ext cx="170100" cy="660750"/>
            </a:xfrm>
            <a:custGeom>
              <a:avLst/>
              <a:gdLst/>
              <a:ahLst/>
              <a:cxnLst/>
              <a:rect l="l" t="t" r="r" b="b"/>
              <a:pathLst>
                <a:path w="6804" h="26430" extrusionOk="0">
                  <a:moveTo>
                    <a:pt x="3269" y="3572"/>
                  </a:moveTo>
                  <a:cubicBezTo>
                    <a:pt x="3922" y="3572"/>
                    <a:pt x="4445" y="3929"/>
                    <a:pt x="4837" y="5358"/>
                  </a:cubicBezTo>
                  <a:cubicBezTo>
                    <a:pt x="5360" y="6786"/>
                    <a:pt x="5360" y="9286"/>
                    <a:pt x="5360" y="12858"/>
                  </a:cubicBezTo>
                  <a:cubicBezTo>
                    <a:pt x="5360" y="16429"/>
                    <a:pt x="5360" y="19286"/>
                    <a:pt x="4837" y="21072"/>
                  </a:cubicBezTo>
                  <a:cubicBezTo>
                    <a:pt x="4445" y="22143"/>
                    <a:pt x="3922" y="22858"/>
                    <a:pt x="3269" y="22858"/>
                  </a:cubicBezTo>
                  <a:lnTo>
                    <a:pt x="1439" y="22858"/>
                  </a:lnTo>
                  <a:cubicBezTo>
                    <a:pt x="1439" y="22858"/>
                    <a:pt x="1439" y="22858"/>
                    <a:pt x="1439" y="3572"/>
                  </a:cubicBezTo>
                  <a:close/>
                  <a:moveTo>
                    <a:pt x="1" y="1"/>
                  </a:moveTo>
                  <a:cubicBezTo>
                    <a:pt x="1" y="1"/>
                    <a:pt x="1" y="1"/>
                    <a:pt x="1" y="26429"/>
                  </a:cubicBezTo>
                  <a:lnTo>
                    <a:pt x="3399" y="26429"/>
                  </a:lnTo>
                  <a:cubicBezTo>
                    <a:pt x="4445" y="26429"/>
                    <a:pt x="5229" y="25358"/>
                    <a:pt x="5883" y="23929"/>
                  </a:cubicBezTo>
                  <a:cubicBezTo>
                    <a:pt x="6929" y="21072"/>
                    <a:pt x="6798" y="16786"/>
                    <a:pt x="6798" y="12858"/>
                  </a:cubicBezTo>
                  <a:cubicBezTo>
                    <a:pt x="6798" y="9286"/>
                    <a:pt x="6929" y="5358"/>
                    <a:pt x="5883" y="2501"/>
                  </a:cubicBezTo>
                  <a:cubicBezTo>
                    <a:pt x="5229" y="715"/>
                    <a:pt x="4445" y="1"/>
                    <a:pt x="3399"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 name="Google Shape;106;p22"/>
            <p:cNvSpPr/>
            <p:nvPr/>
          </p:nvSpPr>
          <p:spPr>
            <a:xfrm>
              <a:off x="271225" y="723200"/>
              <a:ext cx="176500" cy="660750"/>
            </a:xfrm>
            <a:custGeom>
              <a:avLst/>
              <a:gdLst/>
              <a:ahLst/>
              <a:cxnLst/>
              <a:rect l="l" t="t" r="r" b="b"/>
              <a:pathLst>
                <a:path w="7060" h="26430" extrusionOk="0">
                  <a:moveTo>
                    <a:pt x="3661" y="3572"/>
                  </a:moveTo>
                  <a:cubicBezTo>
                    <a:pt x="4707" y="3572"/>
                    <a:pt x="5360" y="5001"/>
                    <a:pt x="5360" y="7858"/>
                  </a:cubicBezTo>
                  <a:cubicBezTo>
                    <a:pt x="5360" y="10358"/>
                    <a:pt x="4707" y="11786"/>
                    <a:pt x="3661" y="11786"/>
                  </a:cubicBezTo>
                  <a:lnTo>
                    <a:pt x="1569" y="11786"/>
                  </a:lnTo>
                  <a:cubicBezTo>
                    <a:pt x="1569" y="11786"/>
                    <a:pt x="1569" y="11786"/>
                    <a:pt x="1569" y="3572"/>
                  </a:cubicBezTo>
                  <a:close/>
                  <a:moveTo>
                    <a:pt x="1" y="1"/>
                  </a:moveTo>
                  <a:cubicBezTo>
                    <a:pt x="1" y="1"/>
                    <a:pt x="1" y="1"/>
                    <a:pt x="1" y="26429"/>
                  </a:cubicBezTo>
                  <a:lnTo>
                    <a:pt x="1569" y="26429"/>
                  </a:lnTo>
                  <a:cubicBezTo>
                    <a:pt x="1569" y="26429"/>
                    <a:pt x="1569" y="26429"/>
                    <a:pt x="1569" y="15358"/>
                  </a:cubicBezTo>
                  <a:lnTo>
                    <a:pt x="3399" y="15358"/>
                  </a:lnTo>
                  <a:cubicBezTo>
                    <a:pt x="3399" y="15358"/>
                    <a:pt x="3399" y="15358"/>
                    <a:pt x="5360" y="26429"/>
                  </a:cubicBezTo>
                  <a:lnTo>
                    <a:pt x="7059" y="26429"/>
                  </a:lnTo>
                  <a:cubicBezTo>
                    <a:pt x="7059" y="26429"/>
                    <a:pt x="7059" y="26429"/>
                    <a:pt x="4837" y="14643"/>
                  </a:cubicBezTo>
                  <a:cubicBezTo>
                    <a:pt x="6014" y="13929"/>
                    <a:pt x="6798" y="11429"/>
                    <a:pt x="6798" y="7501"/>
                  </a:cubicBezTo>
                  <a:cubicBezTo>
                    <a:pt x="6798" y="3215"/>
                    <a:pt x="5622" y="1"/>
                    <a:pt x="3792"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 name="Google Shape;107;p22"/>
            <p:cNvSpPr/>
            <p:nvPr/>
          </p:nvSpPr>
          <p:spPr>
            <a:xfrm>
              <a:off x="526125" y="723200"/>
              <a:ext cx="153625" cy="660750"/>
            </a:xfrm>
            <a:custGeom>
              <a:avLst/>
              <a:gdLst/>
              <a:ahLst/>
              <a:cxnLst/>
              <a:rect l="l" t="t" r="r" b="b"/>
              <a:pathLst>
                <a:path w="6145" h="26430" extrusionOk="0">
                  <a:moveTo>
                    <a:pt x="1" y="1"/>
                  </a:moveTo>
                  <a:lnTo>
                    <a:pt x="1" y="26429"/>
                  </a:lnTo>
                  <a:lnTo>
                    <a:pt x="6145" y="26429"/>
                  </a:lnTo>
                  <a:lnTo>
                    <a:pt x="6145" y="22858"/>
                  </a:lnTo>
                  <a:lnTo>
                    <a:pt x="1439" y="22858"/>
                  </a:lnTo>
                  <a:lnTo>
                    <a:pt x="1439" y="14643"/>
                  </a:lnTo>
                  <a:lnTo>
                    <a:pt x="5491" y="14643"/>
                  </a:lnTo>
                  <a:lnTo>
                    <a:pt x="5491" y="11072"/>
                  </a:lnTo>
                  <a:lnTo>
                    <a:pt x="1439" y="11072"/>
                  </a:lnTo>
                  <a:lnTo>
                    <a:pt x="1439" y="3572"/>
                  </a:lnTo>
                  <a:lnTo>
                    <a:pt x="6145" y="3572"/>
                  </a:lnTo>
                  <a:lnTo>
                    <a:pt x="6145"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 name="Google Shape;108;p22"/>
            <p:cNvSpPr/>
            <p:nvPr/>
          </p:nvSpPr>
          <p:spPr>
            <a:xfrm>
              <a:off x="751625" y="714275"/>
              <a:ext cx="169950" cy="669675"/>
            </a:xfrm>
            <a:custGeom>
              <a:avLst/>
              <a:gdLst/>
              <a:ahLst/>
              <a:cxnLst/>
              <a:rect l="l" t="t" r="r" b="b"/>
              <a:pathLst>
                <a:path w="6798" h="26787" extrusionOk="0">
                  <a:moveTo>
                    <a:pt x="3530" y="0"/>
                  </a:moveTo>
                  <a:cubicBezTo>
                    <a:pt x="1438" y="0"/>
                    <a:pt x="262" y="3215"/>
                    <a:pt x="262" y="7858"/>
                  </a:cubicBezTo>
                  <a:cubicBezTo>
                    <a:pt x="262" y="10000"/>
                    <a:pt x="523" y="11786"/>
                    <a:pt x="915" y="12858"/>
                  </a:cubicBezTo>
                  <a:cubicBezTo>
                    <a:pt x="1438" y="13929"/>
                    <a:pt x="1961" y="14643"/>
                    <a:pt x="2745" y="15000"/>
                  </a:cubicBezTo>
                  <a:cubicBezTo>
                    <a:pt x="2745" y="15000"/>
                    <a:pt x="2745" y="15000"/>
                    <a:pt x="3922" y="15358"/>
                  </a:cubicBezTo>
                  <a:cubicBezTo>
                    <a:pt x="4576" y="15715"/>
                    <a:pt x="4706" y="16072"/>
                    <a:pt x="4968" y="16429"/>
                  </a:cubicBezTo>
                  <a:cubicBezTo>
                    <a:pt x="5229" y="17143"/>
                    <a:pt x="5360" y="18215"/>
                    <a:pt x="5360" y="19286"/>
                  </a:cubicBezTo>
                  <a:cubicBezTo>
                    <a:pt x="5360" y="21786"/>
                    <a:pt x="4706" y="23215"/>
                    <a:pt x="3399" y="23215"/>
                  </a:cubicBezTo>
                  <a:cubicBezTo>
                    <a:pt x="2353" y="23215"/>
                    <a:pt x="1569" y="22858"/>
                    <a:pt x="915" y="20715"/>
                  </a:cubicBezTo>
                  <a:cubicBezTo>
                    <a:pt x="915" y="20715"/>
                    <a:pt x="915" y="20715"/>
                    <a:pt x="0" y="23572"/>
                  </a:cubicBezTo>
                  <a:cubicBezTo>
                    <a:pt x="915" y="26072"/>
                    <a:pt x="1961" y="26786"/>
                    <a:pt x="3399" y="26786"/>
                  </a:cubicBezTo>
                  <a:cubicBezTo>
                    <a:pt x="5360" y="26786"/>
                    <a:pt x="6798" y="23929"/>
                    <a:pt x="6798" y="19286"/>
                  </a:cubicBezTo>
                  <a:cubicBezTo>
                    <a:pt x="6798" y="16786"/>
                    <a:pt x="6536" y="15000"/>
                    <a:pt x="6013" y="13929"/>
                  </a:cubicBezTo>
                  <a:cubicBezTo>
                    <a:pt x="5621" y="12858"/>
                    <a:pt x="5098" y="12143"/>
                    <a:pt x="4314" y="11786"/>
                  </a:cubicBezTo>
                  <a:cubicBezTo>
                    <a:pt x="4314" y="11786"/>
                    <a:pt x="4314" y="11786"/>
                    <a:pt x="3138" y="11429"/>
                  </a:cubicBezTo>
                  <a:cubicBezTo>
                    <a:pt x="2745" y="11072"/>
                    <a:pt x="2353" y="10715"/>
                    <a:pt x="2092" y="10000"/>
                  </a:cubicBezTo>
                  <a:cubicBezTo>
                    <a:pt x="1830" y="9643"/>
                    <a:pt x="1700" y="8572"/>
                    <a:pt x="1700" y="7500"/>
                  </a:cubicBezTo>
                  <a:cubicBezTo>
                    <a:pt x="1700" y="5358"/>
                    <a:pt x="2353" y="3572"/>
                    <a:pt x="3399" y="3572"/>
                  </a:cubicBezTo>
                  <a:cubicBezTo>
                    <a:pt x="4314" y="3572"/>
                    <a:pt x="4968" y="3929"/>
                    <a:pt x="5621" y="5715"/>
                  </a:cubicBezTo>
                  <a:cubicBezTo>
                    <a:pt x="5621" y="5715"/>
                    <a:pt x="5621" y="5715"/>
                    <a:pt x="6536" y="3215"/>
                  </a:cubicBezTo>
                  <a:cubicBezTo>
                    <a:pt x="5621" y="1072"/>
                    <a:pt x="4837" y="0"/>
                    <a:pt x="3530"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 name="Google Shape;109;p22"/>
            <p:cNvSpPr/>
            <p:nvPr/>
          </p:nvSpPr>
          <p:spPr>
            <a:xfrm>
              <a:off x="1003250" y="723200"/>
              <a:ext cx="170100" cy="660750"/>
            </a:xfrm>
            <a:custGeom>
              <a:avLst/>
              <a:gdLst/>
              <a:ahLst/>
              <a:cxnLst/>
              <a:rect l="l" t="t" r="r" b="b"/>
              <a:pathLst>
                <a:path w="6804" h="26430" extrusionOk="0">
                  <a:moveTo>
                    <a:pt x="3138" y="3572"/>
                  </a:moveTo>
                  <a:cubicBezTo>
                    <a:pt x="3922" y="3572"/>
                    <a:pt x="4445" y="3929"/>
                    <a:pt x="4837" y="5358"/>
                  </a:cubicBezTo>
                  <a:cubicBezTo>
                    <a:pt x="5360" y="6786"/>
                    <a:pt x="5360" y="9286"/>
                    <a:pt x="5360" y="12858"/>
                  </a:cubicBezTo>
                  <a:cubicBezTo>
                    <a:pt x="5360" y="16429"/>
                    <a:pt x="5360" y="19286"/>
                    <a:pt x="4837" y="21072"/>
                  </a:cubicBezTo>
                  <a:cubicBezTo>
                    <a:pt x="4445" y="22143"/>
                    <a:pt x="3922" y="22858"/>
                    <a:pt x="3138" y="22858"/>
                  </a:cubicBezTo>
                  <a:lnTo>
                    <a:pt x="1439" y="22858"/>
                  </a:lnTo>
                  <a:cubicBezTo>
                    <a:pt x="1439" y="22858"/>
                    <a:pt x="1439" y="22858"/>
                    <a:pt x="1439" y="3572"/>
                  </a:cubicBezTo>
                  <a:close/>
                  <a:moveTo>
                    <a:pt x="1" y="1"/>
                  </a:moveTo>
                  <a:cubicBezTo>
                    <a:pt x="1" y="1"/>
                    <a:pt x="1" y="1"/>
                    <a:pt x="1" y="26429"/>
                  </a:cubicBezTo>
                  <a:lnTo>
                    <a:pt x="3399" y="26429"/>
                  </a:lnTo>
                  <a:cubicBezTo>
                    <a:pt x="4314" y="26429"/>
                    <a:pt x="5229" y="25358"/>
                    <a:pt x="5883" y="23929"/>
                  </a:cubicBezTo>
                  <a:cubicBezTo>
                    <a:pt x="6929" y="21072"/>
                    <a:pt x="6798" y="16786"/>
                    <a:pt x="6798" y="12858"/>
                  </a:cubicBezTo>
                  <a:cubicBezTo>
                    <a:pt x="6798" y="9286"/>
                    <a:pt x="6929" y="5358"/>
                    <a:pt x="5883" y="2501"/>
                  </a:cubicBezTo>
                  <a:cubicBezTo>
                    <a:pt x="5229" y="715"/>
                    <a:pt x="4314" y="1"/>
                    <a:pt x="3399"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 name="Google Shape;110;p22"/>
            <p:cNvSpPr/>
            <p:nvPr/>
          </p:nvSpPr>
          <p:spPr>
            <a:xfrm>
              <a:off x="1258150" y="723200"/>
              <a:ext cx="153625" cy="660750"/>
            </a:xfrm>
            <a:custGeom>
              <a:avLst/>
              <a:gdLst/>
              <a:ahLst/>
              <a:cxnLst/>
              <a:rect l="l" t="t" r="r" b="b"/>
              <a:pathLst>
                <a:path w="6145" h="26430" extrusionOk="0">
                  <a:moveTo>
                    <a:pt x="1" y="1"/>
                  </a:moveTo>
                  <a:lnTo>
                    <a:pt x="1" y="26429"/>
                  </a:lnTo>
                  <a:lnTo>
                    <a:pt x="6145" y="26429"/>
                  </a:lnTo>
                  <a:lnTo>
                    <a:pt x="6145" y="22858"/>
                  </a:lnTo>
                  <a:lnTo>
                    <a:pt x="1439" y="22858"/>
                  </a:lnTo>
                  <a:lnTo>
                    <a:pt x="1439" y="14643"/>
                  </a:lnTo>
                  <a:lnTo>
                    <a:pt x="5491" y="14643"/>
                  </a:lnTo>
                  <a:lnTo>
                    <a:pt x="5491" y="11072"/>
                  </a:lnTo>
                  <a:lnTo>
                    <a:pt x="1439" y="11072"/>
                  </a:lnTo>
                  <a:lnTo>
                    <a:pt x="1439" y="3572"/>
                  </a:lnTo>
                  <a:lnTo>
                    <a:pt x="6145" y="3572"/>
                  </a:lnTo>
                  <a:lnTo>
                    <a:pt x="6145"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 name="Google Shape;111;p22"/>
            <p:cNvSpPr/>
            <p:nvPr/>
          </p:nvSpPr>
          <p:spPr>
            <a:xfrm>
              <a:off x="1493450" y="723200"/>
              <a:ext cx="179775" cy="660750"/>
            </a:xfrm>
            <a:custGeom>
              <a:avLst/>
              <a:gdLst/>
              <a:ahLst/>
              <a:cxnLst/>
              <a:rect l="l" t="t" r="r" b="b"/>
              <a:pathLst>
                <a:path w="7191" h="26430" extrusionOk="0">
                  <a:moveTo>
                    <a:pt x="1" y="1"/>
                  </a:moveTo>
                  <a:lnTo>
                    <a:pt x="1" y="26429"/>
                  </a:lnTo>
                  <a:lnTo>
                    <a:pt x="1438" y="26429"/>
                  </a:lnTo>
                  <a:lnTo>
                    <a:pt x="1438" y="7858"/>
                  </a:lnTo>
                  <a:lnTo>
                    <a:pt x="5883" y="26429"/>
                  </a:lnTo>
                  <a:lnTo>
                    <a:pt x="7190" y="26429"/>
                  </a:lnTo>
                  <a:lnTo>
                    <a:pt x="7190" y="1"/>
                  </a:lnTo>
                  <a:lnTo>
                    <a:pt x="5752" y="1"/>
                  </a:lnTo>
                  <a:lnTo>
                    <a:pt x="5752" y="18572"/>
                  </a:lnTo>
                  <a:lnTo>
                    <a:pt x="1308"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 name="Google Shape;112;p22"/>
            <p:cNvSpPr/>
            <p:nvPr/>
          </p:nvSpPr>
          <p:spPr>
            <a:xfrm>
              <a:off x="2326775" y="8925"/>
              <a:ext cx="552325" cy="517875"/>
            </a:xfrm>
            <a:custGeom>
              <a:avLst/>
              <a:gdLst/>
              <a:ahLst/>
              <a:cxnLst/>
              <a:rect l="l" t="t" r="r" b="b"/>
              <a:pathLst>
                <a:path w="22093" h="20715" extrusionOk="0">
                  <a:moveTo>
                    <a:pt x="7583" y="0"/>
                  </a:moveTo>
                  <a:lnTo>
                    <a:pt x="1" y="20714"/>
                  </a:lnTo>
                  <a:lnTo>
                    <a:pt x="22092" y="20714"/>
                  </a:lnTo>
                  <a:lnTo>
                    <a:pt x="7583"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 name="Google Shape;113;p22"/>
            <p:cNvSpPr/>
            <p:nvPr/>
          </p:nvSpPr>
          <p:spPr>
            <a:xfrm>
              <a:off x="2107825" y="-8950"/>
              <a:ext cx="392175" cy="1071450"/>
            </a:xfrm>
            <a:custGeom>
              <a:avLst/>
              <a:gdLst/>
              <a:ahLst/>
              <a:cxnLst/>
              <a:rect l="l" t="t" r="r" b="b"/>
              <a:pathLst>
                <a:path w="15687" h="42858" extrusionOk="0">
                  <a:moveTo>
                    <a:pt x="15687" y="1"/>
                  </a:moveTo>
                  <a:lnTo>
                    <a:pt x="1" y="13572"/>
                  </a:lnTo>
                  <a:lnTo>
                    <a:pt x="1" y="42858"/>
                  </a:lnTo>
                  <a:lnTo>
                    <a:pt x="15687"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 name="Google Shape;114;p22"/>
            <p:cNvSpPr/>
            <p:nvPr/>
          </p:nvSpPr>
          <p:spPr>
            <a:xfrm>
              <a:off x="1905225" y="348200"/>
              <a:ext cx="186300" cy="1508950"/>
            </a:xfrm>
            <a:custGeom>
              <a:avLst/>
              <a:gdLst/>
              <a:ahLst/>
              <a:cxnLst/>
              <a:rect l="l" t="t" r="r" b="b"/>
              <a:pathLst>
                <a:path w="7452" h="60358" extrusionOk="0">
                  <a:moveTo>
                    <a:pt x="7451" y="1"/>
                  </a:moveTo>
                  <a:lnTo>
                    <a:pt x="0" y="39643"/>
                  </a:lnTo>
                  <a:lnTo>
                    <a:pt x="7451" y="60358"/>
                  </a:lnTo>
                  <a:lnTo>
                    <a:pt x="7451"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 name="Google Shape;115;p22"/>
            <p:cNvSpPr/>
            <p:nvPr/>
          </p:nvSpPr>
          <p:spPr>
            <a:xfrm>
              <a:off x="1895400" y="1383925"/>
              <a:ext cx="392200" cy="1071450"/>
            </a:xfrm>
            <a:custGeom>
              <a:avLst/>
              <a:gdLst/>
              <a:ahLst/>
              <a:cxnLst/>
              <a:rect l="l" t="t" r="r" b="b"/>
              <a:pathLst>
                <a:path w="15688" h="42858" extrusionOk="0">
                  <a:moveTo>
                    <a:pt x="1" y="0"/>
                  </a:moveTo>
                  <a:lnTo>
                    <a:pt x="4968" y="42857"/>
                  </a:lnTo>
                  <a:lnTo>
                    <a:pt x="15687" y="42857"/>
                  </a:lnTo>
                  <a:lnTo>
                    <a:pt x="1"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 name="Google Shape;116;p22"/>
            <p:cNvSpPr/>
            <p:nvPr/>
          </p:nvSpPr>
          <p:spPr>
            <a:xfrm>
              <a:off x="2026125" y="2491050"/>
              <a:ext cx="552325" cy="517900"/>
            </a:xfrm>
            <a:custGeom>
              <a:avLst/>
              <a:gdLst/>
              <a:ahLst/>
              <a:cxnLst/>
              <a:rect l="l" t="t" r="r" b="b"/>
              <a:pathLst>
                <a:path w="22093" h="20716" extrusionOk="0">
                  <a:moveTo>
                    <a:pt x="1" y="1"/>
                  </a:moveTo>
                  <a:lnTo>
                    <a:pt x="14511" y="20715"/>
                  </a:lnTo>
                  <a:lnTo>
                    <a:pt x="22092"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 name="Google Shape;117;p22"/>
            <p:cNvSpPr/>
            <p:nvPr/>
          </p:nvSpPr>
          <p:spPr>
            <a:xfrm>
              <a:off x="2617625" y="571425"/>
              <a:ext cx="392200" cy="1071450"/>
            </a:xfrm>
            <a:custGeom>
              <a:avLst/>
              <a:gdLst/>
              <a:ahLst/>
              <a:cxnLst/>
              <a:rect l="l" t="t" r="r" b="b"/>
              <a:pathLst>
                <a:path w="15688" h="42858" extrusionOk="0">
                  <a:moveTo>
                    <a:pt x="1" y="0"/>
                  </a:moveTo>
                  <a:lnTo>
                    <a:pt x="15687" y="42857"/>
                  </a:lnTo>
                  <a:lnTo>
                    <a:pt x="10720"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 name="Google Shape;118;p22"/>
            <p:cNvSpPr/>
            <p:nvPr/>
          </p:nvSpPr>
          <p:spPr>
            <a:xfrm>
              <a:off x="2405225" y="1964275"/>
              <a:ext cx="392175" cy="1062525"/>
            </a:xfrm>
            <a:custGeom>
              <a:avLst/>
              <a:gdLst/>
              <a:ahLst/>
              <a:cxnLst/>
              <a:rect l="l" t="t" r="r" b="b"/>
              <a:pathLst>
                <a:path w="15687" h="42501" extrusionOk="0">
                  <a:moveTo>
                    <a:pt x="15686" y="0"/>
                  </a:moveTo>
                  <a:lnTo>
                    <a:pt x="0" y="42500"/>
                  </a:lnTo>
                  <a:lnTo>
                    <a:pt x="15686" y="29286"/>
                  </a:lnTo>
                  <a:lnTo>
                    <a:pt x="15686"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 name="Google Shape;119;p22"/>
            <p:cNvSpPr/>
            <p:nvPr/>
          </p:nvSpPr>
          <p:spPr>
            <a:xfrm>
              <a:off x="2813725" y="1160700"/>
              <a:ext cx="189550" cy="1517875"/>
            </a:xfrm>
            <a:custGeom>
              <a:avLst/>
              <a:gdLst/>
              <a:ahLst/>
              <a:cxnLst/>
              <a:rect l="l" t="t" r="r" b="b"/>
              <a:pathLst>
                <a:path w="7582" h="60715" extrusionOk="0">
                  <a:moveTo>
                    <a:pt x="0" y="1"/>
                  </a:moveTo>
                  <a:lnTo>
                    <a:pt x="0" y="60715"/>
                  </a:lnTo>
                  <a:lnTo>
                    <a:pt x="7582" y="20715"/>
                  </a:lnTo>
                  <a:lnTo>
                    <a:pt x="0"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20" name="Google Shape;120;p22"/>
          <p:cNvSpPr/>
          <p:nvPr/>
        </p:nvSpPr>
        <p:spPr>
          <a:xfrm>
            <a:off x="290304" y="338478"/>
            <a:ext cx="1766749" cy="526053"/>
          </a:xfrm>
          <a:custGeom>
            <a:avLst/>
            <a:gdLst/>
            <a:ahLst/>
            <a:cxnLst/>
            <a:rect l="l" t="t" r="r" b="b"/>
            <a:pathLst>
              <a:path w="120187" h="122623" extrusionOk="0">
                <a:moveTo>
                  <a:pt x="93023" y="7869"/>
                </a:moveTo>
                <a:cubicBezTo>
                  <a:pt x="93023" y="7869"/>
                  <a:pt x="93023" y="7869"/>
                  <a:pt x="93023" y="7869"/>
                </a:cubicBezTo>
                <a:cubicBezTo>
                  <a:pt x="93023" y="7869"/>
                  <a:pt x="93023" y="7869"/>
                  <a:pt x="93023" y="7869"/>
                </a:cubicBezTo>
                <a:close/>
                <a:moveTo>
                  <a:pt x="40186" y="0"/>
                </a:moveTo>
                <a:cubicBezTo>
                  <a:pt x="40186" y="0"/>
                  <a:pt x="40186" y="0"/>
                  <a:pt x="40186" y="5902"/>
                </a:cubicBezTo>
                <a:lnTo>
                  <a:pt x="42605" y="5902"/>
                </a:lnTo>
                <a:cubicBezTo>
                  <a:pt x="42605" y="5902"/>
                  <a:pt x="42605" y="5902"/>
                  <a:pt x="42605" y="33443"/>
                </a:cubicBezTo>
                <a:lnTo>
                  <a:pt x="44465" y="33443"/>
                </a:lnTo>
                <a:cubicBezTo>
                  <a:pt x="44465" y="33443"/>
                  <a:pt x="44465" y="33443"/>
                  <a:pt x="44465" y="5902"/>
                </a:cubicBezTo>
                <a:lnTo>
                  <a:pt x="46884" y="5902"/>
                </a:lnTo>
                <a:cubicBezTo>
                  <a:pt x="46884" y="5902"/>
                  <a:pt x="46884" y="5902"/>
                  <a:pt x="46884" y="0"/>
                </a:cubicBezTo>
                <a:close/>
                <a:moveTo>
                  <a:pt x="48558" y="0"/>
                </a:moveTo>
                <a:cubicBezTo>
                  <a:pt x="48558" y="0"/>
                  <a:pt x="48558" y="0"/>
                  <a:pt x="48558" y="33443"/>
                </a:cubicBezTo>
                <a:lnTo>
                  <a:pt x="54884" y="33443"/>
                </a:lnTo>
                <a:cubicBezTo>
                  <a:pt x="54884" y="33443"/>
                  <a:pt x="54884" y="33443"/>
                  <a:pt x="54884" y="27541"/>
                </a:cubicBezTo>
                <a:lnTo>
                  <a:pt x="50419" y="27541"/>
                </a:lnTo>
                <a:cubicBezTo>
                  <a:pt x="50419" y="27541"/>
                  <a:pt x="50419" y="27541"/>
                  <a:pt x="50419" y="19672"/>
                </a:cubicBezTo>
                <a:lnTo>
                  <a:pt x="54140" y="19672"/>
                </a:lnTo>
                <a:cubicBezTo>
                  <a:pt x="54140" y="19672"/>
                  <a:pt x="54140" y="19672"/>
                  <a:pt x="54140" y="13771"/>
                </a:cubicBezTo>
                <a:lnTo>
                  <a:pt x="50419" y="13771"/>
                </a:lnTo>
                <a:cubicBezTo>
                  <a:pt x="50419" y="13771"/>
                  <a:pt x="50419" y="13771"/>
                  <a:pt x="50419" y="5902"/>
                </a:cubicBezTo>
                <a:lnTo>
                  <a:pt x="54884" y="5902"/>
                </a:lnTo>
                <a:cubicBezTo>
                  <a:pt x="54884" y="5902"/>
                  <a:pt x="54884" y="5902"/>
                  <a:pt x="54884" y="0"/>
                </a:cubicBezTo>
                <a:close/>
                <a:moveTo>
                  <a:pt x="59907" y="0"/>
                </a:moveTo>
                <a:cubicBezTo>
                  <a:pt x="58977" y="0"/>
                  <a:pt x="58047" y="1312"/>
                  <a:pt x="57488" y="3279"/>
                </a:cubicBezTo>
                <a:cubicBezTo>
                  <a:pt x="56930" y="5246"/>
                  <a:pt x="56744" y="6557"/>
                  <a:pt x="56558" y="8525"/>
                </a:cubicBezTo>
                <a:cubicBezTo>
                  <a:pt x="56558" y="10492"/>
                  <a:pt x="56558" y="13115"/>
                  <a:pt x="56558" y="17049"/>
                </a:cubicBezTo>
                <a:cubicBezTo>
                  <a:pt x="56558" y="20328"/>
                  <a:pt x="56558" y="22951"/>
                  <a:pt x="56558" y="24918"/>
                </a:cubicBezTo>
                <a:cubicBezTo>
                  <a:pt x="56744" y="26885"/>
                  <a:pt x="56930" y="28853"/>
                  <a:pt x="57488" y="30164"/>
                </a:cubicBezTo>
                <a:cubicBezTo>
                  <a:pt x="58047" y="32787"/>
                  <a:pt x="58977" y="33443"/>
                  <a:pt x="59907" y="33443"/>
                </a:cubicBezTo>
                <a:cubicBezTo>
                  <a:pt x="60837" y="33443"/>
                  <a:pt x="61581" y="32787"/>
                  <a:pt x="62326" y="30820"/>
                </a:cubicBezTo>
                <a:cubicBezTo>
                  <a:pt x="62884" y="29508"/>
                  <a:pt x="63256" y="26885"/>
                  <a:pt x="63442" y="22951"/>
                </a:cubicBezTo>
                <a:lnTo>
                  <a:pt x="61581" y="22951"/>
                </a:lnTo>
                <a:cubicBezTo>
                  <a:pt x="61395" y="24918"/>
                  <a:pt x="61209" y="25574"/>
                  <a:pt x="61023" y="26885"/>
                </a:cubicBezTo>
                <a:cubicBezTo>
                  <a:pt x="60837" y="27541"/>
                  <a:pt x="60465" y="28197"/>
                  <a:pt x="59907" y="28197"/>
                </a:cubicBezTo>
                <a:cubicBezTo>
                  <a:pt x="59535" y="28197"/>
                  <a:pt x="58977" y="27541"/>
                  <a:pt x="58791" y="26230"/>
                </a:cubicBezTo>
                <a:cubicBezTo>
                  <a:pt x="58605" y="25574"/>
                  <a:pt x="58605" y="25574"/>
                  <a:pt x="58605" y="24918"/>
                </a:cubicBezTo>
                <a:cubicBezTo>
                  <a:pt x="58419" y="24262"/>
                  <a:pt x="58419" y="24262"/>
                  <a:pt x="58419" y="23607"/>
                </a:cubicBezTo>
                <a:cubicBezTo>
                  <a:pt x="58419" y="22951"/>
                  <a:pt x="58419" y="21639"/>
                  <a:pt x="58419" y="20984"/>
                </a:cubicBezTo>
                <a:cubicBezTo>
                  <a:pt x="58419" y="19672"/>
                  <a:pt x="58233" y="18361"/>
                  <a:pt x="58233" y="17049"/>
                </a:cubicBezTo>
                <a:cubicBezTo>
                  <a:pt x="58233" y="15082"/>
                  <a:pt x="58419" y="13771"/>
                  <a:pt x="58419" y="12459"/>
                </a:cubicBezTo>
                <a:cubicBezTo>
                  <a:pt x="58419" y="11803"/>
                  <a:pt x="58419" y="11148"/>
                  <a:pt x="58419" y="10492"/>
                </a:cubicBezTo>
                <a:cubicBezTo>
                  <a:pt x="58419" y="9836"/>
                  <a:pt x="58419" y="9180"/>
                  <a:pt x="58605" y="8525"/>
                </a:cubicBezTo>
                <a:cubicBezTo>
                  <a:pt x="58605" y="7869"/>
                  <a:pt x="58605" y="7869"/>
                  <a:pt x="58791" y="7213"/>
                </a:cubicBezTo>
                <a:cubicBezTo>
                  <a:pt x="58977" y="6557"/>
                  <a:pt x="59535" y="5902"/>
                  <a:pt x="59907" y="5902"/>
                </a:cubicBezTo>
                <a:cubicBezTo>
                  <a:pt x="60465" y="5902"/>
                  <a:pt x="60837" y="5902"/>
                  <a:pt x="61023" y="7213"/>
                </a:cubicBezTo>
                <a:cubicBezTo>
                  <a:pt x="61209" y="7869"/>
                  <a:pt x="61395" y="9180"/>
                  <a:pt x="61581" y="10492"/>
                </a:cubicBezTo>
                <a:lnTo>
                  <a:pt x="63442" y="10492"/>
                </a:lnTo>
                <a:cubicBezTo>
                  <a:pt x="63256" y="7213"/>
                  <a:pt x="62884" y="4590"/>
                  <a:pt x="62326" y="2623"/>
                </a:cubicBezTo>
                <a:cubicBezTo>
                  <a:pt x="61581" y="656"/>
                  <a:pt x="60837" y="0"/>
                  <a:pt x="59907" y="0"/>
                </a:cubicBezTo>
                <a:close/>
                <a:moveTo>
                  <a:pt x="65116" y="0"/>
                </a:moveTo>
                <a:cubicBezTo>
                  <a:pt x="65116" y="0"/>
                  <a:pt x="65116" y="0"/>
                  <a:pt x="65116" y="33443"/>
                </a:cubicBezTo>
                <a:lnTo>
                  <a:pt x="66977" y="33443"/>
                </a:lnTo>
                <a:cubicBezTo>
                  <a:pt x="66977" y="33443"/>
                  <a:pt x="66977" y="33443"/>
                  <a:pt x="66977" y="19672"/>
                </a:cubicBezTo>
                <a:lnTo>
                  <a:pt x="70326" y="19672"/>
                </a:lnTo>
                <a:cubicBezTo>
                  <a:pt x="70326" y="19672"/>
                  <a:pt x="70326" y="19672"/>
                  <a:pt x="70326" y="33443"/>
                </a:cubicBezTo>
                <a:lnTo>
                  <a:pt x="72000" y="33443"/>
                </a:lnTo>
                <a:cubicBezTo>
                  <a:pt x="72000" y="33443"/>
                  <a:pt x="72000" y="33443"/>
                  <a:pt x="72000" y="0"/>
                </a:cubicBezTo>
                <a:lnTo>
                  <a:pt x="70326" y="0"/>
                </a:lnTo>
                <a:cubicBezTo>
                  <a:pt x="70326" y="0"/>
                  <a:pt x="70326" y="0"/>
                  <a:pt x="70326" y="13771"/>
                </a:cubicBezTo>
                <a:lnTo>
                  <a:pt x="66977" y="13771"/>
                </a:lnTo>
                <a:cubicBezTo>
                  <a:pt x="66977" y="13771"/>
                  <a:pt x="66977" y="13771"/>
                  <a:pt x="66977" y="0"/>
                </a:cubicBezTo>
                <a:close/>
                <a:moveTo>
                  <a:pt x="74419" y="0"/>
                </a:moveTo>
                <a:cubicBezTo>
                  <a:pt x="74419" y="0"/>
                  <a:pt x="74419" y="0"/>
                  <a:pt x="74419" y="33443"/>
                </a:cubicBezTo>
                <a:lnTo>
                  <a:pt x="76279" y="33443"/>
                </a:lnTo>
                <a:cubicBezTo>
                  <a:pt x="76279" y="33443"/>
                  <a:pt x="76279" y="33443"/>
                  <a:pt x="76279" y="13115"/>
                </a:cubicBezTo>
                <a:cubicBezTo>
                  <a:pt x="76279" y="13115"/>
                  <a:pt x="76279" y="13115"/>
                  <a:pt x="80000" y="33443"/>
                </a:cubicBezTo>
                <a:lnTo>
                  <a:pt x="81674" y="33443"/>
                </a:lnTo>
                <a:cubicBezTo>
                  <a:pt x="81674" y="33443"/>
                  <a:pt x="81674" y="33443"/>
                  <a:pt x="81674" y="0"/>
                </a:cubicBezTo>
                <a:lnTo>
                  <a:pt x="79814" y="0"/>
                </a:lnTo>
                <a:cubicBezTo>
                  <a:pt x="79814" y="0"/>
                  <a:pt x="79814" y="0"/>
                  <a:pt x="79814" y="20328"/>
                </a:cubicBezTo>
                <a:cubicBezTo>
                  <a:pt x="79814" y="20328"/>
                  <a:pt x="79814" y="20328"/>
                  <a:pt x="76093" y="0"/>
                </a:cubicBezTo>
                <a:close/>
                <a:moveTo>
                  <a:pt x="84093" y="0"/>
                </a:moveTo>
                <a:cubicBezTo>
                  <a:pt x="84093" y="0"/>
                  <a:pt x="84093" y="0"/>
                  <a:pt x="84093" y="33443"/>
                </a:cubicBezTo>
                <a:lnTo>
                  <a:pt x="85953" y="33443"/>
                </a:lnTo>
                <a:cubicBezTo>
                  <a:pt x="85953" y="33443"/>
                  <a:pt x="85953" y="33443"/>
                  <a:pt x="85953" y="0"/>
                </a:cubicBezTo>
                <a:close/>
                <a:moveTo>
                  <a:pt x="91163" y="0"/>
                </a:moveTo>
                <a:cubicBezTo>
                  <a:pt x="90047" y="0"/>
                  <a:pt x="89302" y="656"/>
                  <a:pt x="88744" y="2623"/>
                </a:cubicBezTo>
                <a:cubicBezTo>
                  <a:pt x="88186" y="4590"/>
                  <a:pt x="87814" y="7213"/>
                  <a:pt x="87814" y="9836"/>
                </a:cubicBezTo>
                <a:cubicBezTo>
                  <a:pt x="87814" y="12459"/>
                  <a:pt x="88000" y="15082"/>
                  <a:pt x="88558" y="16393"/>
                </a:cubicBezTo>
                <a:cubicBezTo>
                  <a:pt x="88930" y="17705"/>
                  <a:pt x="89488" y="19016"/>
                  <a:pt x="90233" y="19016"/>
                </a:cubicBezTo>
                <a:cubicBezTo>
                  <a:pt x="90233" y="19016"/>
                  <a:pt x="90233" y="19016"/>
                  <a:pt x="90977" y="19672"/>
                </a:cubicBezTo>
                <a:lnTo>
                  <a:pt x="91535" y="19672"/>
                </a:lnTo>
                <a:cubicBezTo>
                  <a:pt x="91907" y="20328"/>
                  <a:pt x="92093" y="20328"/>
                  <a:pt x="92279" y="20984"/>
                </a:cubicBezTo>
                <a:cubicBezTo>
                  <a:pt x="92465" y="21639"/>
                  <a:pt x="92651" y="22951"/>
                  <a:pt x="92651" y="23607"/>
                </a:cubicBezTo>
                <a:cubicBezTo>
                  <a:pt x="92651" y="26885"/>
                  <a:pt x="92093" y="28197"/>
                  <a:pt x="90977" y="28197"/>
                </a:cubicBezTo>
                <a:cubicBezTo>
                  <a:pt x="90419" y="28197"/>
                  <a:pt x="90047" y="27541"/>
                  <a:pt x="89674" y="27541"/>
                </a:cubicBezTo>
                <a:cubicBezTo>
                  <a:pt x="89302" y="26885"/>
                  <a:pt x="88930" y="26230"/>
                  <a:pt x="88558" y="24918"/>
                </a:cubicBezTo>
                <a:cubicBezTo>
                  <a:pt x="88558" y="24918"/>
                  <a:pt x="88558" y="24918"/>
                  <a:pt x="87442" y="29508"/>
                </a:cubicBezTo>
                <a:cubicBezTo>
                  <a:pt x="87814" y="30820"/>
                  <a:pt x="88372" y="32131"/>
                  <a:pt x="88930" y="32787"/>
                </a:cubicBezTo>
                <a:cubicBezTo>
                  <a:pt x="89488" y="33443"/>
                  <a:pt x="90233" y="33443"/>
                  <a:pt x="90977" y="33443"/>
                </a:cubicBezTo>
                <a:cubicBezTo>
                  <a:pt x="91907" y="33443"/>
                  <a:pt x="92837" y="32787"/>
                  <a:pt x="93395" y="30820"/>
                </a:cubicBezTo>
                <a:cubicBezTo>
                  <a:pt x="94140" y="29508"/>
                  <a:pt x="94326" y="26885"/>
                  <a:pt x="94326" y="23607"/>
                </a:cubicBezTo>
                <a:cubicBezTo>
                  <a:pt x="94326" y="20328"/>
                  <a:pt x="94140" y="18361"/>
                  <a:pt x="93581" y="16393"/>
                </a:cubicBezTo>
                <a:cubicBezTo>
                  <a:pt x="93395" y="15738"/>
                  <a:pt x="93209" y="15082"/>
                  <a:pt x="92837" y="15082"/>
                </a:cubicBezTo>
                <a:cubicBezTo>
                  <a:pt x="92651" y="14426"/>
                  <a:pt x="92279" y="14426"/>
                  <a:pt x="91907" y="13771"/>
                </a:cubicBezTo>
                <a:lnTo>
                  <a:pt x="91349" y="13771"/>
                </a:lnTo>
                <a:cubicBezTo>
                  <a:pt x="91349" y="13771"/>
                  <a:pt x="91349" y="13771"/>
                  <a:pt x="90791" y="13115"/>
                </a:cubicBezTo>
                <a:cubicBezTo>
                  <a:pt x="90419" y="13115"/>
                  <a:pt x="90047" y="13115"/>
                  <a:pt x="89860" y="11803"/>
                </a:cubicBezTo>
                <a:cubicBezTo>
                  <a:pt x="89674" y="11148"/>
                  <a:pt x="89674" y="10492"/>
                  <a:pt x="89674" y="9836"/>
                </a:cubicBezTo>
                <a:cubicBezTo>
                  <a:pt x="89674" y="8525"/>
                  <a:pt x="89674" y="7213"/>
                  <a:pt x="90047" y="6557"/>
                </a:cubicBezTo>
                <a:cubicBezTo>
                  <a:pt x="90233" y="5902"/>
                  <a:pt x="90605" y="5246"/>
                  <a:pt x="90977" y="5246"/>
                </a:cubicBezTo>
                <a:cubicBezTo>
                  <a:pt x="91349" y="5246"/>
                  <a:pt x="91721" y="5902"/>
                  <a:pt x="92093" y="5902"/>
                </a:cubicBezTo>
                <a:cubicBezTo>
                  <a:pt x="92465" y="6557"/>
                  <a:pt x="92651" y="7213"/>
                  <a:pt x="93023" y="7869"/>
                </a:cubicBezTo>
                <a:cubicBezTo>
                  <a:pt x="93023" y="7869"/>
                  <a:pt x="93023" y="7869"/>
                  <a:pt x="94140" y="3934"/>
                </a:cubicBezTo>
                <a:cubicBezTo>
                  <a:pt x="93767" y="2623"/>
                  <a:pt x="93395" y="1312"/>
                  <a:pt x="92837" y="656"/>
                </a:cubicBezTo>
                <a:cubicBezTo>
                  <a:pt x="92279" y="0"/>
                  <a:pt x="91721" y="0"/>
                  <a:pt x="91163" y="0"/>
                </a:cubicBezTo>
                <a:close/>
                <a:moveTo>
                  <a:pt x="99535" y="0"/>
                </a:moveTo>
                <a:cubicBezTo>
                  <a:pt x="98419" y="0"/>
                  <a:pt x="97674" y="1312"/>
                  <a:pt x="96930" y="3279"/>
                </a:cubicBezTo>
                <a:cubicBezTo>
                  <a:pt x="96558" y="5246"/>
                  <a:pt x="96186" y="6557"/>
                  <a:pt x="96186" y="8525"/>
                </a:cubicBezTo>
                <a:cubicBezTo>
                  <a:pt x="96000" y="10492"/>
                  <a:pt x="96000" y="13115"/>
                  <a:pt x="96000" y="17049"/>
                </a:cubicBezTo>
                <a:cubicBezTo>
                  <a:pt x="96000" y="20328"/>
                  <a:pt x="96000" y="22951"/>
                  <a:pt x="96186" y="24918"/>
                </a:cubicBezTo>
                <a:cubicBezTo>
                  <a:pt x="96186" y="26885"/>
                  <a:pt x="96558" y="28853"/>
                  <a:pt x="96930" y="30164"/>
                </a:cubicBezTo>
                <a:cubicBezTo>
                  <a:pt x="97674" y="32787"/>
                  <a:pt x="98419" y="33443"/>
                  <a:pt x="99535" y="33443"/>
                </a:cubicBezTo>
                <a:cubicBezTo>
                  <a:pt x="100279" y="33443"/>
                  <a:pt x="101209" y="32787"/>
                  <a:pt x="101767" y="30820"/>
                </a:cubicBezTo>
                <a:cubicBezTo>
                  <a:pt x="102326" y="29508"/>
                  <a:pt x="102698" y="26885"/>
                  <a:pt x="102884" y="22951"/>
                </a:cubicBezTo>
                <a:lnTo>
                  <a:pt x="101023" y="22951"/>
                </a:lnTo>
                <a:cubicBezTo>
                  <a:pt x="101023" y="24918"/>
                  <a:pt x="100837" y="25574"/>
                  <a:pt x="100465" y="26885"/>
                </a:cubicBezTo>
                <a:cubicBezTo>
                  <a:pt x="100279" y="27541"/>
                  <a:pt x="99907" y="28197"/>
                  <a:pt x="99535" y="28197"/>
                </a:cubicBezTo>
                <a:cubicBezTo>
                  <a:pt x="98977" y="28197"/>
                  <a:pt x="98605" y="27541"/>
                  <a:pt x="98233" y="26230"/>
                </a:cubicBezTo>
                <a:cubicBezTo>
                  <a:pt x="98233" y="25574"/>
                  <a:pt x="98047" y="25574"/>
                  <a:pt x="98047" y="24918"/>
                </a:cubicBezTo>
                <a:cubicBezTo>
                  <a:pt x="98047" y="24262"/>
                  <a:pt x="98047" y="24262"/>
                  <a:pt x="97860" y="23607"/>
                </a:cubicBezTo>
                <a:cubicBezTo>
                  <a:pt x="97860" y="22951"/>
                  <a:pt x="97860" y="21639"/>
                  <a:pt x="97860" y="20984"/>
                </a:cubicBezTo>
                <a:cubicBezTo>
                  <a:pt x="97860" y="19672"/>
                  <a:pt x="97860" y="18361"/>
                  <a:pt x="97860" y="17049"/>
                </a:cubicBezTo>
                <a:cubicBezTo>
                  <a:pt x="97860" y="15082"/>
                  <a:pt x="97860" y="13771"/>
                  <a:pt x="97860" y="12459"/>
                </a:cubicBezTo>
                <a:cubicBezTo>
                  <a:pt x="97860" y="11803"/>
                  <a:pt x="97860" y="11148"/>
                  <a:pt x="97860" y="10492"/>
                </a:cubicBezTo>
                <a:cubicBezTo>
                  <a:pt x="98047" y="9836"/>
                  <a:pt x="98047" y="9180"/>
                  <a:pt x="98047" y="8525"/>
                </a:cubicBezTo>
                <a:cubicBezTo>
                  <a:pt x="98047" y="7869"/>
                  <a:pt x="98233" y="7869"/>
                  <a:pt x="98233" y="7213"/>
                </a:cubicBezTo>
                <a:cubicBezTo>
                  <a:pt x="98605" y="6557"/>
                  <a:pt x="98977" y="5902"/>
                  <a:pt x="99535" y="5902"/>
                </a:cubicBezTo>
                <a:cubicBezTo>
                  <a:pt x="99907" y="5902"/>
                  <a:pt x="100279" y="5902"/>
                  <a:pt x="100465" y="7213"/>
                </a:cubicBezTo>
                <a:cubicBezTo>
                  <a:pt x="100837" y="7869"/>
                  <a:pt x="101023" y="9180"/>
                  <a:pt x="101023" y="10492"/>
                </a:cubicBezTo>
                <a:lnTo>
                  <a:pt x="102884" y="10492"/>
                </a:lnTo>
                <a:cubicBezTo>
                  <a:pt x="102698" y="7213"/>
                  <a:pt x="102326" y="4590"/>
                  <a:pt x="101767" y="2623"/>
                </a:cubicBezTo>
                <a:cubicBezTo>
                  <a:pt x="101209" y="656"/>
                  <a:pt x="100279" y="0"/>
                  <a:pt x="99535" y="0"/>
                </a:cubicBezTo>
                <a:close/>
                <a:moveTo>
                  <a:pt x="104744" y="0"/>
                </a:moveTo>
                <a:cubicBezTo>
                  <a:pt x="104744" y="0"/>
                  <a:pt x="104744" y="0"/>
                  <a:pt x="104744" y="33443"/>
                </a:cubicBezTo>
                <a:lnTo>
                  <a:pt x="106605" y="33443"/>
                </a:lnTo>
                <a:cubicBezTo>
                  <a:pt x="106605" y="33443"/>
                  <a:pt x="106605" y="33443"/>
                  <a:pt x="106605" y="19672"/>
                </a:cubicBezTo>
                <a:lnTo>
                  <a:pt x="109767" y="19672"/>
                </a:lnTo>
                <a:cubicBezTo>
                  <a:pt x="109767" y="19672"/>
                  <a:pt x="109767" y="19672"/>
                  <a:pt x="109767" y="33443"/>
                </a:cubicBezTo>
                <a:lnTo>
                  <a:pt x="111628" y="33443"/>
                </a:lnTo>
                <a:cubicBezTo>
                  <a:pt x="111628" y="33443"/>
                  <a:pt x="111628" y="33443"/>
                  <a:pt x="111628" y="0"/>
                </a:cubicBezTo>
                <a:lnTo>
                  <a:pt x="109767" y="0"/>
                </a:lnTo>
                <a:cubicBezTo>
                  <a:pt x="109767" y="0"/>
                  <a:pt x="109767" y="0"/>
                  <a:pt x="109767" y="13771"/>
                </a:cubicBezTo>
                <a:lnTo>
                  <a:pt x="106605" y="13771"/>
                </a:lnTo>
                <a:cubicBezTo>
                  <a:pt x="106605" y="13771"/>
                  <a:pt x="106605" y="13771"/>
                  <a:pt x="106605" y="0"/>
                </a:cubicBezTo>
                <a:close/>
                <a:moveTo>
                  <a:pt x="114047" y="0"/>
                </a:moveTo>
                <a:cubicBezTo>
                  <a:pt x="114047" y="0"/>
                  <a:pt x="114047" y="0"/>
                  <a:pt x="114047" y="33443"/>
                </a:cubicBezTo>
                <a:lnTo>
                  <a:pt x="120186" y="33443"/>
                </a:lnTo>
                <a:cubicBezTo>
                  <a:pt x="120186" y="33443"/>
                  <a:pt x="120186" y="33443"/>
                  <a:pt x="120186" y="27541"/>
                </a:cubicBezTo>
                <a:lnTo>
                  <a:pt x="115721" y="27541"/>
                </a:lnTo>
                <a:cubicBezTo>
                  <a:pt x="115721" y="27541"/>
                  <a:pt x="115721" y="27541"/>
                  <a:pt x="115721" y="19672"/>
                </a:cubicBezTo>
                <a:lnTo>
                  <a:pt x="119628" y="19672"/>
                </a:lnTo>
                <a:cubicBezTo>
                  <a:pt x="119628" y="19672"/>
                  <a:pt x="119628" y="19672"/>
                  <a:pt x="119628" y="13771"/>
                </a:cubicBezTo>
                <a:lnTo>
                  <a:pt x="115721" y="13771"/>
                </a:lnTo>
                <a:cubicBezTo>
                  <a:pt x="115721" y="13771"/>
                  <a:pt x="115721" y="13771"/>
                  <a:pt x="115721" y="5902"/>
                </a:cubicBezTo>
                <a:lnTo>
                  <a:pt x="120186" y="5902"/>
                </a:lnTo>
                <a:cubicBezTo>
                  <a:pt x="120186" y="5902"/>
                  <a:pt x="120186" y="5902"/>
                  <a:pt x="120186" y="0"/>
                </a:cubicBezTo>
                <a:close/>
                <a:moveTo>
                  <a:pt x="106419" y="38689"/>
                </a:moveTo>
                <a:cubicBezTo>
                  <a:pt x="106419" y="38689"/>
                  <a:pt x="106419" y="38689"/>
                  <a:pt x="106419" y="44590"/>
                </a:cubicBezTo>
                <a:lnTo>
                  <a:pt x="108093" y="44590"/>
                </a:lnTo>
                <a:cubicBezTo>
                  <a:pt x="108093" y="44590"/>
                  <a:pt x="108093" y="44590"/>
                  <a:pt x="108093" y="38689"/>
                </a:cubicBezTo>
                <a:close/>
                <a:moveTo>
                  <a:pt x="110884" y="38689"/>
                </a:moveTo>
                <a:cubicBezTo>
                  <a:pt x="110884" y="44590"/>
                  <a:pt x="110884" y="44590"/>
                  <a:pt x="110884" y="44590"/>
                </a:cubicBezTo>
                <a:lnTo>
                  <a:pt x="112558" y="44590"/>
                </a:lnTo>
                <a:cubicBezTo>
                  <a:pt x="112558" y="38689"/>
                  <a:pt x="112558" y="38689"/>
                  <a:pt x="112558" y="38689"/>
                </a:cubicBezTo>
                <a:close/>
                <a:moveTo>
                  <a:pt x="82233" y="50492"/>
                </a:moveTo>
                <a:cubicBezTo>
                  <a:pt x="82605" y="50492"/>
                  <a:pt x="82977" y="51148"/>
                  <a:pt x="83163" y="51803"/>
                </a:cubicBezTo>
                <a:cubicBezTo>
                  <a:pt x="83535" y="52459"/>
                  <a:pt x="83535" y="53771"/>
                  <a:pt x="83535" y="55082"/>
                </a:cubicBezTo>
                <a:cubicBezTo>
                  <a:pt x="83535" y="56393"/>
                  <a:pt x="83535" y="57049"/>
                  <a:pt x="83163" y="58361"/>
                </a:cubicBezTo>
                <a:cubicBezTo>
                  <a:pt x="82977" y="59016"/>
                  <a:pt x="82605" y="59016"/>
                  <a:pt x="82233" y="59016"/>
                </a:cubicBezTo>
                <a:lnTo>
                  <a:pt x="80558" y="59016"/>
                </a:lnTo>
                <a:cubicBezTo>
                  <a:pt x="80558" y="59016"/>
                  <a:pt x="80558" y="59016"/>
                  <a:pt x="80558" y="50492"/>
                </a:cubicBezTo>
                <a:close/>
                <a:moveTo>
                  <a:pt x="109395" y="54426"/>
                </a:moveTo>
                <a:lnTo>
                  <a:pt x="110698" y="66885"/>
                </a:lnTo>
                <a:lnTo>
                  <a:pt x="108279" y="66885"/>
                </a:lnTo>
                <a:cubicBezTo>
                  <a:pt x="108279" y="66885"/>
                  <a:pt x="108279" y="66885"/>
                  <a:pt x="109395" y="54426"/>
                </a:cubicBezTo>
                <a:close/>
                <a:moveTo>
                  <a:pt x="40186" y="44590"/>
                </a:moveTo>
                <a:cubicBezTo>
                  <a:pt x="40186" y="44590"/>
                  <a:pt x="40186" y="44590"/>
                  <a:pt x="40186" y="66885"/>
                </a:cubicBezTo>
                <a:cubicBezTo>
                  <a:pt x="40186" y="68197"/>
                  <a:pt x="40186" y="70164"/>
                  <a:pt x="40372" y="71475"/>
                </a:cubicBezTo>
                <a:cubicBezTo>
                  <a:pt x="40558" y="72787"/>
                  <a:pt x="40744" y="74098"/>
                  <a:pt x="41116" y="74754"/>
                </a:cubicBezTo>
                <a:cubicBezTo>
                  <a:pt x="41488" y="76066"/>
                  <a:pt x="41860" y="76721"/>
                  <a:pt x="42233" y="77377"/>
                </a:cubicBezTo>
                <a:cubicBezTo>
                  <a:pt x="42605" y="78033"/>
                  <a:pt x="43163" y="78033"/>
                  <a:pt x="43535" y="78033"/>
                </a:cubicBezTo>
                <a:cubicBezTo>
                  <a:pt x="44093" y="78033"/>
                  <a:pt x="44465" y="78033"/>
                  <a:pt x="45023" y="77377"/>
                </a:cubicBezTo>
                <a:cubicBezTo>
                  <a:pt x="45395" y="76721"/>
                  <a:pt x="45767" y="76066"/>
                  <a:pt x="46140" y="74754"/>
                </a:cubicBezTo>
                <a:cubicBezTo>
                  <a:pt x="46326" y="74098"/>
                  <a:pt x="46698" y="72787"/>
                  <a:pt x="46884" y="71475"/>
                </a:cubicBezTo>
                <a:cubicBezTo>
                  <a:pt x="47070" y="70164"/>
                  <a:pt x="47070" y="68197"/>
                  <a:pt x="47070" y="66885"/>
                </a:cubicBezTo>
                <a:cubicBezTo>
                  <a:pt x="47070" y="66885"/>
                  <a:pt x="47070" y="66885"/>
                  <a:pt x="47070" y="44590"/>
                </a:cubicBezTo>
                <a:lnTo>
                  <a:pt x="45209" y="44590"/>
                </a:lnTo>
                <a:cubicBezTo>
                  <a:pt x="45209" y="44590"/>
                  <a:pt x="45209" y="44590"/>
                  <a:pt x="45209" y="66230"/>
                </a:cubicBezTo>
                <a:cubicBezTo>
                  <a:pt x="45209" y="68197"/>
                  <a:pt x="45023" y="69508"/>
                  <a:pt x="44837" y="70820"/>
                </a:cubicBezTo>
                <a:cubicBezTo>
                  <a:pt x="44465" y="72131"/>
                  <a:pt x="44093" y="72787"/>
                  <a:pt x="43535" y="72787"/>
                </a:cubicBezTo>
                <a:cubicBezTo>
                  <a:pt x="43163" y="72787"/>
                  <a:pt x="42791" y="72131"/>
                  <a:pt x="42419" y="70820"/>
                </a:cubicBezTo>
                <a:cubicBezTo>
                  <a:pt x="42047" y="69508"/>
                  <a:pt x="42047" y="68197"/>
                  <a:pt x="42047" y="66230"/>
                </a:cubicBezTo>
                <a:cubicBezTo>
                  <a:pt x="42047" y="66230"/>
                  <a:pt x="42047" y="66230"/>
                  <a:pt x="42047" y="44590"/>
                </a:cubicBezTo>
                <a:close/>
                <a:moveTo>
                  <a:pt x="49116" y="44590"/>
                </a:moveTo>
                <a:cubicBezTo>
                  <a:pt x="49116" y="44590"/>
                  <a:pt x="49116" y="44590"/>
                  <a:pt x="49116" y="78033"/>
                </a:cubicBezTo>
                <a:lnTo>
                  <a:pt x="50977" y="78033"/>
                </a:lnTo>
                <a:cubicBezTo>
                  <a:pt x="50977" y="78033"/>
                  <a:pt x="50977" y="78033"/>
                  <a:pt x="50977" y="57705"/>
                </a:cubicBezTo>
                <a:cubicBezTo>
                  <a:pt x="50977" y="57705"/>
                  <a:pt x="50977" y="57705"/>
                  <a:pt x="54884" y="78033"/>
                </a:cubicBezTo>
                <a:lnTo>
                  <a:pt x="56372" y="78033"/>
                </a:lnTo>
                <a:cubicBezTo>
                  <a:pt x="56372" y="78033"/>
                  <a:pt x="56372" y="78033"/>
                  <a:pt x="56372" y="44590"/>
                </a:cubicBezTo>
                <a:lnTo>
                  <a:pt x="54512" y="44590"/>
                </a:lnTo>
                <a:cubicBezTo>
                  <a:pt x="54512" y="44590"/>
                  <a:pt x="54512" y="44590"/>
                  <a:pt x="54512" y="64918"/>
                </a:cubicBezTo>
                <a:cubicBezTo>
                  <a:pt x="54512" y="64918"/>
                  <a:pt x="54512" y="64918"/>
                  <a:pt x="50791" y="44590"/>
                </a:cubicBezTo>
                <a:close/>
                <a:moveTo>
                  <a:pt x="58791" y="44590"/>
                </a:moveTo>
                <a:cubicBezTo>
                  <a:pt x="58791" y="44590"/>
                  <a:pt x="58791" y="44590"/>
                  <a:pt x="58791" y="78033"/>
                </a:cubicBezTo>
                <a:lnTo>
                  <a:pt x="60651" y="78033"/>
                </a:lnTo>
                <a:cubicBezTo>
                  <a:pt x="60651" y="78033"/>
                  <a:pt x="60651" y="78033"/>
                  <a:pt x="60651" y="44590"/>
                </a:cubicBezTo>
                <a:close/>
                <a:moveTo>
                  <a:pt x="61767" y="44590"/>
                </a:moveTo>
                <a:cubicBezTo>
                  <a:pt x="61767" y="44590"/>
                  <a:pt x="61767" y="44590"/>
                  <a:pt x="64930" y="78033"/>
                </a:cubicBezTo>
                <a:lnTo>
                  <a:pt x="66233" y="78033"/>
                </a:lnTo>
                <a:lnTo>
                  <a:pt x="69395" y="44590"/>
                </a:lnTo>
                <a:lnTo>
                  <a:pt x="67535" y="44590"/>
                </a:lnTo>
                <a:cubicBezTo>
                  <a:pt x="67535" y="44590"/>
                  <a:pt x="67535" y="44590"/>
                  <a:pt x="65488" y="66230"/>
                </a:cubicBezTo>
                <a:cubicBezTo>
                  <a:pt x="65488" y="66230"/>
                  <a:pt x="65488" y="66230"/>
                  <a:pt x="63628" y="44590"/>
                </a:cubicBezTo>
                <a:close/>
                <a:moveTo>
                  <a:pt x="70512" y="44590"/>
                </a:moveTo>
                <a:cubicBezTo>
                  <a:pt x="70512" y="44590"/>
                  <a:pt x="70512" y="44590"/>
                  <a:pt x="70512" y="78033"/>
                </a:cubicBezTo>
                <a:lnTo>
                  <a:pt x="76837" y="78033"/>
                </a:lnTo>
                <a:cubicBezTo>
                  <a:pt x="76837" y="78033"/>
                  <a:pt x="76837" y="78033"/>
                  <a:pt x="76837" y="72131"/>
                </a:cubicBezTo>
                <a:lnTo>
                  <a:pt x="72372" y="72131"/>
                </a:lnTo>
                <a:cubicBezTo>
                  <a:pt x="72372" y="72131"/>
                  <a:pt x="72372" y="72131"/>
                  <a:pt x="72372" y="64262"/>
                </a:cubicBezTo>
                <a:lnTo>
                  <a:pt x="76093" y="64262"/>
                </a:lnTo>
                <a:cubicBezTo>
                  <a:pt x="76093" y="64262"/>
                  <a:pt x="76093" y="64262"/>
                  <a:pt x="76093" y="58361"/>
                </a:cubicBezTo>
                <a:lnTo>
                  <a:pt x="72372" y="58361"/>
                </a:lnTo>
                <a:cubicBezTo>
                  <a:pt x="72372" y="58361"/>
                  <a:pt x="72372" y="58361"/>
                  <a:pt x="72372" y="50492"/>
                </a:cubicBezTo>
                <a:lnTo>
                  <a:pt x="76837" y="50492"/>
                </a:lnTo>
                <a:cubicBezTo>
                  <a:pt x="76837" y="50492"/>
                  <a:pt x="76837" y="50492"/>
                  <a:pt x="76837" y="44590"/>
                </a:cubicBezTo>
                <a:close/>
                <a:moveTo>
                  <a:pt x="78698" y="44590"/>
                </a:moveTo>
                <a:cubicBezTo>
                  <a:pt x="78698" y="44590"/>
                  <a:pt x="78698" y="44590"/>
                  <a:pt x="78698" y="78033"/>
                </a:cubicBezTo>
                <a:lnTo>
                  <a:pt x="80558" y="78033"/>
                </a:lnTo>
                <a:cubicBezTo>
                  <a:pt x="80558" y="78033"/>
                  <a:pt x="80558" y="78033"/>
                  <a:pt x="80558" y="64918"/>
                </a:cubicBezTo>
                <a:lnTo>
                  <a:pt x="81860" y="64918"/>
                </a:lnTo>
                <a:cubicBezTo>
                  <a:pt x="81860" y="64918"/>
                  <a:pt x="81860" y="64918"/>
                  <a:pt x="83721" y="78033"/>
                </a:cubicBezTo>
                <a:lnTo>
                  <a:pt x="85767" y="78033"/>
                </a:lnTo>
                <a:cubicBezTo>
                  <a:pt x="85767" y="78033"/>
                  <a:pt x="85767" y="78033"/>
                  <a:pt x="83721" y="63607"/>
                </a:cubicBezTo>
                <a:cubicBezTo>
                  <a:pt x="84279" y="62951"/>
                  <a:pt x="84651" y="61639"/>
                  <a:pt x="85023" y="60328"/>
                </a:cubicBezTo>
                <a:cubicBezTo>
                  <a:pt x="85395" y="59016"/>
                  <a:pt x="85395" y="57049"/>
                  <a:pt x="85395" y="55082"/>
                </a:cubicBezTo>
                <a:cubicBezTo>
                  <a:pt x="85395" y="53771"/>
                  <a:pt x="85395" y="52459"/>
                  <a:pt x="85209" y="51148"/>
                </a:cubicBezTo>
                <a:cubicBezTo>
                  <a:pt x="85209" y="49836"/>
                  <a:pt x="84837" y="48525"/>
                  <a:pt x="84651" y="47869"/>
                </a:cubicBezTo>
                <a:cubicBezTo>
                  <a:pt x="84465" y="46557"/>
                  <a:pt x="84093" y="45902"/>
                  <a:pt x="83721" y="45246"/>
                </a:cubicBezTo>
                <a:cubicBezTo>
                  <a:pt x="83349" y="44590"/>
                  <a:pt x="82791" y="44590"/>
                  <a:pt x="82419" y="44590"/>
                </a:cubicBezTo>
                <a:close/>
                <a:moveTo>
                  <a:pt x="90233" y="44590"/>
                </a:moveTo>
                <a:cubicBezTo>
                  <a:pt x="89302" y="44590"/>
                  <a:pt x="88372" y="45246"/>
                  <a:pt x="87814" y="47213"/>
                </a:cubicBezTo>
                <a:cubicBezTo>
                  <a:pt x="87256" y="49180"/>
                  <a:pt x="86884" y="51148"/>
                  <a:pt x="86884" y="54426"/>
                </a:cubicBezTo>
                <a:cubicBezTo>
                  <a:pt x="86884" y="57049"/>
                  <a:pt x="87256" y="59672"/>
                  <a:pt x="87628" y="60984"/>
                </a:cubicBezTo>
                <a:cubicBezTo>
                  <a:pt x="88000" y="62295"/>
                  <a:pt x="88744" y="63607"/>
                  <a:pt x="89488" y="63607"/>
                </a:cubicBezTo>
                <a:cubicBezTo>
                  <a:pt x="89488" y="63607"/>
                  <a:pt x="89488" y="63607"/>
                  <a:pt x="90047" y="64262"/>
                </a:cubicBezTo>
                <a:lnTo>
                  <a:pt x="90605" y="64262"/>
                </a:lnTo>
                <a:cubicBezTo>
                  <a:pt x="90977" y="64918"/>
                  <a:pt x="91349" y="64918"/>
                  <a:pt x="91535" y="65574"/>
                </a:cubicBezTo>
                <a:cubicBezTo>
                  <a:pt x="91721" y="66230"/>
                  <a:pt x="91721" y="66885"/>
                  <a:pt x="91721" y="68197"/>
                </a:cubicBezTo>
                <a:cubicBezTo>
                  <a:pt x="91721" y="70820"/>
                  <a:pt x="91163" y="72787"/>
                  <a:pt x="90047" y="72787"/>
                </a:cubicBezTo>
                <a:cubicBezTo>
                  <a:pt x="89674" y="72787"/>
                  <a:pt x="89116" y="72131"/>
                  <a:pt x="88744" y="72131"/>
                </a:cubicBezTo>
                <a:cubicBezTo>
                  <a:pt x="88372" y="71475"/>
                  <a:pt x="88000" y="70820"/>
                  <a:pt x="87814" y="69508"/>
                </a:cubicBezTo>
                <a:cubicBezTo>
                  <a:pt x="87814" y="69508"/>
                  <a:pt x="87814" y="69508"/>
                  <a:pt x="86512" y="74098"/>
                </a:cubicBezTo>
                <a:cubicBezTo>
                  <a:pt x="87070" y="75410"/>
                  <a:pt x="87628" y="76721"/>
                  <a:pt x="88186" y="77377"/>
                </a:cubicBezTo>
                <a:cubicBezTo>
                  <a:pt x="88558" y="78033"/>
                  <a:pt x="89302" y="78033"/>
                  <a:pt x="90047" y="78033"/>
                </a:cubicBezTo>
                <a:cubicBezTo>
                  <a:pt x="90977" y="78033"/>
                  <a:pt x="91907" y="77377"/>
                  <a:pt x="92651" y="75410"/>
                </a:cubicBezTo>
                <a:cubicBezTo>
                  <a:pt x="93209" y="74098"/>
                  <a:pt x="93581" y="71475"/>
                  <a:pt x="93581" y="68197"/>
                </a:cubicBezTo>
                <a:cubicBezTo>
                  <a:pt x="93581" y="64918"/>
                  <a:pt x="93395" y="62951"/>
                  <a:pt x="92837" y="60984"/>
                </a:cubicBezTo>
                <a:cubicBezTo>
                  <a:pt x="92651" y="60328"/>
                  <a:pt x="92279" y="59672"/>
                  <a:pt x="92093" y="59672"/>
                </a:cubicBezTo>
                <a:cubicBezTo>
                  <a:pt x="91721" y="59016"/>
                  <a:pt x="91349" y="59016"/>
                  <a:pt x="90977" y="58361"/>
                </a:cubicBezTo>
                <a:lnTo>
                  <a:pt x="90419" y="58361"/>
                </a:lnTo>
                <a:cubicBezTo>
                  <a:pt x="90419" y="58361"/>
                  <a:pt x="90419" y="58361"/>
                  <a:pt x="89860" y="57705"/>
                </a:cubicBezTo>
                <a:cubicBezTo>
                  <a:pt x="89488" y="57705"/>
                  <a:pt x="89302" y="57049"/>
                  <a:pt x="89116" y="56393"/>
                </a:cubicBezTo>
                <a:cubicBezTo>
                  <a:pt x="88744" y="55738"/>
                  <a:pt x="88744" y="55082"/>
                  <a:pt x="88744" y="54426"/>
                </a:cubicBezTo>
                <a:cubicBezTo>
                  <a:pt x="88744" y="53115"/>
                  <a:pt x="88930" y="51803"/>
                  <a:pt x="89116" y="51148"/>
                </a:cubicBezTo>
                <a:cubicBezTo>
                  <a:pt x="89302" y="50492"/>
                  <a:pt x="89674" y="49836"/>
                  <a:pt x="90233" y="49836"/>
                </a:cubicBezTo>
                <a:cubicBezTo>
                  <a:pt x="90605" y="49836"/>
                  <a:pt x="90977" y="50492"/>
                  <a:pt x="91349" y="50492"/>
                </a:cubicBezTo>
                <a:cubicBezTo>
                  <a:pt x="91535" y="50492"/>
                  <a:pt x="91907" y="51148"/>
                  <a:pt x="92093" y="52459"/>
                </a:cubicBezTo>
                <a:cubicBezTo>
                  <a:pt x="92093" y="52459"/>
                  <a:pt x="92093" y="52459"/>
                  <a:pt x="93395" y="48525"/>
                </a:cubicBezTo>
                <a:cubicBezTo>
                  <a:pt x="92837" y="46557"/>
                  <a:pt x="92465" y="45902"/>
                  <a:pt x="91907" y="45246"/>
                </a:cubicBezTo>
                <a:cubicBezTo>
                  <a:pt x="91535" y="44590"/>
                  <a:pt x="90977" y="44590"/>
                  <a:pt x="90233" y="44590"/>
                </a:cubicBezTo>
                <a:close/>
                <a:moveTo>
                  <a:pt x="95256" y="44590"/>
                </a:moveTo>
                <a:cubicBezTo>
                  <a:pt x="95256" y="44590"/>
                  <a:pt x="95256" y="44590"/>
                  <a:pt x="95256" y="78033"/>
                </a:cubicBezTo>
                <a:lnTo>
                  <a:pt x="97116" y="78033"/>
                </a:lnTo>
                <a:cubicBezTo>
                  <a:pt x="97116" y="78033"/>
                  <a:pt x="97116" y="78033"/>
                  <a:pt x="97116" y="44590"/>
                </a:cubicBezTo>
                <a:close/>
                <a:moveTo>
                  <a:pt x="98791" y="44590"/>
                </a:moveTo>
                <a:cubicBezTo>
                  <a:pt x="98791" y="44590"/>
                  <a:pt x="98791" y="44590"/>
                  <a:pt x="98791" y="50492"/>
                </a:cubicBezTo>
                <a:lnTo>
                  <a:pt x="101209" y="50492"/>
                </a:lnTo>
                <a:cubicBezTo>
                  <a:pt x="101209" y="50492"/>
                  <a:pt x="101209" y="50492"/>
                  <a:pt x="101209" y="78033"/>
                </a:cubicBezTo>
                <a:lnTo>
                  <a:pt x="103070" y="78033"/>
                </a:lnTo>
                <a:cubicBezTo>
                  <a:pt x="103070" y="78033"/>
                  <a:pt x="103070" y="78033"/>
                  <a:pt x="103070" y="50492"/>
                </a:cubicBezTo>
                <a:lnTo>
                  <a:pt x="105488" y="50492"/>
                </a:lnTo>
                <a:cubicBezTo>
                  <a:pt x="105488" y="50492"/>
                  <a:pt x="105488" y="50492"/>
                  <a:pt x="105488" y="44590"/>
                </a:cubicBezTo>
                <a:close/>
                <a:moveTo>
                  <a:pt x="108651" y="44590"/>
                </a:moveTo>
                <a:cubicBezTo>
                  <a:pt x="108651" y="44590"/>
                  <a:pt x="108651" y="44590"/>
                  <a:pt x="105302" y="78033"/>
                </a:cubicBezTo>
                <a:lnTo>
                  <a:pt x="107163" y="78033"/>
                </a:lnTo>
                <a:cubicBezTo>
                  <a:pt x="107163" y="78033"/>
                  <a:pt x="107163" y="78033"/>
                  <a:pt x="107721" y="72131"/>
                </a:cubicBezTo>
                <a:lnTo>
                  <a:pt x="111070" y="72131"/>
                </a:lnTo>
                <a:cubicBezTo>
                  <a:pt x="111070" y="72131"/>
                  <a:pt x="111070" y="72131"/>
                  <a:pt x="111628" y="78033"/>
                </a:cubicBezTo>
                <a:lnTo>
                  <a:pt x="113674" y="78033"/>
                </a:lnTo>
                <a:cubicBezTo>
                  <a:pt x="113674" y="78033"/>
                  <a:pt x="113674" y="78033"/>
                  <a:pt x="110140" y="44590"/>
                </a:cubicBezTo>
                <a:close/>
                <a:moveTo>
                  <a:pt x="113302" y="44590"/>
                </a:moveTo>
                <a:cubicBezTo>
                  <a:pt x="113302" y="44590"/>
                  <a:pt x="113302" y="44590"/>
                  <a:pt x="113302" y="50492"/>
                </a:cubicBezTo>
                <a:lnTo>
                  <a:pt x="115721" y="50492"/>
                </a:lnTo>
                <a:cubicBezTo>
                  <a:pt x="115721" y="50492"/>
                  <a:pt x="115721" y="50492"/>
                  <a:pt x="115721" y="78033"/>
                </a:cubicBezTo>
                <a:lnTo>
                  <a:pt x="117581" y="78033"/>
                </a:lnTo>
                <a:cubicBezTo>
                  <a:pt x="117581" y="78033"/>
                  <a:pt x="117581" y="78033"/>
                  <a:pt x="117581" y="50492"/>
                </a:cubicBezTo>
                <a:lnTo>
                  <a:pt x="120186" y="50492"/>
                </a:lnTo>
                <a:cubicBezTo>
                  <a:pt x="120186" y="50492"/>
                  <a:pt x="120186" y="50492"/>
                  <a:pt x="120186" y="44590"/>
                </a:cubicBezTo>
                <a:close/>
                <a:moveTo>
                  <a:pt x="22884" y="11148"/>
                </a:moveTo>
                <a:cubicBezTo>
                  <a:pt x="31256" y="40656"/>
                  <a:pt x="31256" y="40656"/>
                  <a:pt x="31256" y="40656"/>
                </a:cubicBezTo>
                <a:lnTo>
                  <a:pt x="21023" y="40656"/>
                </a:lnTo>
                <a:cubicBezTo>
                  <a:pt x="21023" y="80000"/>
                  <a:pt x="21023" y="80000"/>
                  <a:pt x="21023" y="80000"/>
                </a:cubicBezTo>
                <a:lnTo>
                  <a:pt x="13581" y="80000"/>
                </a:lnTo>
                <a:cubicBezTo>
                  <a:pt x="13581" y="40656"/>
                  <a:pt x="13581" y="40656"/>
                  <a:pt x="13581" y="40656"/>
                </a:cubicBezTo>
                <a:lnTo>
                  <a:pt x="3349" y="40656"/>
                </a:lnTo>
                <a:cubicBezTo>
                  <a:pt x="11721" y="11148"/>
                  <a:pt x="11721" y="11148"/>
                  <a:pt x="11721" y="11148"/>
                </a:cubicBezTo>
                <a:close/>
                <a:moveTo>
                  <a:pt x="11349" y="7869"/>
                </a:moveTo>
                <a:cubicBezTo>
                  <a:pt x="2047" y="40000"/>
                  <a:pt x="2047" y="40000"/>
                  <a:pt x="2047" y="40000"/>
                </a:cubicBezTo>
                <a:cubicBezTo>
                  <a:pt x="2047" y="44590"/>
                  <a:pt x="2047" y="44590"/>
                  <a:pt x="2047" y="44590"/>
                </a:cubicBezTo>
                <a:lnTo>
                  <a:pt x="12651" y="44590"/>
                </a:lnTo>
                <a:cubicBezTo>
                  <a:pt x="12651" y="83279"/>
                  <a:pt x="12651" y="83279"/>
                  <a:pt x="12651" y="83279"/>
                </a:cubicBezTo>
                <a:lnTo>
                  <a:pt x="22140" y="83279"/>
                </a:lnTo>
                <a:cubicBezTo>
                  <a:pt x="22140" y="44590"/>
                  <a:pt x="22140" y="44590"/>
                  <a:pt x="22140" y="44590"/>
                </a:cubicBezTo>
                <a:lnTo>
                  <a:pt x="32558" y="44590"/>
                </a:lnTo>
                <a:cubicBezTo>
                  <a:pt x="32558" y="40000"/>
                  <a:pt x="32558" y="40000"/>
                  <a:pt x="32558" y="40000"/>
                </a:cubicBezTo>
                <a:cubicBezTo>
                  <a:pt x="23256" y="7869"/>
                  <a:pt x="23256" y="7869"/>
                  <a:pt x="23256" y="7869"/>
                </a:cubicBezTo>
                <a:close/>
                <a:moveTo>
                  <a:pt x="52465" y="95082"/>
                </a:moveTo>
                <a:cubicBezTo>
                  <a:pt x="53023" y="95082"/>
                  <a:pt x="53209" y="95082"/>
                  <a:pt x="53581" y="96393"/>
                </a:cubicBezTo>
                <a:cubicBezTo>
                  <a:pt x="53767" y="97049"/>
                  <a:pt x="53953" y="98361"/>
                  <a:pt x="53953" y="99672"/>
                </a:cubicBezTo>
                <a:cubicBezTo>
                  <a:pt x="53953" y="100984"/>
                  <a:pt x="53767" y="101639"/>
                  <a:pt x="53581" y="102295"/>
                </a:cubicBezTo>
                <a:cubicBezTo>
                  <a:pt x="53209" y="103607"/>
                  <a:pt x="53023" y="103607"/>
                  <a:pt x="52465" y="103607"/>
                </a:cubicBezTo>
                <a:lnTo>
                  <a:pt x="50791" y="103607"/>
                </a:lnTo>
                <a:cubicBezTo>
                  <a:pt x="50791" y="103607"/>
                  <a:pt x="50791" y="103607"/>
                  <a:pt x="50791" y="95082"/>
                </a:cubicBezTo>
                <a:close/>
                <a:moveTo>
                  <a:pt x="31442" y="51803"/>
                </a:moveTo>
                <a:cubicBezTo>
                  <a:pt x="31442" y="51803"/>
                  <a:pt x="31442" y="51803"/>
                  <a:pt x="31442" y="81312"/>
                </a:cubicBezTo>
                <a:cubicBezTo>
                  <a:pt x="31442" y="81312"/>
                  <a:pt x="31442" y="81312"/>
                  <a:pt x="22884" y="111475"/>
                </a:cubicBezTo>
                <a:lnTo>
                  <a:pt x="11721" y="111475"/>
                </a:lnTo>
                <a:cubicBezTo>
                  <a:pt x="11721" y="111475"/>
                  <a:pt x="11721" y="111475"/>
                  <a:pt x="3163" y="81312"/>
                </a:cubicBezTo>
                <a:cubicBezTo>
                  <a:pt x="3163" y="81312"/>
                  <a:pt x="3163" y="81312"/>
                  <a:pt x="3163" y="51803"/>
                </a:cubicBezTo>
                <a:lnTo>
                  <a:pt x="10419" y="51803"/>
                </a:lnTo>
                <a:cubicBezTo>
                  <a:pt x="10419" y="51803"/>
                  <a:pt x="10419" y="51803"/>
                  <a:pt x="10419" y="91148"/>
                </a:cubicBezTo>
                <a:lnTo>
                  <a:pt x="24186" y="91148"/>
                </a:lnTo>
                <a:cubicBezTo>
                  <a:pt x="24186" y="91148"/>
                  <a:pt x="24186" y="91148"/>
                  <a:pt x="24186" y="51803"/>
                </a:cubicBezTo>
                <a:close/>
                <a:moveTo>
                  <a:pt x="2047" y="48525"/>
                </a:moveTo>
                <a:cubicBezTo>
                  <a:pt x="2047" y="48525"/>
                  <a:pt x="2047" y="48525"/>
                  <a:pt x="2047" y="82623"/>
                </a:cubicBezTo>
                <a:cubicBezTo>
                  <a:pt x="2047" y="82623"/>
                  <a:pt x="2047" y="82623"/>
                  <a:pt x="11349" y="114754"/>
                </a:cubicBezTo>
                <a:lnTo>
                  <a:pt x="23256" y="114754"/>
                </a:lnTo>
                <a:cubicBezTo>
                  <a:pt x="23256" y="114754"/>
                  <a:pt x="23256" y="114754"/>
                  <a:pt x="32558" y="82623"/>
                </a:cubicBezTo>
                <a:cubicBezTo>
                  <a:pt x="32558" y="82623"/>
                  <a:pt x="32558" y="82623"/>
                  <a:pt x="32558" y="48525"/>
                </a:cubicBezTo>
                <a:lnTo>
                  <a:pt x="23070" y="48525"/>
                </a:lnTo>
                <a:cubicBezTo>
                  <a:pt x="23070" y="48525"/>
                  <a:pt x="23070" y="48525"/>
                  <a:pt x="23070" y="87213"/>
                </a:cubicBezTo>
                <a:lnTo>
                  <a:pt x="11535" y="87213"/>
                </a:lnTo>
                <a:cubicBezTo>
                  <a:pt x="11535" y="87213"/>
                  <a:pt x="11535" y="87213"/>
                  <a:pt x="11535" y="48525"/>
                </a:cubicBezTo>
                <a:close/>
                <a:moveTo>
                  <a:pt x="43349" y="95082"/>
                </a:moveTo>
                <a:cubicBezTo>
                  <a:pt x="43907" y="95082"/>
                  <a:pt x="44465" y="95738"/>
                  <a:pt x="44837" y="97049"/>
                </a:cubicBezTo>
                <a:cubicBezTo>
                  <a:pt x="44837" y="97705"/>
                  <a:pt x="45023" y="99016"/>
                  <a:pt x="45023" y="99672"/>
                </a:cubicBezTo>
                <a:cubicBezTo>
                  <a:pt x="45209" y="100984"/>
                  <a:pt x="45209" y="102951"/>
                  <a:pt x="45209" y="105574"/>
                </a:cubicBezTo>
                <a:cubicBezTo>
                  <a:pt x="45209" y="108197"/>
                  <a:pt x="45209" y="110164"/>
                  <a:pt x="45023" y="111475"/>
                </a:cubicBezTo>
                <a:cubicBezTo>
                  <a:pt x="45023" y="112787"/>
                  <a:pt x="44837" y="114098"/>
                  <a:pt x="44837" y="114754"/>
                </a:cubicBezTo>
                <a:cubicBezTo>
                  <a:pt x="44465" y="116066"/>
                  <a:pt x="43907" y="116721"/>
                  <a:pt x="43349" y="116721"/>
                </a:cubicBezTo>
                <a:lnTo>
                  <a:pt x="42047" y="116721"/>
                </a:lnTo>
                <a:cubicBezTo>
                  <a:pt x="42047" y="116721"/>
                  <a:pt x="42047" y="116721"/>
                  <a:pt x="42047" y="95082"/>
                </a:cubicBezTo>
                <a:close/>
                <a:moveTo>
                  <a:pt x="77023" y="95082"/>
                </a:moveTo>
                <a:cubicBezTo>
                  <a:pt x="77581" y="95082"/>
                  <a:pt x="77953" y="95738"/>
                  <a:pt x="78326" y="97049"/>
                </a:cubicBezTo>
                <a:cubicBezTo>
                  <a:pt x="78512" y="97705"/>
                  <a:pt x="78512" y="99016"/>
                  <a:pt x="78698" y="99672"/>
                </a:cubicBezTo>
                <a:cubicBezTo>
                  <a:pt x="78698" y="100984"/>
                  <a:pt x="78698" y="102951"/>
                  <a:pt x="78698" y="105574"/>
                </a:cubicBezTo>
                <a:cubicBezTo>
                  <a:pt x="78698" y="108197"/>
                  <a:pt x="78698" y="110164"/>
                  <a:pt x="78698" y="111475"/>
                </a:cubicBezTo>
                <a:cubicBezTo>
                  <a:pt x="78512" y="112787"/>
                  <a:pt x="78512" y="114098"/>
                  <a:pt x="78326" y="114754"/>
                </a:cubicBezTo>
                <a:cubicBezTo>
                  <a:pt x="77953" y="116066"/>
                  <a:pt x="77581" y="116721"/>
                  <a:pt x="77023" y="116721"/>
                </a:cubicBezTo>
                <a:lnTo>
                  <a:pt x="75535" y="116721"/>
                </a:lnTo>
                <a:cubicBezTo>
                  <a:pt x="75535" y="116721"/>
                  <a:pt x="75535" y="116721"/>
                  <a:pt x="75535" y="95082"/>
                </a:cubicBezTo>
                <a:close/>
                <a:moveTo>
                  <a:pt x="23628" y="3934"/>
                </a:moveTo>
                <a:cubicBezTo>
                  <a:pt x="33674" y="38689"/>
                  <a:pt x="33674" y="38689"/>
                  <a:pt x="33674" y="38689"/>
                </a:cubicBezTo>
                <a:cubicBezTo>
                  <a:pt x="33674" y="83934"/>
                  <a:pt x="33674" y="83934"/>
                  <a:pt x="33674" y="83934"/>
                </a:cubicBezTo>
                <a:cubicBezTo>
                  <a:pt x="23628" y="118689"/>
                  <a:pt x="23628" y="118689"/>
                  <a:pt x="23628" y="118689"/>
                </a:cubicBezTo>
                <a:lnTo>
                  <a:pt x="10791" y="118689"/>
                </a:lnTo>
                <a:cubicBezTo>
                  <a:pt x="930" y="83934"/>
                  <a:pt x="930" y="83934"/>
                  <a:pt x="930" y="83934"/>
                </a:cubicBezTo>
                <a:cubicBezTo>
                  <a:pt x="930" y="38689"/>
                  <a:pt x="930" y="38689"/>
                  <a:pt x="930" y="38689"/>
                </a:cubicBezTo>
                <a:cubicBezTo>
                  <a:pt x="10791" y="3934"/>
                  <a:pt x="10791" y="3934"/>
                  <a:pt x="10791" y="3934"/>
                </a:cubicBezTo>
                <a:close/>
                <a:moveTo>
                  <a:pt x="10419" y="0"/>
                </a:moveTo>
                <a:cubicBezTo>
                  <a:pt x="0" y="37377"/>
                  <a:pt x="0" y="37377"/>
                  <a:pt x="0" y="37377"/>
                </a:cubicBezTo>
                <a:cubicBezTo>
                  <a:pt x="0" y="85246"/>
                  <a:pt x="0" y="85246"/>
                  <a:pt x="0" y="85246"/>
                </a:cubicBezTo>
                <a:cubicBezTo>
                  <a:pt x="10419" y="122623"/>
                  <a:pt x="10419" y="122623"/>
                  <a:pt x="10419" y="122623"/>
                </a:cubicBezTo>
                <a:lnTo>
                  <a:pt x="24186" y="122623"/>
                </a:lnTo>
                <a:cubicBezTo>
                  <a:pt x="34605" y="85246"/>
                  <a:pt x="34605" y="85246"/>
                  <a:pt x="34605" y="85246"/>
                </a:cubicBezTo>
                <a:cubicBezTo>
                  <a:pt x="34605" y="37377"/>
                  <a:pt x="34605" y="37377"/>
                  <a:pt x="34605" y="37377"/>
                </a:cubicBezTo>
                <a:cubicBezTo>
                  <a:pt x="24186" y="0"/>
                  <a:pt x="24186" y="0"/>
                  <a:pt x="24186" y="0"/>
                </a:cubicBezTo>
                <a:close/>
                <a:moveTo>
                  <a:pt x="40186" y="89180"/>
                </a:moveTo>
                <a:cubicBezTo>
                  <a:pt x="40186" y="89180"/>
                  <a:pt x="40186" y="89180"/>
                  <a:pt x="40186" y="122623"/>
                </a:cubicBezTo>
                <a:lnTo>
                  <a:pt x="43535" y="122623"/>
                </a:lnTo>
                <a:cubicBezTo>
                  <a:pt x="44093" y="122623"/>
                  <a:pt x="44465" y="121967"/>
                  <a:pt x="45023" y="121967"/>
                </a:cubicBezTo>
                <a:cubicBezTo>
                  <a:pt x="45395" y="121312"/>
                  <a:pt x="45767" y="120656"/>
                  <a:pt x="46140" y="119344"/>
                </a:cubicBezTo>
                <a:cubicBezTo>
                  <a:pt x="46512" y="118033"/>
                  <a:pt x="46698" y="116066"/>
                  <a:pt x="46884" y="114098"/>
                </a:cubicBezTo>
                <a:cubicBezTo>
                  <a:pt x="46884" y="112131"/>
                  <a:pt x="47070" y="109508"/>
                  <a:pt x="47070" y="105574"/>
                </a:cubicBezTo>
                <a:cubicBezTo>
                  <a:pt x="47070" y="103607"/>
                  <a:pt x="47070" y="102295"/>
                  <a:pt x="47070" y="100984"/>
                </a:cubicBezTo>
                <a:cubicBezTo>
                  <a:pt x="46884" y="99672"/>
                  <a:pt x="46884" y="99016"/>
                  <a:pt x="46884" y="97705"/>
                </a:cubicBezTo>
                <a:cubicBezTo>
                  <a:pt x="46884" y="96393"/>
                  <a:pt x="46698" y="95738"/>
                  <a:pt x="46512" y="95082"/>
                </a:cubicBezTo>
                <a:cubicBezTo>
                  <a:pt x="46512" y="93771"/>
                  <a:pt x="46326" y="93115"/>
                  <a:pt x="46140" y="92459"/>
                </a:cubicBezTo>
                <a:cubicBezTo>
                  <a:pt x="45767" y="91148"/>
                  <a:pt x="45395" y="90492"/>
                  <a:pt x="45023" y="89836"/>
                </a:cubicBezTo>
                <a:cubicBezTo>
                  <a:pt x="44465" y="89180"/>
                  <a:pt x="44093" y="89180"/>
                  <a:pt x="43535" y="89180"/>
                </a:cubicBezTo>
                <a:close/>
                <a:moveTo>
                  <a:pt x="48930" y="89180"/>
                </a:moveTo>
                <a:cubicBezTo>
                  <a:pt x="48930" y="89180"/>
                  <a:pt x="48930" y="89180"/>
                  <a:pt x="48930" y="122623"/>
                </a:cubicBezTo>
                <a:lnTo>
                  <a:pt x="50791" y="122623"/>
                </a:lnTo>
                <a:cubicBezTo>
                  <a:pt x="50791" y="122623"/>
                  <a:pt x="50791" y="122623"/>
                  <a:pt x="50791" y="109508"/>
                </a:cubicBezTo>
                <a:lnTo>
                  <a:pt x="52093" y="109508"/>
                </a:lnTo>
                <a:cubicBezTo>
                  <a:pt x="52093" y="109508"/>
                  <a:pt x="52093" y="109508"/>
                  <a:pt x="53953" y="122623"/>
                </a:cubicBezTo>
                <a:lnTo>
                  <a:pt x="56186" y="122623"/>
                </a:lnTo>
                <a:cubicBezTo>
                  <a:pt x="56186" y="122623"/>
                  <a:pt x="56186" y="122623"/>
                  <a:pt x="53953" y="108197"/>
                </a:cubicBezTo>
                <a:cubicBezTo>
                  <a:pt x="54512" y="107541"/>
                  <a:pt x="54884" y="106230"/>
                  <a:pt x="55256" y="104918"/>
                </a:cubicBezTo>
                <a:cubicBezTo>
                  <a:pt x="55628" y="103607"/>
                  <a:pt x="55814" y="101639"/>
                  <a:pt x="55814" y="99672"/>
                </a:cubicBezTo>
                <a:cubicBezTo>
                  <a:pt x="55814" y="97705"/>
                  <a:pt x="55628" y="96393"/>
                  <a:pt x="55442" y="95738"/>
                </a:cubicBezTo>
                <a:cubicBezTo>
                  <a:pt x="55442" y="94426"/>
                  <a:pt x="55256" y="93115"/>
                  <a:pt x="54884" y="92459"/>
                </a:cubicBezTo>
                <a:cubicBezTo>
                  <a:pt x="54698" y="91148"/>
                  <a:pt x="54326" y="90492"/>
                  <a:pt x="53953" y="89836"/>
                </a:cubicBezTo>
                <a:cubicBezTo>
                  <a:pt x="53581" y="89180"/>
                  <a:pt x="53209" y="89180"/>
                  <a:pt x="52651" y="89180"/>
                </a:cubicBezTo>
                <a:close/>
                <a:moveTo>
                  <a:pt x="57674" y="89180"/>
                </a:moveTo>
                <a:cubicBezTo>
                  <a:pt x="57674" y="89180"/>
                  <a:pt x="57674" y="89180"/>
                  <a:pt x="57674" y="122623"/>
                </a:cubicBezTo>
                <a:lnTo>
                  <a:pt x="64000" y="122623"/>
                </a:lnTo>
                <a:cubicBezTo>
                  <a:pt x="64000" y="122623"/>
                  <a:pt x="64000" y="122623"/>
                  <a:pt x="64000" y="116721"/>
                </a:cubicBezTo>
                <a:lnTo>
                  <a:pt x="59535" y="116721"/>
                </a:lnTo>
                <a:cubicBezTo>
                  <a:pt x="59535" y="116721"/>
                  <a:pt x="59535" y="116721"/>
                  <a:pt x="59535" y="108853"/>
                </a:cubicBezTo>
                <a:lnTo>
                  <a:pt x="63256" y="108853"/>
                </a:lnTo>
                <a:cubicBezTo>
                  <a:pt x="63256" y="108853"/>
                  <a:pt x="63256" y="108853"/>
                  <a:pt x="63256" y="102951"/>
                </a:cubicBezTo>
                <a:lnTo>
                  <a:pt x="59535" y="102951"/>
                </a:lnTo>
                <a:cubicBezTo>
                  <a:pt x="59535" y="102951"/>
                  <a:pt x="59535" y="102951"/>
                  <a:pt x="59535" y="95082"/>
                </a:cubicBezTo>
                <a:lnTo>
                  <a:pt x="64000" y="95082"/>
                </a:lnTo>
                <a:cubicBezTo>
                  <a:pt x="64000" y="95082"/>
                  <a:pt x="64000" y="95082"/>
                  <a:pt x="64000" y="89180"/>
                </a:cubicBezTo>
                <a:close/>
                <a:moveTo>
                  <a:pt x="68651" y="89180"/>
                </a:moveTo>
                <a:cubicBezTo>
                  <a:pt x="67535" y="89180"/>
                  <a:pt x="66791" y="89836"/>
                  <a:pt x="66233" y="91803"/>
                </a:cubicBezTo>
                <a:cubicBezTo>
                  <a:pt x="65674" y="93771"/>
                  <a:pt x="65302" y="95738"/>
                  <a:pt x="65302" y="99016"/>
                </a:cubicBezTo>
                <a:cubicBezTo>
                  <a:pt x="65302" y="101639"/>
                  <a:pt x="65488" y="104262"/>
                  <a:pt x="66047" y="105574"/>
                </a:cubicBezTo>
                <a:cubicBezTo>
                  <a:pt x="66419" y="106885"/>
                  <a:pt x="66977" y="108197"/>
                  <a:pt x="67907" y="108197"/>
                </a:cubicBezTo>
                <a:cubicBezTo>
                  <a:pt x="67907" y="108197"/>
                  <a:pt x="67907" y="108197"/>
                  <a:pt x="68465" y="108853"/>
                </a:cubicBezTo>
                <a:lnTo>
                  <a:pt x="69023" y="108853"/>
                </a:lnTo>
                <a:cubicBezTo>
                  <a:pt x="69395" y="108853"/>
                  <a:pt x="69581" y="109508"/>
                  <a:pt x="69767" y="110164"/>
                </a:cubicBezTo>
                <a:cubicBezTo>
                  <a:pt x="69953" y="110820"/>
                  <a:pt x="70140" y="111475"/>
                  <a:pt x="70140" y="112787"/>
                </a:cubicBezTo>
                <a:cubicBezTo>
                  <a:pt x="70140" y="115410"/>
                  <a:pt x="69581" y="116721"/>
                  <a:pt x="68465" y="116721"/>
                </a:cubicBezTo>
                <a:cubicBezTo>
                  <a:pt x="67907" y="116721"/>
                  <a:pt x="67535" y="116721"/>
                  <a:pt x="67163" y="116066"/>
                </a:cubicBezTo>
                <a:cubicBezTo>
                  <a:pt x="66791" y="116066"/>
                  <a:pt x="66419" y="115410"/>
                  <a:pt x="66047" y="114098"/>
                </a:cubicBezTo>
                <a:cubicBezTo>
                  <a:pt x="66047" y="114098"/>
                  <a:pt x="66047" y="114098"/>
                  <a:pt x="64930" y="118689"/>
                </a:cubicBezTo>
                <a:cubicBezTo>
                  <a:pt x="65302" y="120000"/>
                  <a:pt x="65860" y="121312"/>
                  <a:pt x="66419" y="121967"/>
                </a:cubicBezTo>
                <a:cubicBezTo>
                  <a:pt x="66977" y="122623"/>
                  <a:pt x="67721" y="122623"/>
                  <a:pt x="68465" y="122623"/>
                </a:cubicBezTo>
                <a:cubicBezTo>
                  <a:pt x="69395" y="122623"/>
                  <a:pt x="70326" y="121967"/>
                  <a:pt x="70884" y="120000"/>
                </a:cubicBezTo>
                <a:cubicBezTo>
                  <a:pt x="71628" y="118033"/>
                  <a:pt x="71814" y="116066"/>
                  <a:pt x="71814" y="112787"/>
                </a:cubicBezTo>
                <a:cubicBezTo>
                  <a:pt x="71814" y="109508"/>
                  <a:pt x="71628" y="107541"/>
                  <a:pt x="71256" y="105574"/>
                </a:cubicBezTo>
                <a:cubicBezTo>
                  <a:pt x="70884" y="104918"/>
                  <a:pt x="70698" y="104262"/>
                  <a:pt x="70512" y="104262"/>
                </a:cubicBezTo>
                <a:cubicBezTo>
                  <a:pt x="70140" y="103607"/>
                  <a:pt x="69767" y="102951"/>
                  <a:pt x="69395" y="102951"/>
                </a:cubicBezTo>
                <a:lnTo>
                  <a:pt x="68837" y="102951"/>
                </a:lnTo>
                <a:cubicBezTo>
                  <a:pt x="68837" y="102951"/>
                  <a:pt x="68837" y="102951"/>
                  <a:pt x="68279" y="102295"/>
                </a:cubicBezTo>
                <a:cubicBezTo>
                  <a:pt x="67907" y="102295"/>
                  <a:pt x="67535" y="101639"/>
                  <a:pt x="67349" y="100984"/>
                </a:cubicBezTo>
                <a:cubicBezTo>
                  <a:pt x="67163" y="100328"/>
                  <a:pt x="67163" y="99672"/>
                  <a:pt x="67163" y="99016"/>
                </a:cubicBezTo>
                <a:cubicBezTo>
                  <a:pt x="67163" y="97705"/>
                  <a:pt x="67163" y="96393"/>
                  <a:pt x="67535" y="95738"/>
                </a:cubicBezTo>
                <a:cubicBezTo>
                  <a:pt x="67721" y="95082"/>
                  <a:pt x="68093" y="94426"/>
                  <a:pt x="68465" y="94426"/>
                </a:cubicBezTo>
                <a:cubicBezTo>
                  <a:pt x="69023" y="94426"/>
                  <a:pt x="69209" y="94426"/>
                  <a:pt x="69581" y="95082"/>
                </a:cubicBezTo>
                <a:cubicBezTo>
                  <a:pt x="69953" y="95082"/>
                  <a:pt x="70140" y="95738"/>
                  <a:pt x="70512" y="97049"/>
                </a:cubicBezTo>
                <a:cubicBezTo>
                  <a:pt x="70512" y="97049"/>
                  <a:pt x="70512" y="97049"/>
                  <a:pt x="71628" y="92459"/>
                </a:cubicBezTo>
                <a:cubicBezTo>
                  <a:pt x="71256" y="91148"/>
                  <a:pt x="70884" y="90492"/>
                  <a:pt x="70326" y="89836"/>
                </a:cubicBezTo>
                <a:cubicBezTo>
                  <a:pt x="69767" y="89180"/>
                  <a:pt x="69209" y="89180"/>
                  <a:pt x="68651" y="89180"/>
                </a:cubicBezTo>
                <a:close/>
                <a:moveTo>
                  <a:pt x="73674" y="89180"/>
                </a:moveTo>
                <a:cubicBezTo>
                  <a:pt x="73674" y="89180"/>
                  <a:pt x="73674" y="89180"/>
                  <a:pt x="73674" y="122623"/>
                </a:cubicBezTo>
                <a:lnTo>
                  <a:pt x="77023" y="122623"/>
                </a:lnTo>
                <a:cubicBezTo>
                  <a:pt x="77581" y="122623"/>
                  <a:pt x="78140" y="121967"/>
                  <a:pt x="78512" y="121967"/>
                </a:cubicBezTo>
                <a:cubicBezTo>
                  <a:pt x="78884" y="121312"/>
                  <a:pt x="79256" y="120656"/>
                  <a:pt x="79628" y="119344"/>
                </a:cubicBezTo>
                <a:cubicBezTo>
                  <a:pt x="80000" y="118033"/>
                  <a:pt x="80372" y="116066"/>
                  <a:pt x="80372" y="114098"/>
                </a:cubicBezTo>
                <a:cubicBezTo>
                  <a:pt x="80558" y="112131"/>
                  <a:pt x="80558" y="109508"/>
                  <a:pt x="80558" y="105574"/>
                </a:cubicBezTo>
                <a:cubicBezTo>
                  <a:pt x="80558" y="103607"/>
                  <a:pt x="80558" y="102295"/>
                  <a:pt x="80558" y="100984"/>
                </a:cubicBezTo>
                <a:cubicBezTo>
                  <a:pt x="80558" y="99672"/>
                  <a:pt x="80558" y="99016"/>
                  <a:pt x="80372" y="97705"/>
                </a:cubicBezTo>
                <a:cubicBezTo>
                  <a:pt x="80372" y="96393"/>
                  <a:pt x="80186" y="95738"/>
                  <a:pt x="80186" y="95082"/>
                </a:cubicBezTo>
                <a:cubicBezTo>
                  <a:pt x="80000" y="93771"/>
                  <a:pt x="79814" y="93115"/>
                  <a:pt x="79628" y="92459"/>
                </a:cubicBezTo>
                <a:cubicBezTo>
                  <a:pt x="79256" y="91148"/>
                  <a:pt x="78884" y="90492"/>
                  <a:pt x="78512" y="89836"/>
                </a:cubicBezTo>
                <a:cubicBezTo>
                  <a:pt x="78140" y="89180"/>
                  <a:pt x="77581" y="89180"/>
                  <a:pt x="77023" y="89180"/>
                </a:cubicBezTo>
                <a:close/>
                <a:moveTo>
                  <a:pt x="82419" y="89180"/>
                </a:moveTo>
                <a:cubicBezTo>
                  <a:pt x="82419" y="89180"/>
                  <a:pt x="82419" y="89180"/>
                  <a:pt x="82419" y="122623"/>
                </a:cubicBezTo>
                <a:lnTo>
                  <a:pt x="88744" y="122623"/>
                </a:lnTo>
                <a:cubicBezTo>
                  <a:pt x="88744" y="122623"/>
                  <a:pt x="88744" y="122623"/>
                  <a:pt x="88744" y="116721"/>
                </a:cubicBezTo>
                <a:lnTo>
                  <a:pt x="84279" y="116721"/>
                </a:lnTo>
                <a:cubicBezTo>
                  <a:pt x="84279" y="116721"/>
                  <a:pt x="84279" y="116721"/>
                  <a:pt x="84279" y="108853"/>
                </a:cubicBezTo>
                <a:lnTo>
                  <a:pt x="88000" y="108853"/>
                </a:lnTo>
                <a:cubicBezTo>
                  <a:pt x="88000" y="108853"/>
                  <a:pt x="88000" y="108853"/>
                  <a:pt x="88000" y="102951"/>
                </a:cubicBezTo>
                <a:lnTo>
                  <a:pt x="84279" y="102951"/>
                </a:lnTo>
                <a:cubicBezTo>
                  <a:pt x="84279" y="102951"/>
                  <a:pt x="84279" y="102951"/>
                  <a:pt x="84279" y="95082"/>
                </a:cubicBezTo>
                <a:lnTo>
                  <a:pt x="88744" y="95082"/>
                </a:lnTo>
                <a:cubicBezTo>
                  <a:pt x="88744" y="95082"/>
                  <a:pt x="88744" y="95082"/>
                  <a:pt x="88744" y="89180"/>
                </a:cubicBezTo>
                <a:close/>
                <a:moveTo>
                  <a:pt x="90605" y="89180"/>
                </a:moveTo>
                <a:cubicBezTo>
                  <a:pt x="90605" y="89180"/>
                  <a:pt x="90605" y="89180"/>
                  <a:pt x="90605" y="122623"/>
                </a:cubicBezTo>
                <a:lnTo>
                  <a:pt x="92465" y="122623"/>
                </a:lnTo>
                <a:cubicBezTo>
                  <a:pt x="92465" y="122623"/>
                  <a:pt x="92465" y="122623"/>
                  <a:pt x="92465" y="102295"/>
                </a:cubicBezTo>
                <a:cubicBezTo>
                  <a:pt x="92465" y="102295"/>
                  <a:pt x="92465" y="102295"/>
                  <a:pt x="96186" y="122623"/>
                </a:cubicBezTo>
                <a:lnTo>
                  <a:pt x="97860" y="122623"/>
                </a:lnTo>
                <a:cubicBezTo>
                  <a:pt x="97860" y="122623"/>
                  <a:pt x="97860" y="122623"/>
                  <a:pt x="97860" y="89180"/>
                </a:cubicBezTo>
                <a:lnTo>
                  <a:pt x="96000" y="89180"/>
                </a:lnTo>
                <a:cubicBezTo>
                  <a:pt x="96000" y="89180"/>
                  <a:pt x="96000" y="89180"/>
                  <a:pt x="96000" y="109508"/>
                </a:cubicBezTo>
                <a:cubicBezTo>
                  <a:pt x="96000" y="109508"/>
                  <a:pt x="96000" y="109508"/>
                  <a:pt x="92279" y="8918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 name="Google Shape;121;p22"/>
          <p:cNvSpPr txBox="1">
            <a:spLocks noGrp="1"/>
          </p:cNvSpPr>
          <p:nvPr>
            <p:ph type="body" idx="1"/>
          </p:nvPr>
        </p:nvSpPr>
        <p:spPr>
          <a:xfrm>
            <a:off x="882808" y="2852116"/>
            <a:ext cx="1802014" cy="246221"/>
          </a:xfrm>
          <a:prstGeom prst="rect">
            <a:avLst/>
          </a:prstGeom>
          <a:solidFill>
            <a:schemeClr val="lt1">
              <a:alpha val="89803"/>
            </a:schemeClr>
          </a:solidFill>
          <a:ln>
            <a:noFill/>
          </a:ln>
        </p:spPr>
        <p:txBody>
          <a:bodyPr spcFirstLastPara="1" wrap="square" lIns="72000" tIns="0" rIns="36000" bIns="0" anchor="t" anchorCtr="0">
            <a:spAutoFit/>
          </a:bodyPr>
          <a:lstStyle>
            <a:lvl1pPr marL="457200" lvl="0" indent="-228600" algn="l">
              <a:spcBef>
                <a:spcPts val="0"/>
              </a:spcBef>
              <a:spcAft>
                <a:spcPts val="0"/>
              </a:spcAft>
              <a:buClr>
                <a:schemeClr val="accent1"/>
              </a:buClr>
              <a:buSzPts val="1600"/>
              <a:buNone/>
              <a:defRPr sz="1600" b="1">
                <a:solidFill>
                  <a:schemeClr val="accent1"/>
                </a:solidFill>
              </a:defRPr>
            </a:lvl1pPr>
            <a:lvl2pPr marL="914400" lvl="1" indent="-228600" algn="l">
              <a:spcBef>
                <a:spcPts val="600"/>
              </a:spcBef>
              <a:spcAft>
                <a:spcPts val="0"/>
              </a:spcAft>
              <a:buClr>
                <a:schemeClr val="accent1"/>
              </a:buClr>
              <a:buSzPts val="1800"/>
              <a:buNone/>
              <a:defRPr/>
            </a:lvl2pPr>
            <a:lvl3pPr marL="1371600" lvl="2" indent="-342900" algn="l">
              <a:spcBef>
                <a:spcPts val="0"/>
              </a:spcBef>
              <a:spcAft>
                <a:spcPts val="0"/>
              </a:spcAft>
              <a:buClr>
                <a:schemeClr val="accent1"/>
              </a:buClr>
              <a:buSzPts val="1800"/>
              <a:buChar char="—"/>
              <a:defRPr/>
            </a:lvl3pPr>
            <a:lvl4pPr marL="1828800" lvl="3" indent="-342900" algn="l">
              <a:spcBef>
                <a:spcPts val="0"/>
              </a:spcBef>
              <a:spcAft>
                <a:spcPts val="0"/>
              </a:spcAft>
              <a:buClr>
                <a:schemeClr val="accent1"/>
              </a:buClr>
              <a:buSzPts val="1800"/>
              <a:buChar char="–"/>
              <a:defRPr/>
            </a:lvl4pPr>
            <a:lvl5pPr marL="2286000" lvl="4" indent="-228600" algn="l">
              <a:spcBef>
                <a:spcPts val="600"/>
              </a:spcBef>
              <a:spcAft>
                <a:spcPts val="0"/>
              </a:spcAft>
              <a:buClr>
                <a:schemeClr val="accent1"/>
              </a:buClr>
              <a:buSzPts val="1800"/>
              <a:buNone/>
              <a:defRPr/>
            </a:lvl5pPr>
            <a:lvl6pPr marL="2743200" lvl="5" indent="-228600" algn="l">
              <a:lnSpc>
                <a:spcPct val="100000"/>
              </a:lnSpc>
              <a:spcBef>
                <a:spcPts val="600"/>
              </a:spcBef>
              <a:spcAft>
                <a:spcPts val="0"/>
              </a:spcAft>
              <a:buClr>
                <a:schemeClr val="accent1"/>
              </a:buClr>
              <a:buSzPts val="1800"/>
              <a:buNone/>
              <a:defRPr/>
            </a:lvl6pPr>
            <a:lvl7pPr marL="3200400" lvl="6" indent="-342900" algn="l">
              <a:lnSpc>
                <a:spcPct val="100000"/>
              </a:lnSpc>
              <a:spcBef>
                <a:spcPts val="0"/>
              </a:spcBef>
              <a:spcAft>
                <a:spcPts val="0"/>
              </a:spcAft>
              <a:buClr>
                <a:schemeClr val="accent1"/>
              </a:buClr>
              <a:buSzPts val="1800"/>
              <a:buChar char="—"/>
              <a:defRPr/>
            </a:lvl7pPr>
            <a:lvl8pPr marL="3657600" lvl="7" indent="-342900" algn="l">
              <a:lnSpc>
                <a:spcPct val="100000"/>
              </a:lnSpc>
              <a:spcBef>
                <a:spcPts val="0"/>
              </a:spcBef>
              <a:spcAft>
                <a:spcPts val="0"/>
              </a:spcAft>
              <a:buClr>
                <a:schemeClr val="accent1"/>
              </a:buClr>
              <a:buSzPts val="1800"/>
              <a:buChar char="–"/>
              <a:defRPr/>
            </a:lvl8pPr>
            <a:lvl9pPr marL="4114800" lvl="8" indent="-342900" algn="l">
              <a:lnSpc>
                <a:spcPct val="100000"/>
              </a:lnSpc>
              <a:spcBef>
                <a:spcPts val="0"/>
              </a:spcBef>
              <a:spcAft>
                <a:spcPts val="0"/>
              </a:spcAft>
              <a:buClr>
                <a:schemeClr val="accent1"/>
              </a:buClr>
              <a:buSzPts val="1800"/>
              <a:buChar char="▪"/>
              <a:defRPr/>
            </a:lvl9pPr>
          </a:lstStyle>
          <a:p>
            <a:endParaRPr/>
          </a:p>
        </p:txBody>
      </p:sp>
      <p:sp>
        <p:nvSpPr>
          <p:cNvPr id="122" name="Google Shape;122;p22"/>
          <p:cNvSpPr txBox="1">
            <a:spLocks noGrp="1"/>
          </p:cNvSpPr>
          <p:nvPr>
            <p:ph type="title"/>
          </p:nvPr>
        </p:nvSpPr>
        <p:spPr>
          <a:xfrm>
            <a:off x="882771" y="3835706"/>
            <a:ext cx="3941317" cy="492443"/>
          </a:xfrm>
          <a:prstGeom prst="rect">
            <a:avLst/>
          </a:prstGeom>
          <a:solidFill>
            <a:schemeClr val="lt1">
              <a:alpha val="89803"/>
            </a:schemeClr>
          </a:solidFill>
          <a:ln>
            <a:noFill/>
          </a:ln>
        </p:spPr>
        <p:txBody>
          <a:bodyPr spcFirstLastPara="1" wrap="square" lIns="72000" tIns="0" rIns="36000" bIns="0" anchor="t" anchorCtr="0">
            <a:spAutoFit/>
          </a:bodyPr>
          <a:lstStyle>
            <a:lvl1pPr lvl="0" algn="l">
              <a:spcBef>
                <a:spcPts val="0"/>
              </a:spcBef>
              <a:spcAft>
                <a:spcPts val="0"/>
              </a:spcAft>
              <a:buClr>
                <a:schemeClr val="accent1"/>
              </a:buClr>
              <a:buSzPts val="3200"/>
              <a:buFont typeface="Open Sans"/>
              <a:buNone/>
              <a:defRPr sz="3200" b="1">
                <a:solidFill>
                  <a:schemeClr val="accen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23" name="Google Shape;123;p22"/>
          <p:cNvSpPr txBox="1">
            <a:spLocks noGrp="1"/>
          </p:cNvSpPr>
          <p:nvPr>
            <p:ph type="subTitle" idx="3"/>
          </p:nvPr>
        </p:nvSpPr>
        <p:spPr>
          <a:xfrm>
            <a:off x="882772" y="5028236"/>
            <a:ext cx="6090752" cy="246221"/>
          </a:xfrm>
          <a:prstGeom prst="rect">
            <a:avLst/>
          </a:prstGeom>
          <a:solidFill>
            <a:schemeClr val="lt1">
              <a:alpha val="89803"/>
            </a:schemeClr>
          </a:solidFill>
          <a:ln>
            <a:noFill/>
          </a:ln>
        </p:spPr>
        <p:txBody>
          <a:bodyPr spcFirstLastPara="1" wrap="square" lIns="72000" tIns="0" rIns="36000" bIns="0" anchor="t" anchorCtr="0">
            <a:spAutoFit/>
          </a:bodyPr>
          <a:lstStyle>
            <a:lvl1pPr lvl="0" algn="l">
              <a:spcBef>
                <a:spcPts val="600"/>
              </a:spcBef>
              <a:spcAft>
                <a:spcPts val="0"/>
              </a:spcAft>
              <a:buClr>
                <a:schemeClr val="accent1"/>
              </a:buClr>
              <a:buSzPts val="1600"/>
              <a:buNone/>
              <a:defRPr b="0">
                <a:solidFill>
                  <a:schemeClr val="accent1"/>
                </a:solidFill>
              </a:defRPr>
            </a:lvl1pPr>
            <a:lvl2pPr lvl="1" algn="ctr">
              <a:spcBef>
                <a:spcPts val="600"/>
              </a:spcBef>
              <a:spcAft>
                <a:spcPts val="0"/>
              </a:spcAft>
              <a:buClr>
                <a:srgbClr val="888888"/>
              </a:buClr>
              <a:buSzPts val="1600"/>
              <a:buNone/>
              <a:defRPr>
                <a:solidFill>
                  <a:srgbClr val="888888"/>
                </a:solidFill>
              </a:defRPr>
            </a:lvl2pPr>
            <a:lvl3pPr lvl="2" algn="ctr">
              <a:spcBef>
                <a:spcPts val="0"/>
              </a:spcBef>
              <a:spcAft>
                <a:spcPts val="0"/>
              </a:spcAft>
              <a:buClr>
                <a:srgbClr val="888888"/>
              </a:buClr>
              <a:buSzPts val="1600"/>
              <a:buNone/>
              <a:defRPr>
                <a:solidFill>
                  <a:srgbClr val="888888"/>
                </a:solidFill>
              </a:defRPr>
            </a:lvl3pPr>
            <a:lvl4pPr lvl="3" algn="ctr">
              <a:spcBef>
                <a:spcPts val="0"/>
              </a:spcBef>
              <a:spcAft>
                <a:spcPts val="0"/>
              </a:spcAft>
              <a:buClr>
                <a:srgbClr val="888888"/>
              </a:buClr>
              <a:buSzPts val="1600"/>
              <a:buNone/>
              <a:defRPr>
                <a:solidFill>
                  <a:srgbClr val="888888"/>
                </a:solidFill>
              </a:defRPr>
            </a:lvl4pPr>
            <a:lvl5pPr lvl="4" algn="ctr">
              <a:spcBef>
                <a:spcPts val="600"/>
              </a:spcBef>
              <a:spcAft>
                <a:spcPts val="0"/>
              </a:spcAft>
              <a:buClr>
                <a:srgbClr val="888888"/>
              </a:buClr>
              <a:buSzPts val="1400"/>
              <a:buNone/>
              <a:defRPr>
                <a:solidFill>
                  <a:srgbClr val="888888"/>
                </a:solidFill>
              </a:defRPr>
            </a:lvl5pPr>
            <a:lvl6pPr lvl="5" algn="ctr">
              <a:lnSpc>
                <a:spcPct val="100000"/>
              </a:lnSpc>
              <a:spcBef>
                <a:spcPts val="600"/>
              </a:spcBef>
              <a:spcAft>
                <a:spcPts val="0"/>
              </a:spcAft>
              <a:buClr>
                <a:srgbClr val="888888"/>
              </a:buClr>
              <a:buSzPts val="1400"/>
              <a:buNone/>
              <a:defRPr>
                <a:solidFill>
                  <a:srgbClr val="888888"/>
                </a:solidFill>
              </a:defRPr>
            </a:lvl6pPr>
            <a:lvl7pPr lvl="6" algn="ctr">
              <a:lnSpc>
                <a:spcPct val="100000"/>
              </a:lnSpc>
              <a:spcBef>
                <a:spcPts val="0"/>
              </a:spcBef>
              <a:spcAft>
                <a:spcPts val="0"/>
              </a:spcAft>
              <a:buClr>
                <a:srgbClr val="888888"/>
              </a:buClr>
              <a:buSzPts val="1400"/>
              <a:buNone/>
              <a:defRPr>
                <a:solidFill>
                  <a:srgbClr val="888888"/>
                </a:solidFill>
              </a:defRPr>
            </a:lvl7pPr>
            <a:lvl8pPr lvl="7" algn="ctr">
              <a:lnSpc>
                <a:spcPct val="100000"/>
              </a:lnSpc>
              <a:spcBef>
                <a:spcPts val="0"/>
              </a:spcBef>
              <a:spcAft>
                <a:spcPts val="0"/>
              </a:spcAft>
              <a:buClr>
                <a:srgbClr val="888888"/>
              </a:buClr>
              <a:buSzPts val="1400"/>
              <a:buNone/>
              <a:defRPr>
                <a:solidFill>
                  <a:srgbClr val="888888"/>
                </a:solidFill>
              </a:defRPr>
            </a:lvl8pPr>
            <a:lvl9pPr lvl="8" algn="ctr">
              <a:lnSpc>
                <a:spcPct val="100000"/>
              </a:lnSpc>
              <a:spcBef>
                <a:spcPts val="0"/>
              </a:spcBef>
              <a:spcAft>
                <a:spcPts val="0"/>
              </a:spcAft>
              <a:buClr>
                <a:srgbClr val="888888"/>
              </a:buClr>
              <a:buSzPts val="1400"/>
              <a:buNone/>
              <a:defRPr>
                <a:solidFill>
                  <a:srgbClr val="888888"/>
                </a:solidFill>
              </a:defRPr>
            </a:lvl9pPr>
          </a:lstStyle>
          <a:p>
            <a:endParaRPr/>
          </a:p>
        </p:txBody>
      </p:sp>
      <p:sp>
        <p:nvSpPr>
          <p:cNvPr id="124" name="Google Shape;124;p22"/>
          <p:cNvSpPr txBox="1">
            <a:spLocks noGrp="1"/>
          </p:cNvSpPr>
          <p:nvPr>
            <p:ph type="body" idx="4"/>
          </p:nvPr>
        </p:nvSpPr>
        <p:spPr>
          <a:xfrm>
            <a:off x="882808" y="3138045"/>
            <a:ext cx="3138020" cy="246221"/>
          </a:xfrm>
          <a:prstGeom prst="rect">
            <a:avLst/>
          </a:prstGeom>
          <a:solidFill>
            <a:schemeClr val="lt1">
              <a:alpha val="89803"/>
            </a:schemeClr>
          </a:solidFill>
          <a:ln>
            <a:noFill/>
          </a:ln>
        </p:spPr>
        <p:txBody>
          <a:bodyPr spcFirstLastPara="1" wrap="square" lIns="72000" tIns="0" rIns="36000" bIns="0" anchor="t" anchorCtr="0">
            <a:spAutoFit/>
          </a:bodyPr>
          <a:lstStyle>
            <a:lvl1pPr marL="457200" lvl="0" indent="-228600" algn="l">
              <a:spcBef>
                <a:spcPts val="0"/>
              </a:spcBef>
              <a:spcAft>
                <a:spcPts val="0"/>
              </a:spcAft>
              <a:buClr>
                <a:schemeClr val="accent1"/>
              </a:buClr>
              <a:buSzPts val="1600"/>
              <a:buNone/>
              <a:defRPr sz="1600" b="0">
                <a:solidFill>
                  <a:schemeClr val="accent1"/>
                </a:solidFill>
              </a:defRPr>
            </a:lvl1pPr>
            <a:lvl2pPr marL="914400" lvl="1" indent="-228600" algn="l">
              <a:spcBef>
                <a:spcPts val="600"/>
              </a:spcBef>
              <a:spcAft>
                <a:spcPts val="0"/>
              </a:spcAft>
              <a:buClr>
                <a:schemeClr val="accent1"/>
              </a:buClr>
              <a:buSzPts val="1800"/>
              <a:buNone/>
              <a:defRPr/>
            </a:lvl2pPr>
            <a:lvl3pPr marL="1371600" lvl="2" indent="-342900" algn="l">
              <a:spcBef>
                <a:spcPts val="0"/>
              </a:spcBef>
              <a:spcAft>
                <a:spcPts val="0"/>
              </a:spcAft>
              <a:buClr>
                <a:schemeClr val="accent1"/>
              </a:buClr>
              <a:buSzPts val="1800"/>
              <a:buChar char="—"/>
              <a:defRPr/>
            </a:lvl3pPr>
            <a:lvl4pPr marL="1828800" lvl="3" indent="-342900" algn="l">
              <a:spcBef>
                <a:spcPts val="0"/>
              </a:spcBef>
              <a:spcAft>
                <a:spcPts val="0"/>
              </a:spcAft>
              <a:buClr>
                <a:schemeClr val="accent1"/>
              </a:buClr>
              <a:buSzPts val="1800"/>
              <a:buChar char="–"/>
              <a:defRPr/>
            </a:lvl4pPr>
            <a:lvl5pPr marL="2286000" lvl="4" indent="-228600" algn="l">
              <a:spcBef>
                <a:spcPts val="600"/>
              </a:spcBef>
              <a:spcAft>
                <a:spcPts val="0"/>
              </a:spcAft>
              <a:buClr>
                <a:schemeClr val="accent1"/>
              </a:buClr>
              <a:buSzPts val="1800"/>
              <a:buNone/>
              <a:defRPr/>
            </a:lvl5pPr>
            <a:lvl6pPr marL="2743200" lvl="5" indent="-228600" algn="l">
              <a:lnSpc>
                <a:spcPct val="100000"/>
              </a:lnSpc>
              <a:spcBef>
                <a:spcPts val="600"/>
              </a:spcBef>
              <a:spcAft>
                <a:spcPts val="0"/>
              </a:spcAft>
              <a:buClr>
                <a:schemeClr val="accent1"/>
              </a:buClr>
              <a:buSzPts val="1800"/>
              <a:buNone/>
              <a:defRPr/>
            </a:lvl6pPr>
            <a:lvl7pPr marL="3200400" lvl="6" indent="-342900" algn="l">
              <a:lnSpc>
                <a:spcPct val="100000"/>
              </a:lnSpc>
              <a:spcBef>
                <a:spcPts val="0"/>
              </a:spcBef>
              <a:spcAft>
                <a:spcPts val="0"/>
              </a:spcAft>
              <a:buClr>
                <a:schemeClr val="accent1"/>
              </a:buClr>
              <a:buSzPts val="1800"/>
              <a:buChar char="—"/>
              <a:defRPr/>
            </a:lvl7pPr>
            <a:lvl8pPr marL="3657600" lvl="7" indent="-342900" algn="l">
              <a:lnSpc>
                <a:spcPct val="100000"/>
              </a:lnSpc>
              <a:spcBef>
                <a:spcPts val="0"/>
              </a:spcBef>
              <a:spcAft>
                <a:spcPts val="0"/>
              </a:spcAft>
              <a:buClr>
                <a:schemeClr val="accent1"/>
              </a:buClr>
              <a:buSzPts val="1800"/>
              <a:buChar char="–"/>
              <a:defRPr/>
            </a:lvl8pPr>
            <a:lvl9pPr marL="4114800" lvl="8" indent="-342900" algn="l">
              <a:lnSpc>
                <a:spcPct val="100000"/>
              </a:lnSpc>
              <a:spcBef>
                <a:spcPts val="0"/>
              </a:spcBef>
              <a:spcAft>
                <a:spcPts val="0"/>
              </a:spcAft>
              <a:buClr>
                <a:schemeClr val="accent1"/>
              </a:buClr>
              <a:buSzPts val="1800"/>
              <a:buChar char="▪"/>
              <a:defRPr/>
            </a:lvl9pPr>
          </a:lstStyle>
          <a:p>
            <a:endParaRPr/>
          </a:p>
        </p:txBody>
      </p:sp>
      <p:sp>
        <p:nvSpPr>
          <p:cNvPr id="125" name="Google Shape;125;p22"/>
          <p:cNvSpPr txBox="1">
            <a:spLocks noGrp="1"/>
          </p:cNvSpPr>
          <p:nvPr>
            <p:ph type="body" idx="5"/>
          </p:nvPr>
        </p:nvSpPr>
        <p:spPr>
          <a:xfrm>
            <a:off x="882770" y="4375609"/>
            <a:ext cx="4803348" cy="492443"/>
          </a:xfrm>
          <a:prstGeom prst="rect">
            <a:avLst/>
          </a:prstGeom>
          <a:solidFill>
            <a:schemeClr val="lt1">
              <a:alpha val="89803"/>
            </a:schemeClr>
          </a:solidFill>
          <a:ln>
            <a:noFill/>
          </a:ln>
        </p:spPr>
        <p:txBody>
          <a:bodyPr spcFirstLastPara="1" wrap="square" lIns="72000" tIns="0" rIns="36000" bIns="0" anchor="t" anchorCtr="0">
            <a:spAutoFit/>
          </a:bodyPr>
          <a:lstStyle>
            <a:lvl1pPr marL="457200" lvl="0" indent="-228600" algn="l">
              <a:spcBef>
                <a:spcPts val="600"/>
              </a:spcBef>
              <a:spcAft>
                <a:spcPts val="0"/>
              </a:spcAft>
              <a:buClr>
                <a:schemeClr val="accent1"/>
              </a:buClr>
              <a:buSzPts val="3200"/>
              <a:buNone/>
              <a:defRPr sz="3200" b="0">
                <a:solidFill>
                  <a:schemeClr val="accent1"/>
                </a:solidFill>
              </a:defRPr>
            </a:lvl1pPr>
            <a:lvl2pPr marL="914400" lvl="1" indent="-228600" algn="l">
              <a:spcBef>
                <a:spcPts val="600"/>
              </a:spcBef>
              <a:spcAft>
                <a:spcPts val="0"/>
              </a:spcAft>
              <a:buClr>
                <a:schemeClr val="accent1"/>
              </a:buClr>
              <a:buSzPts val="1800"/>
              <a:buNone/>
              <a:defRPr/>
            </a:lvl2pPr>
            <a:lvl3pPr marL="1371600" lvl="2" indent="-228600" algn="l">
              <a:spcBef>
                <a:spcPts val="0"/>
              </a:spcBef>
              <a:spcAft>
                <a:spcPts val="0"/>
              </a:spcAft>
              <a:buClr>
                <a:schemeClr val="accent1"/>
              </a:buClr>
              <a:buSzPts val="1600"/>
              <a:buNone/>
              <a:defRPr/>
            </a:lvl3pPr>
            <a:lvl4pPr marL="1828800" lvl="3" indent="-228600" algn="l">
              <a:spcBef>
                <a:spcPts val="0"/>
              </a:spcBef>
              <a:spcAft>
                <a:spcPts val="0"/>
              </a:spcAft>
              <a:buClr>
                <a:schemeClr val="accent1"/>
              </a:buClr>
              <a:buSzPts val="1600"/>
              <a:buNone/>
              <a:defRPr/>
            </a:lvl4pPr>
            <a:lvl5pPr marL="2286000" lvl="4" indent="-228600" algn="l">
              <a:spcBef>
                <a:spcPts val="600"/>
              </a:spcBef>
              <a:spcAft>
                <a:spcPts val="0"/>
              </a:spcAft>
              <a:buClr>
                <a:schemeClr val="accent1"/>
              </a:buClr>
              <a:buSzPts val="1800"/>
              <a:buNone/>
              <a:defRPr/>
            </a:lvl5pPr>
            <a:lvl6pPr marL="2743200" lvl="5" indent="-228600" algn="l">
              <a:lnSpc>
                <a:spcPct val="100000"/>
              </a:lnSpc>
              <a:spcBef>
                <a:spcPts val="600"/>
              </a:spcBef>
              <a:spcAft>
                <a:spcPts val="0"/>
              </a:spcAft>
              <a:buClr>
                <a:schemeClr val="accent1"/>
              </a:buClr>
              <a:buSzPts val="1800"/>
              <a:buNone/>
              <a:defRPr/>
            </a:lvl6pPr>
            <a:lvl7pPr marL="3200400" lvl="6" indent="-342900" algn="l">
              <a:lnSpc>
                <a:spcPct val="100000"/>
              </a:lnSpc>
              <a:spcBef>
                <a:spcPts val="0"/>
              </a:spcBef>
              <a:spcAft>
                <a:spcPts val="0"/>
              </a:spcAft>
              <a:buClr>
                <a:schemeClr val="accent1"/>
              </a:buClr>
              <a:buSzPts val="1800"/>
              <a:buChar char="—"/>
              <a:defRPr/>
            </a:lvl7pPr>
            <a:lvl8pPr marL="3657600" lvl="7" indent="-342900" algn="l">
              <a:lnSpc>
                <a:spcPct val="100000"/>
              </a:lnSpc>
              <a:spcBef>
                <a:spcPts val="0"/>
              </a:spcBef>
              <a:spcAft>
                <a:spcPts val="0"/>
              </a:spcAft>
              <a:buClr>
                <a:schemeClr val="accent1"/>
              </a:buClr>
              <a:buSzPts val="1800"/>
              <a:buChar char="–"/>
              <a:defRPr/>
            </a:lvl8pPr>
            <a:lvl9pPr marL="4114800" lvl="8" indent="-342900" algn="l">
              <a:lnSpc>
                <a:spcPct val="100000"/>
              </a:lnSpc>
              <a:spcBef>
                <a:spcPts val="0"/>
              </a:spcBef>
              <a:spcAft>
                <a:spcPts val="0"/>
              </a:spcAft>
              <a:buClr>
                <a:schemeClr val="accent1"/>
              </a:buClr>
              <a:buSzPts val="1800"/>
              <a:buChar char="▪"/>
              <a:defRPr/>
            </a:lvl9pPr>
          </a:lstStyle>
          <a:p>
            <a:endParaRPr/>
          </a:p>
        </p:txBody>
      </p:sp>
      <p:sp>
        <p:nvSpPr>
          <p:cNvPr id="126" name="Google Shape;126;p22"/>
          <p:cNvSpPr txBox="1">
            <a:spLocks noGrp="1"/>
          </p:cNvSpPr>
          <p:nvPr>
            <p:ph type="body" idx="6"/>
          </p:nvPr>
        </p:nvSpPr>
        <p:spPr>
          <a:xfrm>
            <a:off x="882808" y="5312641"/>
            <a:ext cx="4711084" cy="246221"/>
          </a:xfrm>
          <a:prstGeom prst="rect">
            <a:avLst/>
          </a:prstGeom>
          <a:solidFill>
            <a:schemeClr val="lt1">
              <a:alpha val="89803"/>
            </a:schemeClr>
          </a:solidFill>
          <a:ln>
            <a:noFill/>
          </a:ln>
        </p:spPr>
        <p:txBody>
          <a:bodyPr spcFirstLastPara="1" wrap="square" lIns="72000" tIns="0" rIns="36000" bIns="0" anchor="t" anchorCtr="0">
            <a:spAutoFit/>
          </a:bodyPr>
          <a:lstStyle>
            <a:lvl1pPr marL="457200" lvl="0" indent="-228600" algn="l">
              <a:spcBef>
                <a:spcPts val="600"/>
              </a:spcBef>
              <a:spcAft>
                <a:spcPts val="0"/>
              </a:spcAft>
              <a:buClr>
                <a:schemeClr val="accent1"/>
              </a:buClr>
              <a:buSzPts val="1600"/>
              <a:buNone/>
              <a:defRPr b="0">
                <a:solidFill>
                  <a:schemeClr val="accent1"/>
                </a:solidFill>
              </a:defRPr>
            </a:lvl1pPr>
            <a:lvl2pPr marL="914400" lvl="1" indent="-228600" algn="l">
              <a:spcBef>
                <a:spcPts val="600"/>
              </a:spcBef>
              <a:spcAft>
                <a:spcPts val="0"/>
              </a:spcAft>
              <a:buClr>
                <a:schemeClr val="accent1"/>
              </a:buClr>
              <a:buSzPts val="1800"/>
              <a:buNone/>
              <a:defRPr/>
            </a:lvl2pPr>
            <a:lvl3pPr marL="1371600" lvl="2" indent="-342900" algn="l">
              <a:spcBef>
                <a:spcPts val="0"/>
              </a:spcBef>
              <a:spcAft>
                <a:spcPts val="0"/>
              </a:spcAft>
              <a:buClr>
                <a:schemeClr val="accent1"/>
              </a:buClr>
              <a:buSzPts val="1800"/>
              <a:buChar char="—"/>
              <a:defRPr/>
            </a:lvl3pPr>
            <a:lvl4pPr marL="1828800" lvl="3" indent="-342900" algn="l">
              <a:spcBef>
                <a:spcPts val="0"/>
              </a:spcBef>
              <a:spcAft>
                <a:spcPts val="0"/>
              </a:spcAft>
              <a:buClr>
                <a:schemeClr val="accent1"/>
              </a:buClr>
              <a:buSzPts val="1800"/>
              <a:buChar char="–"/>
              <a:defRPr/>
            </a:lvl4pPr>
            <a:lvl5pPr marL="2286000" lvl="4" indent="-228600" algn="l">
              <a:spcBef>
                <a:spcPts val="600"/>
              </a:spcBef>
              <a:spcAft>
                <a:spcPts val="0"/>
              </a:spcAft>
              <a:buClr>
                <a:schemeClr val="accent1"/>
              </a:buClr>
              <a:buSzPts val="1800"/>
              <a:buNone/>
              <a:defRPr/>
            </a:lvl5pPr>
            <a:lvl6pPr marL="2743200" lvl="5" indent="-228600" algn="l">
              <a:lnSpc>
                <a:spcPct val="100000"/>
              </a:lnSpc>
              <a:spcBef>
                <a:spcPts val="600"/>
              </a:spcBef>
              <a:spcAft>
                <a:spcPts val="0"/>
              </a:spcAft>
              <a:buClr>
                <a:schemeClr val="accent1"/>
              </a:buClr>
              <a:buSzPts val="1800"/>
              <a:buNone/>
              <a:defRPr/>
            </a:lvl6pPr>
            <a:lvl7pPr marL="3200400" lvl="6" indent="-342900" algn="l">
              <a:lnSpc>
                <a:spcPct val="100000"/>
              </a:lnSpc>
              <a:spcBef>
                <a:spcPts val="0"/>
              </a:spcBef>
              <a:spcAft>
                <a:spcPts val="0"/>
              </a:spcAft>
              <a:buClr>
                <a:schemeClr val="accent1"/>
              </a:buClr>
              <a:buSzPts val="1800"/>
              <a:buChar char="—"/>
              <a:defRPr/>
            </a:lvl7pPr>
            <a:lvl8pPr marL="3657600" lvl="7" indent="-342900" algn="l">
              <a:lnSpc>
                <a:spcPct val="100000"/>
              </a:lnSpc>
              <a:spcBef>
                <a:spcPts val="0"/>
              </a:spcBef>
              <a:spcAft>
                <a:spcPts val="0"/>
              </a:spcAft>
              <a:buClr>
                <a:schemeClr val="accent1"/>
              </a:buClr>
              <a:buSzPts val="1800"/>
              <a:buChar char="–"/>
              <a:defRPr/>
            </a:lvl8pPr>
            <a:lvl9pPr marL="4114800" lvl="8" indent="-342900" algn="l">
              <a:lnSpc>
                <a:spcPct val="100000"/>
              </a:lnSpc>
              <a:spcBef>
                <a:spcPts val="0"/>
              </a:spcBef>
              <a:spcAft>
                <a:spcPts val="0"/>
              </a:spcAft>
              <a:buClr>
                <a:schemeClr val="accent1"/>
              </a:buClr>
              <a:buSzPts val="1800"/>
              <a:buChar char="▪"/>
              <a:defRPr/>
            </a:lvl9pPr>
          </a:lstStyle>
          <a:p>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matchingName="4_Titelfolie_TUD_Foto_a">
  <p:cSld name="4_Titelfolie_TUD_Foto_a">
    <p:spTree>
      <p:nvGrpSpPr>
        <p:cNvPr id="1" name="Shape 127"/>
        <p:cNvGrpSpPr/>
        <p:nvPr/>
      </p:nvGrpSpPr>
      <p:grpSpPr>
        <a:xfrm>
          <a:off x="0" y="0"/>
          <a:ext cx="0" cy="0"/>
          <a:chOff x="0" y="0"/>
          <a:chExt cx="0" cy="0"/>
        </a:xfrm>
      </p:grpSpPr>
      <p:sp>
        <p:nvSpPr>
          <p:cNvPr id="128" name="Google Shape;128;p23"/>
          <p:cNvSpPr>
            <a:spLocks noGrp="1"/>
          </p:cNvSpPr>
          <p:nvPr>
            <p:ph type="pic" idx="2"/>
          </p:nvPr>
        </p:nvSpPr>
        <p:spPr>
          <a:xfrm>
            <a:off x="0" y="1204913"/>
            <a:ext cx="12192000" cy="5653086"/>
          </a:xfrm>
          <a:prstGeom prst="rect">
            <a:avLst/>
          </a:prstGeom>
          <a:solidFill>
            <a:srgbClr val="F2F2F2"/>
          </a:solidFill>
          <a:ln>
            <a:noFill/>
          </a:ln>
        </p:spPr>
      </p:sp>
      <p:sp>
        <p:nvSpPr>
          <p:cNvPr id="129" name="Google Shape;129;p23"/>
          <p:cNvSpPr txBox="1">
            <a:spLocks noGrp="1"/>
          </p:cNvSpPr>
          <p:nvPr>
            <p:ph type="body" idx="1"/>
          </p:nvPr>
        </p:nvSpPr>
        <p:spPr>
          <a:xfrm>
            <a:off x="882808" y="2852116"/>
            <a:ext cx="1802014" cy="246221"/>
          </a:xfrm>
          <a:prstGeom prst="rect">
            <a:avLst/>
          </a:prstGeom>
          <a:solidFill>
            <a:schemeClr val="lt1">
              <a:alpha val="89803"/>
            </a:schemeClr>
          </a:solidFill>
          <a:ln>
            <a:noFill/>
          </a:ln>
        </p:spPr>
        <p:txBody>
          <a:bodyPr spcFirstLastPara="1" wrap="square" lIns="72000" tIns="0" rIns="36000" bIns="0" anchor="t" anchorCtr="0">
            <a:spAutoFit/>
          </a:bodyPr>
          <a:lstStyle>
            <a:lvl1pPr marL="457200" lvl="0" indent="-228600" algn="l">
              <a:spcBef>
                <a:spcPts val="0"/>
              </a:spcBef>
              <a:spcAft>
                <a:spcPts val="0"/>
              </a:spcAft>
              <a:buClr>
                <a:schemeClr val="accent1"/>
              </a:buClr>
              <a:buSzPts val="1600"/>
              <a:buNone/>
              <a:defRPr sz="1600" b="1">
                <a:solidFill>
                  <a:schemeClr val="accent1"/>
                </a:solidFill>
              </a:defRPr>
            </a:lvl1pPr>
            <a:lvl2pPr marL="914400" lvl="1" indent="-228600" algn="l">
              <a:spcBef>
                <a:spcPts val="600"/>
              </a:spcBef>
              <a:spcAft>
                <a:spcPts val="0"/>
              </a:spcAft>
              <a:buClr>
                <a:schemeClr val="accent1"/>
              </a:buClr>
              <a:buSzPts val="1800"/>
              <a:buNone/>
              <a:defRPr/>
            </a:lvl2pPr>
            <a:lvl3pPr marL="1371600" lvl="2" indent="-342900" algn="l">
              <a:spcBef>
                <a:spcPts val="0"/>
              </a:spcBef>
              <a:spcAft>
                <a:spcPts val="0"/>
              </a:spcAft>
              <a:buClr>
                <a:schemeClr val="accent1"/>
              </a:buClr>
              <a:buSzPts val="1800"/>
              <a:buChar char="—"/>
              <a:defRPr/>
            </a:lvl3pPr>
            <a:lvl4pPr marL="1828800" lvl="3" indent="-342900" algn="l">
              <a:spcBef>
                <a:spcPts val="0"/>
              </a:spcBef>
              <a:spcAft>
                <a:spcPts val="0"/>
              </a:spcAft>
              <a:buClr>
                <a:schemeClr val="accent1"/>
              </a:buClr>
              <a:buSzPts val="1800"/>
              <a:buChar char="–"/>
              <a:defRPr/>
            </a:lvl4pPr>
            <a:lvl5pPr marL="2286000" lvl="4" indent="-228600" algn="l">
              <a:spcBef>
                <a:spcPts val="600"/>
              </a:spcBef>
              <a:spcAft>
                <a:spcPts val="0"/>
              </a:spcAft>
              <a:buClr>
                <a:schemeClr val="accent1"/>
              </a:buClr>
              <a:buSzPts val="1800"/>
              <a:buNone/>
              <a:defRPr/>
            </a:lvl5pPr>
            <a:lvl6pPr marL="2743200" lvl="5" indent="-228600" algn="l">
              <a:lnSpc>
                <a:spcPct val="100000"/>
              </a:lnSpc>
              <a:spcBef>
                <a:spcPts val="600"/>
              </a:spcBef>
              <a:spcAft>
                <a:spcPts val="0"/>
              </a:spcAft>
              <a:buClr>
                <a:schemeClr val="accent1"/>
              </a:buClr>
              <a:buSzPts val="1800"/>
              <a:buNone/>
              <a:defRPr/>
            </a:lvl6pPr>
            <a:lvl7pPr marL="3200400" lvl="6" indent="-342900" algn="l">
              <a:lnSpc>
                <a:spcPct val="100000"/>
              </a:lnSpc>
              <a:spcBef>
                <a:spcPts val="0"/>
              </a:spcBef>
              <a:spcAft>
                <a:spcPts val="0"/>
              </a:spcAft>
              <a:buClr>
                <a:schemeClr val="accent1"/>
              </a:buClr>
              <a:buSzPts val="1800"/>
              <a:buChar char="—"/>
              <a:defRPr/>
            </a:lvl7pPr>
            <a:lvl8pPr marL="3657600" lvl="7" indent="-342900" algn="l">
              <a:lnSpc>
                <a:spcPct val="100000"/>
              </a:lnSpc>
              <a:spcBef>
                <a:spcPts val="0"/>
              </a:spcBef>
              <a:spcAft>
                <a:spcPts val="0"/>
              </a:spcAft>
              <a:buClr>
                <a:schemeClr val="accent1"/>
              </a:buClr>
              <a:buSzPts val="1800"/>
              <a:buChar char="–"/>
              <a:defRPr/>
            </a:lvl8pPr>
            <a:lvl9pPr marL="4114800" lvl="8" indent="-342900" algn="l">
              <a:lnSpc>
                <a:spcPct val="100000"/>
              </a:lnSpc>
              <a:spcBef>
                <a:spcPts val="0"/>
              </a:spcBef>
              <a:spcAft>
                <a:spcPts val="0"/>
              </a:spcAft>
              <a:buClr>
                <a:schemeClr val="accent1"/>
              </a:buClr>
              <a:buSzPts val="1800"/>
              <a:buChar char="▪"/>
              <a:defRPr/>
            </a:lvl9pPr>
          </a:lstStyle>
          <a:p>
            <a:endParaRPr/>
          </a:p>
        </p:txBody>
      </p:sp>
      <p:sp>
        <p:nvSpPr>
          <p:cNvPr id="130" name="Google Shape;130;p23"/>
          <p:cNvSpPr txBox="1">
            <a:spLocks noGrp="1"/>
          </p:cNvSpPr>
          <p:nvPr>
            <p:ph type="title"/>
          </p:nvPr>
        </p:nvSpPr>
        <p:spPr>
          <a:xfrm>
            <a:off x="882771" y="3835706"/>
            <a:ext cx="3941317" cy="492443"/>
          </a:xfrm>
          <a:prstGeom prst="rect">
            <a:avLst/>
          </a:prstGeom>
          <a:solidFill>
            <a:schemeClr val="lt1">
              <a:alpha val="89803"/>
            </a:schemeClr>
          </a:solidFill>
          <a:ln>
            <a:noFill/>
          </a:ln>
        </p:spPr>
        <p:txBody>
          <a:bodyPr spcFirstLastPara="1" wrap="square" lIns="72000" tIns="0" rIns="36000" bIns="0" anchor="t" anchorCtr="0">
            <a:spAutoFit/>
          </a:bodyPr>
          <a:lstStyle>
            <a:lvl1pPr lvl="0" algn="l">
              <a:spcBef>
                <a:spcPts val="0"/>
              </a:spcBef>
              <a:spcAft>
                <a:spcPts val="0"/>
              </a:spcAft>
              <a:buClr>
                <a:schemeClr val="accent1"/>
              </a:buClr>
              <a:buSzPts val="3200"/>
              <a:buFont typeface="Open Sans"/>
              <a:buNone/>
              <a:defRPr sz="3200" b="1">
                <a:solidFill>
                  <a:schemeClr val="accen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31" name="Google Shape;131;p23"/>
          <p:cNvSpPr txBox="1">
            <a:spLocks noGrp="1"/>
          </p:cNvSpPr>
          <p:nvPr>
            <p:ph type="subTitle" idx="3"/>
          </p:nvPr>
        </p:nvSpPr>
        <p:spPr>
          <a:xfrm>
            <a:off x="882772" y="5028236"/>
            <a:ext cx="6090752" cy="246221"/>
          </a:xfrm>
          <a:prstGeom prst="rect">
            <a:avLst/>
          </a:prstGeom>
          <a:solidFill>
            <a:schemeClr val="lt1">
              <a:alpha val="89803"/>
            </a:schemeClr>
          </a:solidFill>
          <a:ln>
            <a:noFill/>
          </a:ln>
        </p:spPr>
        <p:txBody>
          <a:bodyPr spcFirstLastPara="1" wrap="square" lIns="72000" tIns="0" rIns="36000" bIns="0" anchor="t" anchorCtr="0">
            <a:spAutoFit/>
          </a:bodyPr>
          <a:lstStyle>
            <a:lvl1pPr lvl="0" algn="l">
              <a:spcBef>
                <a:spcPts val="600"/>
              </a:spcBef>
              <a:spcAft>
                <a:spcPts val="0"/>
              </a:spcAft>
              <a:buClr>
                <a:schemeClr val="accent1"/>
              </a:buClr>
              <a:buSzPts val="1600"/>
              <a:buNone/>
              <a:defRPr b="0">
                <a:solidFill>
                  <a:schemeClr val="accent1"/>
                </a:solidFill>
              </a:defRPr>
            </a:lvl1pPr>
            <a:lvl2pPr lvl="1" algn="ctr">
              <a:spcBef>
                <a:spcPts val="600"/>
              </a:spcBef>
              <a:spcAft>
                <a:spcPts val="0"/>
              </a:spcAft>
              <a:buClr>
                <a:srgbClr val="888888"/>
              </a:buClr>
              <a:buSzPts val="1600"/>
              <a:buNone/>
              <a:defRPr>
                <a:solidFill>
                  <a:srgbClr val="888888"/>
                </a:solidFill>
              </a:defRPr>
            </a:lvl2pPr>
            <a:lvl3pPr lvl="2" algn="ctr">
              <a:spcBef>
                <a:spcPts val="0"/>
              </a:spcBef>
              <a:spcAft>
                <a:spcPts val="0"/>
              </a:spcAft>
              <a:buClr>
                <a:srgbClr val="888888"/>
              </a:buClr>
              <a:buSzPts val="1600"/>
              <a:buNone/>
              <a:defRPr>
                <a:solidFill>
                  <a:srgbClr val="888888"/>
                </a:solidFill>
              </a:defRPr>
            </a:lvl3pPr>
            <a:lvl4pPr lvl="3" algn="ctr">
              <a:spcBef>
                <a:spcPts val="0"/>
              </a:spcBef>
              <a:spcAft>
                <a:spcPts val="0"/>
              </a:spcAft>
              <a:buClr>
                <a:srgbClr val="888888"/>
              </a:buClr>
              <a:buSzPts val="1600"/>
              <a:buNone/>
              <a:defRPr>
                <a:solidFill>
                  <a:srgbClr val="888888"/>
                </a:solidFill>
              </a:defRPr>
            </a:lvl4pPr>
            <a:lvl5pPr lvl="4" algn="ctr">
              <a:spcBef>
                <a:spcPts val="600"/>
              </a:spcBef>
              <a:spcAft>
                <a:spcPts val="0"/>
              </a:spcAft>
              <a:buClr>
                <a:srgbClr val="888888"/>
              </a:buClr>
              <a:buSzPts val="1400"/>
              <a:buNone/>
              <a:defRPr>
                <a:solidFill>
                  <a:srgbClr val="888888"/>
                </a:solidFill>
              </a:defRPr>
            </a:lvl5pPr>
            <a:lvl6pPr lvl="5" algn="ctr">
              <a:lnSpc>
                <a:spcPct val="100000"/>
              </a:lnSpc>
              <a:spcBef>
                <a:spcPts val="600"/>
              </a:spcBef>
              <a:spcAft>
                <a:spcPts val="0"/>
              </a:spcAft>
              <a:buClr>
                <a:srgbClr val="888888"/>
              </a:buClr>
              <a:buSzPts val="1400"/>
              <a:buNone/>
              <a:defRPr>
                <a:solidFill>
                  <a:srgbClr val="888888"/>
                </a:solidFill>
              </a:defRPr>
            </a:lvl6pPr>
            <a:lvl7pPr lvl="6" algn="ctr">
              <a:lnSpc>
                <a:spcPct val="100000"/>
              </a:lnSpc>
              <a:spcBef>
                <a:spcPts val="0"/>
              </a:spcBef>
              <a:spcAft>
                <a:spcPts val="0"/>
              </a:spcAft>
              <a:buClr>
                <a:srgbClr val="888888"/>
              </a:buClr>
              <a:buSzPts val="1400"/>
              <a:buNone/>
              <a:defRPr>
                <a:solidFill>
                  <a:srgbClr val="888888"/>
                </a:solidFill>
              </a:defRPr>
            </a:lvl7pPr>
            <a:lvl8pPr lvl="7" algn="ctr">
              <a:lnSpc>
                <a:spcPct val="100000"/>
              </a:lnSpc>
              <a:spcBef>
                <a:spcPts val="0"/>
              </a:spcBef>
              <a:spcAft>
                <a:spcPts val="0"/>
              </a:spcAft>
              <a:buClr>
                <a:srgbClr val="888888"/>
              </a:buClr>
              <a:buSzPts val="1400"/>
              <a:buNone/>
              <a:defRPr>
                <a:solidFill>
                  <a:srgbClr val="888888"/>
                </a:solidFill>
              </a:defRPr>
            </a:lvl8pPr>
            <a:lvl9pPr lvl="8" algn="ctr">
              <a:lnSpc>
                <a:spcPct val="100000"/>
              </a:lnSpc>
              <a:spcBef>
                <a:spcPts val="0"/>
              </a:spcBef>
              <a:spcAft>
                <a:spcPts val="0"/>
              </a:spcAft>
              <a:buClr>
                <a:srgbClr val="888888"/>
              </a:buClr>
              <a:buSzPts val="1400"/>
              <a:buNone/>
              <a:defRPr>
                <a:solidFill>
                  <a:srgbClr val="888888"/>
                </a:solidFill>
              </a:defRPr>
            </a:lvl9pPr>
          </a:lstStyle>
          <a:p>
            <a:endParaRPr/>
          </a:p>
        </p:txBody>
      </p:sp>
      <p:sp>
        <p:nvSpPr>
          <p:cNvPr id="132" name="Google Shape;132;p23"/>
          <p:cNvSpPr txBox="1">
            <a:spLocks noGrp="1"/>
          </p:cNvSpPr>
          <p:nvPr>
            <p:ph type="body" idx="4"/>
          </p:nvPr>
        </p:nvSpPr>
        <p:spPr>
          <a:xfrm>
            <a:off x="882808" y="3138045"/>
            <a:ext cx="3138020" cy="246221"/>
          </a:xfrm>
          <a:prstGeom prst="rect">
            <a:avLst/>
          </a:prstGeom>
          <a:solidFill>
            <a:schemeClr val="lt1">
              <a:alpha val="89803"/>
            </a:schemeClr>
          </a:solidFill>
          <a:ln>
            <a:noFill/>
          </a:ln>
        </p:spPr>
        <p:txBody>
          <a:bodyPr spcFirstLastPara="1" wrap="square" lIns="72000" tIns="0" rIns="36000" bIns="0" anchor="t" anchorCtr="0">
            <a:spAutoFit/>
          </a:bodyPr>
          <a:lstStyle>
            <a:lvl1pPr marL="457200" lvl="0" indent="-228600" algn="l">
              <a:spcBef>
                <a:spcPts val="0"/>
              </a:spcBef>
              <a:spcAft>
                <a:spcPts val="0"/>
              </a:spcAft>
              <a:buClr>
                <a:schemeClr val="accent1"/>
              </a:buClr>
              <a:buSzPts val="1600"/>
              <a:buNone/>
              <a:defRPr sz="1600" b="0">
                <a:solidFill>
                  <a:schemeClr val="accent1"/>
                </a:solidFill>
              </a:defRPr>
            </a:lvl1pPr>
            <a:lvl2pPr marL="914400" lvl="1" indent="-228600" algn="l">
              <a:spcBef>
                <a:spcPts val="600"/>
              </a:spcBef>
              <a:spcAft>
                <a:spcPts val="0"/>
              </a:spcAft>
              <a:buClr>
                <a:schemeClr val="accent1"/>
              </a:buClr>
              <a:buSzPts val="1800"/>
              <a:buNone/>
              <a:defRPr/>
            </a:lvl2pPr>
            <a:lvl3pPr marL="1371600" lvl="2" indent="-342900" algn="l">
              <a:spcBef>
                <a:spcPts val="0"/>
              </a:spcBef>
              <a:spcAft>
                <a:spcPts val="0"/>
              </a:spcAft>
              <a:buClr>
                <a:schemeClr val="accent1"/>
              </a:buClr>
              <a:buSzPts val="1800"/>
              <a:buChar char="—"/>
              <a:defRPr/>
            </a:lvl3pPr>
            <a:lvl4pPr marL="1828800" lvl="3" indent="-342900" algn="l">
              <a:spcBef>
                <a:spcPts val="0"/>
              </a:spcBef>
              <a:spcAft>
                <a:spcPts val="0"/>
              </a:spcAft>
              <a:buClr>
                <a:schemeClr val="accent1"/>
              </a:buClr>
              <a:buSzPts val="1800"/>
              <a:buChar char="–"/>
              <a:defRPr/>
            </a:lvl4pPr>
            <a:lvl5pPr marL="2286000" lvl="4" indent="-228600" algn="l">
              <a:spcBef>
                <a:spcPts val="600"/>
              </a:spcBef>
              <a:spcAft>
                <a:spcPts val="0"/>
              </a:spcAft>
              <a:buClr>
                <a:schemeClr val="accent1"/>
              </a:buClr>
              <a:buSzPts val="1800"/>
              <a:buNone/>
              <a:defRPr/>
            </a:lvl5pPr>
            <a:lvl6pPr marL="2743200" lvl="5" indent="-228600" algn="l">
              <a:lnSpc>
                <a:spcPct val="100000"/>
              </a:lnSpc>
              <a:spcBef>
                <a:spcPts val="600"/>
              </a:spcBef>
              <a:spcAft>
                <a:spcPts val="0"/>
              </a:spcAft>
              <a:buClr>
                <a:schemeClr val="accent1"/>
              </a:buClr>
              <a:buSzPts val="1800"/>
              <a:buNone/>
              <a:defRPr/>
            </a:lvl6pPr>
            <a:lvl7pPr marL="3200400" lvl="6" indent="-342900" algn="l">
              <a:lnSpc>
                <a:spcPct val="100000"/>
              </a:lnSpc>
              <a:spcBef>
                <a:spcPts val="0"/>
              </a:spcBef>
              <a:spcAft>
                <a:spcPts val="0"/>
              </a:spcAft>
              <a:buClr>
                <a:schemeClr val="accent1"/>
              </a:buClr>
              <a:buSzPts val="1800"/>
              <a:buChar char="—"/>
              <a:defRPr/>
            </a:lvl7pPr>
            <a:lvl8pPr marL="3657600" lvl="7" indent="-342900" algn="l">
              <a:lnSpc>
                <a:spcPct val="100000"/>
              </a:lnSpc>
              <a:spcBef>
                <a:spcPts val="0"/>
              </a:spcBef>
              <a:spcAft>
                <a:spcPts val="0"/>
              </a:spcAft>
              <a:buClr>
                <a:schemeClr val="accent1"/>
              </a:buClr>
              <a:buSzPts val="1800"/>
              <a:buChar char="–"/>
              <a:defRPr/>
            </a:lvl8pPr>
            <a:lvl9pPr marL="4114800" lvl="8" indent="-342900" algn="l">
              <a:lnSpc>
                <a:spcPct val="100000"/>
              </a:lnSpc>
              <a:spcBef>
                <a:spcPts val="0"/>
              </a:spcBef>
              <a:spcAft>
                <a:spcPts val="0"/>
              </a:spcAft>
              <a:buClr>
                <a:schemeClr val="accent1"/>
              </a:buClr>
              <a:buSzPts val="1800"/>
              <a:buChar char="▪"/>
              <a:defRPr/>
            </a:lvl9pPr>
          </a:lstStyle>
          <a:p>
            <a:endParaRPr/>
          </a:p>
        </p:txBody>
      </p:sp>
      <p:sp>
        <p:nvSpPr>
          <p:cNvPr id="133" name="Google Shape;133;p23"/>
          <p:cNvSpPr txBox="1">
            <a:spLocks noGrp="1"/>
          </p:cNvSpPr>
          <p:nvPr>
            <p:ph type="body" idx="5"/>
          </p:nvPr>
        </p:nvSpPr>
        <p:spPr>
          <a:xfrm>
            <a:off x="882770" y="4375609"/>
            <a:ext cx="4803348" cy="492443"/>
          </a:xfrm>
          <a:prstGeom prst="rect">
            <a:avLst/>
          </a:prstGeom>
          <a:solidFill>
            <a:schemeClr val="lt1">
              <a:alpha val="89803"/>
            </a:schemeClr>
          </a:solidFill>
          <a:ln>
            <a:noFill/>
          </a:ln>
        </p:spPr>
        <p:txBody>
          <a:bodyPr spcFirstLastPara="1" wrap="square" lIns="72000" tIns="0" rIns="36000" bIns="0" anchor="t" anchorCtr="0">
            <a:spAutoFit/>
          </a:bodyPr>
          <a:lstStyle>
            <a:lvl1pPr marL="457200" lvl="0" indent="-228600" algn="l">
              <a:spcBef>
                <a:spcPts val="600"/>
              </a:spcBef>
              <a:spcAft>
                <a:spcPts val="0"/>
              </a:spcAft>
              <a:buClr>
                <a:schemeClr val="accent1"/>
              </a:buClr>
              <a:buSzPts val="3200"/>
              <a:buNone/>
              <a:defRPr sz="3200" b="0">
                <a:solidFill>
                  <a:schemeClr val="accent1"/>
                </a:solidFill>
              </a:defRPr>
            </a:lvl1pPr>
            <a:lvl2pPr marL="914400" lvl="1" indent="-228600" algn="l">
              <a:spcBef>
                <a:spcPts val="600"/>
              </a:spcBef>
              <a:spcAft>
                <a:spcPts val="0"/>
              </a:spcAft>
              <a:buClr>
                <a:schemeClr val="accent1"/>
              </a:buClr>
              <a:buSzPts val="1800"/>
              <a:buNone/>
              <a:defRPr/>
            </a:lvl2pPr>
            <a:lvl3pPr marL="1371600" lvl="2" indent="-228600" algn="l">
              <a:spcBef>
                <a:spcPts val="0"/>
              </a:spcBef>
              <a:spcAft>
                <a:spcPts val="0"/>
              </a:spcAft>
              <a:buClr>
                <a:schemeClr val="accent1"/>
              </a:buClr>
              <a:buSzPts val="1600"/>
              <a:buNone/>
              <a:defRPr/>
            </a:lvl3pPr>
            <a:lvl4pPr marL="1828800" lvl="3" indent="-228600" algn="l">
              <a:spcBef>
                <a:spcPts val="0"/>
              </a:spcBef>
              <a:spcAft>
                <a:spcPts val="0"/>
              </a:spcAft>
              <a:buClr>
                <a:schemeClr val="accent1"/>
              </a:buClr>
              <a:buSzPts val="1600"/>
              <a:buNone/>
              <a:defRPr/>
            </a:lvl4pPr>
            <a:lvl5pPr marL="2286000" lvl="4" indent="-228600" algn="l">
              <a:spcBef>
                <a:spcPts val="600"/>
              </a:spcBef>
              <a:spcAft>
                <a:spcPts val="0"/>
              </a:spcAft>
              <a:buClr>
                <a:schemeClr val="accent1"/>
              </a:buClr>
              <a:buSzPts val="1800"/>
              <a:buNone/>
              <a:defRPr/>
            </a:lvl5pPr>
            <a:lvl6pPr marL="2743200" lvl="5" indent="-228600" algn="l">
              <a:lnSpc>
                <a:spcPct val="100000"/>
              </a:lnSpc>
              <a:spcBef>
                <a:spcPts val="600"/>
              </a:spcBef>
              <a:spcAft>
                <a:spcPts val="0"/>
              </a:spcAft>
              <a:buClr>
                <a:schemeClr val="accent1"/>
              </a:buClr>
              <a:buSzPts val="1800"/>
              <a:buNone/>
              <a:defRPr/>
            </a:lvl6pPr>
            <a:lvl7pPr marL="3200400" lvl="6" indent="-342900" algn="l">
              <a:lnSpc>
                <a:spcPct val="100000"/>
              </a:lnSpc>
              <a:spcBef>
                <a:spcPts val="0"/>
              </a:spcBef>
              <a:spcAft>
                <a:spcPts val="0"/>
              </a:spcAft>
              <a:buClr>
                <a:schemeClr val="accent1"/>
              </a:buClr>
              <a:buSzPts val="1800"/>
              <a:buChar char="—"/>
              <a:defRPr/>
            </a:lvl7pPr>
            <a:lvl8pPr marL="3657600" lvl="7" indent="-342900" algn="l">
              <a:lnSpc>
                <a:spcPct val="100000"/>
              </a:lnSpc>
              <a:spcBef>
                <a:spcPts val="0"/>
              </a:spcBef>
              <a:spcAft>
                <a:spcPts val="0"/>
              </a:spcAft>
              <a:buClr>
                <a:schemeClr val="accent1"/>
              </a:buClr>
              <a:buSzPts val="1800"/>
              <a:buChar char="–"/>
              <a:defRPr/>
            </a:lvl8pPr>
            <a:lvl9pPr marL="4114800" lvl="8" indent="-342900" algn="l">
              <a:lnSpc>
                <a:spcPct val="100000"/>
              </a:lnSpc>
              <a:spcBef>
                <a:spcPts val="0"/>
              </a:spcBef>
              <a:spcAft>
                <a:spcPts val="0"/>
              </a:spcAft>
              <a:buClr>
                <a:schemeClr val="accent1"/>
              </a:buClr>
              <a:buSzPts val="1800"/>
              <a:buChar char="▪"/>
              <a:defRPr/>
            </a:lvl9pPr>
          </a:lstStyle>
          <a:p>
            <a:endParaRPr/>
          </a:p>
        </p:txBody>
      </p:sp>
      <p:sp>
        <p:nvSpPr>
          <p:cNvPr id="134" name="Google Shape;134;p23"/>
          <p:cNvSpPr txBox="1">
            <a:spLocks noGrp="1"/>
          </p:cNvSpPr>
          <p:nvPr>
            <p:ph type="body" idx="6"/>
          </p:nvPr>
        </p:nvSpPr>
        <p:spPr>
          <a:xfrm>
            <a:off x="882808" y="5312641"/>
            <a:ext cx="4711084" cy="246221"/>
          </a:xfrm>
          <a:prstGeom prst="rect">
            <a:avLst/>
          </a:prstGeom>
          <a:solidFill>
            <a:schemeClr val="lt1">
              <a:alpha val="89803"/>
            </a:schemeClr>
          </a:solidFill>
          <a:ln>
            <a:noFill/>
          </a:ln>
        </p:spPr>
        <p:txBody>
          <a:bodyPr spcFirstLastPara="1" wrap="square" lIns="72000" tIns="0" rIns="36000" bIns="0" anchor="t" anchorCtr="0">
            <a:spAutoFit/>
          </a:bodyPr>
          <a:lstStyle>
            <a:lvl1pPr marL="457200" lvl="0" indent="-228600" algn="l">
              <a:spcBef>
                <a:spcPts val="600"/>
              </a:spcBef>
              <a:spcAft>
                <a:spcPts val="0"/>
              </a:spcAft>
              <a:buClr>
                <a:schemeClr val="accent1"/>
              </a:buClr>
              <a:buSzPts val="1600"/>
              <a:buNone/>
              <a:defRPr b="0">
                <a:solidFill>
                  <a:schemeClr val="accent1"/>
                </a:solidFill>
              </a:defRPr>
            </a:lvl1pPr>
            <a:lvl2pPr marL="914400" lvl="1" indent="-228600" algn="l">
              <a:spcBef>
                <a:spcPts val="600"/>
              </a:spcBef>
              <a:spcAft>
                <a:spcPts val="0"/>
              </a:spcAft>
              <a:buClr>
                <a:schemeClr val="accent1"/>
              </a:buClr>
              <a:buSzPts val="1800"/>
              <a:buNone/>
              <a:defRPr/>
            </a:lvl2pPr>
            <a:lvl3pPr marL="1371600" lvl="2" indent="-342900" algn="l">
              <a:spcBef>
                <a:spcPts val="0"/>
              </a:spcBef>
              <a:spcAft>
                <a:spcPts val="0"/>
              </a:spcAft>
              <a:buClr>
                <a:schemeClr val="accent1"/>
              </a:buClr>
              <a:buSzPts val="1800"/>
              <a:buChar char="—"/>
              <a:defRPr/>
            </a:lvl3pPr>
            <a:lvl4pPr marL="1828800" lvl="3" indent="-342900" algn="l">
              <a:spcBef>
                <a:spcPts val="0"/>
              </a:spcBef>
              <a:spcAft>
                <a:spcPts val="0"/>
              </a:spcAft>
              <a:buClr>
                <a:schemeClr val="accent1"/>
              </a:buClr>
              <a:buSzPts val="1800"/>
              <a:buChar char="–"/>
              <a:defRPr/>
            </a:lvl4pPr>
            <a:lvl5pPr marL="2286000" lvl="4" indent="-228600" algn="l">
              <a:spcBef>
                <a:spcPts val="600"/>
              </a:spcBef>
              <a:spcAft>
                <a:spcPts val="0"/>
              </a:spcAft>
              <a:buClr>
                <a:schemeClr val="accent1"/>
              </a:buClr>
              <a:buSzPts val="1800"/>
              <a:buNone/>
              <a:defRPr/>
            </a:lvl5pPr>
            <a:lvl6pPr marL="2743200" lvl="5" indent="-228600" algn="l">
              <a:lnSpc>
                <a:spcPct val="100000"/>
              </a:lnSpc>
              <a:spcBef>
                <a:spcPts val="600"/>
              </a:spcBef>
              <a:spcAft>
                <a:spcPts val="0"/>
              </a:spcAft>
              <a:buClr>
                <a:schemeClr val="accent1"/>
              </a:buClr>
              <a:buSzPts val="1800"/>
              <a:buNone/>
              <a:defRPr/>
            </a:lvl6pPr>
            <a:lvl7pPr marL="3200400" lvl="6" indent="-342900" algn="l">
              <a:lnSpc>
                <a:spcPct val="100000"/>
              </a:lnSpc>
              <a:spcBef>
                <a:spcPts val="0"/>
              </a:spcBef>
              <a:spcAft>
                <a:spcPts val="0"/>
              </a:spcAft>
              <a:buClr>
                <a:schemeClr val="accent1"/>
              </a:buClr>
              <a:buSzPts val="1800"/>
              <a:buChar char="—"/>
              <a:defRPr/>
            </a:lvl7pPr>
            <a:lvl8pPr marL="3657600" lvl="7" indent="-342900" algn="l">
              <a:lnSpc>
                <a:spcPct val="100000"/>
              </a:lnSpc>
              <a:spcBef>
                <a:spcPts val="0"/>
              </a:spcBef>
              <a:spcAft>
                <a:spcPts val="0"/>
              </a:spcAft>
              <a:buClr>
                <a:schemeClr val="accent1"/>
              </a:buClr>
              <a:buSzPts val="1800"/>
              <a:buChar char="–"/>
              <a:defRPr/>
            </a:lvl8pPr>
            <a:lvl9pPr marL="4114800" lvl="8" indent="-342900" algn="l">
              <a:lnSpc>
                <a:spcPct val="100000"/>
              </a:lnSpc>
              <a:spcBef>
                <a:spcPts val="0"/>
              </a:spcBef>
              <a:spcAft>
                <a:spcPts val="0"/>
              </a:spcAft>
              <a:buClr>
                <a:schemeClr val="accent1"/>
              </a:buClr>
              <a:buSzPts val="1800"/>
              <a:buChar char="▪"/>
              <a:defRPr/>
            </a:lvl9pPr>
          </a:lstStyle>
          <a:p>
            <a:endParaRPr/>
          </a:p>
        </p:txBody>
      </p:sp>
      <p:pic>
        <p:nvPicPr>
          <p:cNvPr id="135" name="Google Shape;135;p23" descr="Logo. Acht unregelmäßige Dreiecksflächen sind, im Uhrzeigersinn einen Farbverlauf von dunkelblau bis hellgrün ergebend, zu einem regelmäßig achteckigen Ring angeordnet. Links daneben zweizeilig der Schriftzug &quot;DRESDEN concept" title="Logo Dresden concept"/>
          <p:cNvPicPr preferRelativeResize="0"/>
          <p:nvPr/>
        </p:nvPicPr>
        <p:blipFill rotWithShape="1">
          <a:blip r:embed="rId2">
            <a:alphaModFix/>
          </a:blip>
          <a:srcRect/>
          <a:stretch/>
        </p:blipFill>
        <p:spPr>
          <a:xfrm>
            <a:off x="10406348" y="348373"/>
            <a:ext cx="1468046" cy="543600"/>
          </a:xfrm>
          <a:prstGeom prst="rect">
            <a:avLst/>
          </a:prstGeom>
          <a:noFill/>
          <a:ln>
            <a:noFill/>
          </a:ln>
        </p:spPr>
      </p:pic>
      <p:pic>
        <p:nvPicPr>
          <p:cNvPr id="136" name="Google Shape;136;p23" descr="Logo. Schriftzug &quot;Technische Universität Dresden&quot;. Links davon befindet sich ein Achteck, das in zwei Bereiche aufgeteilt ist, die zusammen die Buchstaben &quot;T&quot; und &quot;U&quot; ergeben." title="Logo der TU Dresden"/>
          <p:cNvPicPr preferRelativeResize="0"/>
          <p:nvPr/>
        </p:nvPicPr>
        <p:blipFill rotWithShape="1">
          <a:blip r:embed="rId3">
            <a:alphaModFix/>
          </a:blip>
          <a:srcRect/>
          <a:stretch/>
        </p:blipFill>
        <p:spPr>
          <a:xfrm>
            <a:off x="290304" y="348373"/>
            <a:ext cx="1764000" cy="514800"/>
          </a:xfrm>
          <a:prstGeom prst="rect">
            <a:avLst/>
          </a:prstGeom>
          <a:noFill/>
          <a:ln>
            <a:noFill/>
          </a:ln>
        </p:spPr>
      </p:pic>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matchingName="2_Titelfolie_TUD_weiß-blau">
  <p:cSld name="2_Titelfolie_TUD_weiß-blau">
    <p:spTree>
      <p:nvGrpSpPr>
        <p:cNvPr id="1" name="Shape 137"/>
        <p:cNvGrpSpPr/>
        <p:nvPr/>
      </p:nvGrpSpPr>
      <p:grpSpPr>
        <a:xfrm>
          <a:off x="0" y="0"/>
          <a:ext cx="0" cy="0"/>
          <a:chOff x="0" y="0"/>
          <a:chExt cx="0" cy="0"/>
        </a:xfrm>
      </p:grpSpPr>
      <p:sp>
        <p:nvSpPr>
          <p:cNvPr id="138" name="Google Shape;138;p24"/>
          <p:cNvSpPr/>
          <p:nvPr/>
        </p:nvSpPr>
        <p:spPr>
          <a:xfrm>
            <a:off x="0" y="1204912"/>
            <a:ext cx="12192000" cy="5653089"/>
          </a:xfrm>
          <a:prstGeom prst="rect">
            <a:avLst/>
          </a:prstGeom>
          <a:gradFill>
            <a:gsLst>
              <a:gs pos="0">
                <a:schemeClr val="accent5"/>
              </a:gs>
              <a:gs pos="14000">
                <a:schemeClr val="accent5"/>
              </a:gs>
              <a:gs pos="100000">
                <a:schemeClr val="accent4"/>
              </a:gs>
            </a:gsLst>
            <a:lin ang="150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Open Sans"/>
              <a:ea typeface="Open Sans"/>
              <a:cs typeface="Open Sans"/>
              <a:sym typeface="Open Sans"/>
            </a:endParaRPr>
          </a:p>
        </p:txBody>
      </p:sp>
      <p:sp>
        <p:nvSpPr>
          <p:cNvPr id="139" name="Google Shape;139;p24"/>
          <p:cNvSpPr txBox="1">
            <a:spLocks noGrp="1"/>
          </p:cNvSpPr>
          <p:nvPr>
            <p:ph type="body" idx="1"/>
          </p:nvPr>
        </p:nvSpPr>
        <p:spPr>
          <a:xfrm>
            <a:off x="882808" y="2852116"/>
            <a:ext cx="1802014" cy="246221"/>
          </a:xfrm>
          <a:prstGeom prst="rect">
            <a:avLst/>
          </a:prstGeom>
          <a:solidFill>
            <a:schemeClr val="lt1">
              <a:alpha val="89803"/>
            </a:schemeClr>
          </a:solidFill>
          <a:ln>
            <a:noFill/>
          </a:ln>
        </p:spPr>
        <p:txBody>
          <a:bodyPr spcFirstLastPara="1" wrap="square" lIns="72000" tIns="0" rIns="36000" bIns="0" anchor="t" anchorCtr="0">
            <a:spAutoFit/>
          </a:bodyPr>
          <a:lstStyle>
            <a:lvl1pPr marL="457200" lvl="0" indent="-228600" algn="l">
              <a:spcBef>
                <a:spcPts val="0"/>
              </a:spcBef>
              <a:spcAft>
                <a:spcPts val="0"/>
              </a:spcAft>
              <a:buClr>
                <a:schemeClr val="accent1"/>
              </a:buClr>
              <a:buSzPts val="1600"/>
              <a:buNone/>
              <a:defRPr sz="1600" b="1">
                <a:solidFill>
                  <a:schemeClr val="accent1"/>
                </a:solidFill>
              </a:defRPr>
            </a:lvl1pPr>
            <a:lvl2pPr marL="914400" lvl="1" indent="-228600" algn="l">
              <a:spcBef>
                <a:spcPts val="600"/>
              </a:spcBef>
              <a:spcAft>
                <a:spcPts val="0"/>
              </a:spcAft>
              <a:buClr>
                <a:schemeClr val="accent1"/>
              </a:buClr>
              <a:buSzPts val="1800"/>
              <a:buNone/>
              <a:defRPr/>
            </a:lvl2pPr>
            <a:lvl3pPr marL="1371600" lvl="2" indent="-342900" algn="l">
              <a:spcBef>
                <a:spcPts val="0"/>
              </a:spcBef>
              <a:spcAft>
                <a:spcPts val="0"/>
              </a:spcAft>
              <a:buClr>
                <a:schemeClr val="accent1"/>
              </a:buClr>
              <a:buSzPts val="1800"/>
              <a:buChar char="—"/>
              <a:defRPr/>
            </a:lvl3pPr>
            <a:lvl4pPr marL="1828800" lvl="3" indent="-342900" algn="l">
              <a:spcBef>
                <a:spcPts val="0"/>
              </a:spcBef>
              <a:spcAft>
                <a:spcPts val="0"/>
              </a:spcAft>
              <a:buClr>
                <a:schemeClr val="accent1"/>
              </a:buClr>
              <a:buSzPts val="1800"/>
              <a:buChar char="–"/>
              <a:defRPr/>
            </a:lvl4pPr>
            <a:lvl5pPr marL="2286000" lvl="4" indent="-228600" algn="l">
              <a:spcBef>
                <a:spcPts val="600"/>
              </a:spcBef>
              <a:spcAft>
                <a:spcPts val="0"/>
              </a:spcAft>
              <a:buClr>
                <a:schemeClr val="accent1"/>
              </a:buClr>
              <a:buSzPts val="1800"/>
              <a:buNone/>
              <a:defRPr/>
            </a:lvl5pPr>
            <a:lvl6pPr marL="2743200" lvl="5" indent="-228600" algn="l">
              <a:lnSpc>
                <a:spcPct val="100000"/>
              </a:lnSpc>
              <a:spcBef>
                <a:spcPts val="600"/>
              </a:spcBef>
              <a:spcAft>
                <a:spcPts val="0"/>
              </a:spcAft>
              <a:buClr>
                <a:schemeClr val="accent1"/>
              </a:buClr>
              <a:buSzPts val="1800"/>
              <a:buNone/>
              <a:defRPr/>
            </a:lvl6pPr>
            <a:lvl7pPr marL="3200400" lvl="6" indent="-342900" algn="l">
              <a:lnSpc>
                <a:spcPct val="100000"/>
              </a:lnSpc>
              <a:spcBef>
                <a:spcPts val="0"/>
              </a:spcBef>
              <a:spcAft>
                <a:spcPts val="0"/>
              </a:spcAft>
              <a:buClr>
                <a:schemeClr val="accent1"/>
              </a:buClr>
              <a:buSzPts val="1800"/>
              <a:buChar char="—"/>
              <a:defRPr/>
            </a:lvl7pPr>
            <a:lvl8pPr marL="3657600" lvl="7" indent="-342900" algn="l">
              <a:lnSpc>
                <a:spcPct val="100000"/>
              </a:lnSpc>
              <a:spcBef>
                <a:spcPts val="0"/>
              </a:spcBef>
              <a:spcAft>
                <a:spcPts val="0"/>
              </a:spcAft>
              <a:buClr>
                <a:schemeClr val="accent1"/>
              </a:buClr>
              <a:buSzPts val="1800"/>
              <a:buChar char="–"/>
              <a:defRPr/>
            </a:lvl8pPr>
            <a:lvl9pPr marL="4114800" lvl="8" indent="-342900" algn="l">
              <a:lnSpc>
                <a:spcPct val="100000"/>
              </a:lnSpc>
              <a:spcBef>
                <a:spcPts val="0"/>
              </a:spcBef>
              <a:spcAft>
                <a:spcPts val="0"/>
              </a:spcAft>
              <a:buClr>
                <a:schemeClr val="accent1"/>
              </a:buClr>
              <a:buSzPts val="1800"/>
              <a:buChar char="▪"/>
              <a:defRPr/>
            </a:lvl9pPr>
          </a:lstStyle>
          <a:p>
            <a:endParaRPr/>
          </a:p>
        </p:txBody>
      </p:sp>
      <p:sp>
        <p:nvSpPr>
          <p:cNvPr id="140" name="Google Shape;140;p24"/>
          <p:cNvSpPr txBox="1">
            <a:spLocks noGrp="1"/>
          </p:cNvSpPr>
          <p:nvPr>
            <p:ph type="title"/>
          </p:nvPr>
        </p:nvSpPr>
        <p:spPr>
          <a:xfrm>
            <a:off x="882771" y="3835706"/>
            <a:ext cx="3941317" cy="492443"/>
          </a:xfrm>
          <a:prstGeom prst="rect">
            <a:avLst/>
          </a:prstGeom>
          <a:solidFill>
            <a:schemeClr val="lt1">
              <a:alpha val="89803"/>
            </a:schemeClr>
          </a:solidFill>
          <a:ln>
            <a:noFill/>
          </a:ln>
        </p:spPr>
        <p:txBody>
          <a:bodyPr spcFirstLastPara="1" wrap="square" lIns="72000" tIns="0" rIns="36000" bIns="0" anchor="t" anchorCtr="0">
            <a:spAutoFit/>
          </a:bodyPr>
          <a:lstStyle>
            <a:lvl1pPr lvl="0" algn="l">
              <a:spcBef>
                <a:spcPts val="0"/>
              </a:spcBef>
              <a:spcAft>
                <a:spcPts val="0"/>
              </a:spcAft>
              <a:buClr>
                <a:schemeClr val="accent1"/>
              </a:buClr>
              <a:buSzPts val="3200"/>
              <a:buFont typeface="Open Sans"/>
              <a:buNone/>
              <a:defRPr sz="3200" b="1">
                <a:solidFill>
                  <a:schemeClr val="accen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41" name="Google Shape;141;p24"/>
          <p:cNvSpPr txBox="1">
            <a:spLocks noGrp="1"/>
          </p:cNvSpPr>
          <p:nvPr>
            <p:ph type="subTitle" idx="2"/>
          </p:nvPr>
        </p:nvSpPr>
        <p:spPr>
          <a:xfrm>
            <a:off x="882772" y="5028236"/>
            <a:ext cx="6090752" cy="246221"/>
          </a:xfrm>
          <a:prstGeom prst="rect">
            <a:avLst/>
          </a:prstGeom>
          <a:solidFill>
            <a:schemeClr val="lt1">
              <a:alpha val="89803"/>
            </a:schemeClr>
          </a:solidFill>
          <a:ln>
            <a:noFill/>
          </a:ln>
        </p:spPr>
        <p:txBody>
          <a:bodyPr spcFirstLastPara="1" wrap="square" lIns="72000" tIns="0" rIns="36000" bIns="0" anchor="t" anchorCtr="0">
            <a:spAutoFit/>
          </a:bodyPr>
          <a:lstStyle>
            <a:lvl1pPr lvl="0" algn="l">
              <a:spcBef>
                <a:spcPts val="600"/>
              </a:spcBef>
              <a:spcAft>
                <a:spcPts val="0"/>
              </a:spcAft>
              <a:buClr>
                <a:schemeClr val="accent1"/>
              </a:buClr>
              <a:buSzPts val="1600"/>
              <a:buNone/>
              <a:defRPr b="0">
                <a:solidFill>
                  <a:schemeClr val="accent1"/>
                </a:solidFill>
              </a:defRPr>
            </a:lvl1pPr>
            <a:lvl2pPr lvl="1" algn="ctr">
              <a:spcBef>
                <a:spcPts val="600"/>
              </a:spcBef>
              <a:spcAft>
                <a:spcPts val="0"/>
              </a:spcAft>
              <a:buClr>
                <a:srgbClr val="888888"/>
              </a:buClr>
              <a:buSzPts val="1600"/>
              <a:buNone/>
              <a:defRPr>
                <a:solidFill>
                  <a:srgbClr val="888888"/>
                </a:solidFill>
              </a:defRPr>
            </a:lvl2pPr>
            <a:lvl3pPr lvl="2" algn="ctr">
              <a:spcBef>
                <a:spcPts val="0"/>
              </a:spcBef>
              <a:spcAft>
                <a:spcPts val="0"/>
              </a:spcAft>
              <a:buClr>
                <a:srgbClr val="888888"/>
              </a:buClr>
              <a:buSzPts val="1600"/>
              <a:buNone/>
              <a:defRPr>
                <a:solidFill>
                  <a:srgbClr val="888888"/>
                </a:solidFill>
              </a:defRPr>
            </a:lvl3pPr>
            <a:lvl4pPr lvl="3" algn="ctr">
              <a:spcBef>
                <a:spcPts val="0"/>
              </a:spcBef>
              <a:spcAft>
                <a:spcPts val="0"/>
              </a:spcAft>
              <a:buClr>
                <a:srgbClr val="888888"/>
              </a:buClr>
              <a:buSzPts val="1600"/>
              <a:buNone/>
              <a:defRPr>
                <a:solidFill>
                  <a:srgbClr val="888888"/>
                </a:solidFill>
              </a:defRPr>
            </a:lvl4pPr>
            <a:lvl5pPr lvl="4" algn="ctr">
              <a:spcBef>
                <a:spcPts val="600"/>
              </a:spcBef>
              <a:spcAft>
                <a:spcPts val="0"/>
              </a:spcAft>
              <a:buClr>
                <a:srgbClr val="888888"/>
              </a:buClr>
              <a:buSzPts val="1400"/>
              <a:buNone/>
              <a:defRPr>
                <a:solidFill>
                  <a:srgbClr val="888888"/>
                </a:solidFill>
              </a:defRPr>
            </a:lvl5pPr>
            <a:lvl6pPr lvl="5" algn="ctr">
              <a:lnSpc>
                <a:spcPct val="100000"/>
              </a:lnSpc>
              <a:spcBef>
                <a:spcPts val="600"/>
              </a:spcBef>
              <a:spcAft>
                <a:spcPts val="0"/>
              </a:spcAft>
              <a:buClr>
                <a:srgbClr val="888888"/>
              </a:buClr>
              <a:buSzPts val="1400"/>
              <a:buNone/>
              <a:defRPr>
                <a:solidFill>
                  <a:srgbClr val="888888"/>
                </a:solidFill>
              </a:defRPr>
            </a:lvl6pPr>
            <a:lvl7pPr lvl="6" algn="ctr">
              <a:lnSpc>
                <a:spcPct val="100000"/>
              </a:lnSpc>
              <a:spcBef>
                <a:spcPts val="0"/>
              </a:spcBef>
              <a:spcAft>
                <a:spcPts val="0"/>
              </a:spcAft>
              <a:buClr>
                <a:srgbClr val="888888"/>
              </a:buClr>
              <a:buSzPts val="1400"/>
              <a:buNone/>
              <a:defRPr>
                <a:solidFill>
                  <a:srgbClr val="888888"/>
                </a:solidFill>
              </a:defRPr>
            </a:lvl7pPr>
            <a:lvl8pPr lvl="7" algn="ctr">
              <a:lnSpc>
                <a:spcPct val="100000"/>
              </a:lnSpc>
              <a:spcBef>
                <a:spcPts val="0"/>
              </a:spcBef>
              <a:spcAft>
                <a:spcPts val="0"/>
              </a:spcAft>
              <a:buClr>
                <a:srgbClr val="888888"/>
              </a:buClr>
              <a:buSzPts val="1400"/>
              <a:buNone/>
              <a:defRPr>
                <a:solidFill>
                  <a:srgbClr val="888888"/>
                </a:solidFill>
              </a:defRPr>
            </a:lvl8pPr>
            <a:lvl9pPr lvl="8" algn="ctr">
              <a:lnSpc>
                <a:spcPct val="100000"/>
              </a:lnSpc>
              <a:spcBef>
                <a:spcPts val="0"/>
              </a:spcBef>
              <a:spcAft>
                <a:spcPts val="0"/>
              </a:spcAft>
              <a:buClr>
                <a:srgbClr val="888888"/>
              </a:buClr>
              <a:buSzPts val="1400"/>
              <a:buNone/>
              <a:defRPr>
                <a:solidFill>
                  <a:srgbClr val="888888"/>
                </a:solidFill>
              </a:defRPr>
            </a:lvl9pPr>
          </a:lstStyle>
          <a:p>
            <a:endParaRPr/>
          </a:p>
        </p:txBody>
      </p:sp>
      <p:sp>
        <p:nvSpPr>
          <p:cNvPr id="142" name="Google Shape;142;p24"/>
          <p:cNvSpPr txBox="1">
            <a:spLocks noGrp="1"/>
          </p:cNvSpPr>
          <p:nvPr>
            <p:ph type="body" idx="3"/>
          </p:nvPr>
        </p:nvSpPr>
        <p:spPr>
          <a:xfrm>
            <a:off x="882808" y="3138045"/>
            <a:ext cx="3138020" cy="246221"/>
          </a:xfrm>
          <a:prstGeom prst="rect">
            <a:avLst/>
          </a:prstGeom>
          <a:solidFill>
            <a:schemeClr val="lt1">
              <a:alpha val="89803"/>
            </a:schemeClr>
          </a:solidFill>
          <a:ln>
            <a:noFill/>
          </a:ln>
        </p:spPr>
        <p:txBody>
          <a:bodyPr spcFirstLastPara="1" wrap="square" lIns="72000" tIns="0" rIns="36000" bIns="0" anchor="t" anchorCtr="0">
            <a:spAutoFit/>
          </a:bodyPr>
          <a:lstStyle>
            <a:lvl1pPr marL="457200" lvl="0" indent="-228600" algn="l">
              <a:spcBef>
                <a:spcPts val="0"/>
              </a:spcBef>
              <a:spcAft>
                <a:spcPts val="0"/>
              </a:spcAft>
              <a:buClr>
                <a:schemeClr val="accent1"/>
              </a:buClr>
              <a:buSzPts val="1600"/>
              <a:buNone/>
              <a:defRPr sz="1600" b="0">
                <a:solidFill>
                  <a:schemeClr val="accent1"/>
                </a:solidFill>
              </a:defRPr>
            </a:lvl1pPr>
            <a:lvl2pPr marL="914400" lvl="1" indent="-228600" algn="l">
              <a:spcBef>
                <a:spcPts val="600"/>
              </a:spcBef>
              <a:spcAft>
                <a:spcPts val="0"/>
              </a:spcAft>
              <a:buClr>
                <a:schemeClr val="accent1"/>
              </a:buClr>
              <a:buSzPts val="1800"/>
              <a:buNone/>
              <a:defRPr/>
            </a:lvl2pPr>
            <a:lvl3pPr marL="1371600" lvl="2" indent="-342900" algn="l">
              <a:spcBef>
                <a:spcPts val="0"/>
              </a:spcBef>
              <a:spcAft>
                <a:spcPts val="0"/>
              </a:spcAft>
              <a:buClr>
                <a:schemeClr val="accent1"/>
              </a:buClr>
              <a:buSzPts val="1800"/>
              <a:buChar char="—"/>
              <a:defRPr/>
            </a:lvl3pPr>
            <a:lvl4pPr marL="1828800" lvl="3" indent="-342900" algn="l">
              <a:spcBef>
                <a:spcPts val="0"/>
              </a:spcBef>
              <a:spcAft>
                <a:spcPts val="0"/>
              </a:spcAft>
              <a:buClr>
                <a:schemeClr val="accent1"/>
              </a:buClr>
              <a:buSzPts val="1800"/>
              <a:buChar char="–"/>
              <a:defRPr/>
            </a:lvl4pPr>
            <a:lvl5pPr marL="2286000" lvl="4" indent="-228600" algn="l">
              <a:spcBef>
                <a:spcPts val="600"/>
              </a:spcBef>
              <a:spcAft>
                <a:spcPts val="0"/>
              </a:spcAft>
              <a:buClr>
                <a:schemeClr val="accent1"/>
              </a:buClr>
              <a:buSzPts val="1800"/>
              <a:buNone/>
              <a:defRPr/>
            </a:lvl5pPr>
            <a:lvl6pPr marL="2743200" lvl="5" indent="-228600" algn="l">
              <a:lnSpc>
                <a:spcPct val="100000"/>
              </a:lnSpc>
              <a:spcBef>
                <a:spcPts val="600"/>
              </a:spcBef>
              <a:spcAft>
                <a:spcPts val="0"/>
              </a:spcAft>
              <a:buClr>
                <a:schemeClr val="accent1"/>
              </a:buClr>
              <a:buSzPts val="1800"/>
              <a:buNone/>
              <a:defRPr/>
            </a:lvl6pPr>
            <a:lvl7pPr marL="3200400" lvl="6" indent="-342900" algn="l">
              <a:lnSpc>
                <a:spcPct val="100000"/>
              </a:lnSpc>
              <a:spcBef>
                <a:spcPts val="0"/>
              </a:spcBef>
              <a:spcAft>
                <a:spcPts val="0"/>
              </a:spcAft>
              <a:buClr>
                <a:schemeClr val="accent1"/>
              </a:buClr>
              <a:buSzPts val="1800"/>
              <a:buChar char="—"/>
              <a:defRPr/>
            </a:lvl7pPr>
            <a:lvl8pPr marL="3657600" lvl="7" indent="-342900" algn="l">
              <a:lnSpc>
                <a:spcPct val="100000"/>
              </a:lnSpc>
              <a:spcBef>
                <a:spcPts val="0"/>
              </a:spcBef>
              <a:spcAft>
                <a:spcPts val="0"/>
              </a:spcAft>
              <a:buClr>
                <a:schemeClr val="accent1"/>
              </a:buClr>
              <a:buSzPts val="1800"/>
              <a:buChar char="–"/>
              <a:defRPr/>
            </a:lvl8pPr>
            <a:lvl9pPr marL="4114800" lvl="8" indent="-342900" algn="l">
              <a:lnSpc>
                <a:spcPct val="100000"/>
              </a:lnSpc>
              <a:spcBef>
                <a:spcPts val="0"/>
              </a:spcBef>
              <a:spcAft>
                <a:spcPts val="0"/>
              </a:spcAft>
              <a:buClr>
                <a:schemeClr val="accent1"/>
              </a:buClr>
              <a:buSzPts val="1800"/>
              <a:buChar char="▪"/>
              <a:defRPr/>
            </a:lvl9pPr>
          </a:lstStyle>
          <a:p>
            <a:endParaRPr/>
          </a:p>
        </p:txBody>
      </p:sp>
      <p:sp>
        <p:nvSpPr>
          <p:cNvPr id="143" name="Google Shape;143;p24"/>
          <p:cNvSpPr txBox="1">
            <a:spLocks noGrp="1"/>
          </p:cNvSpPr>
          <p:nvPr>
            <p:ph type="body" idx="4"/>
          </p:nvPr>
        </p:nvSpPr>
        <p:spPr>
          <a:xfrm>
            <a:off x="882770" y="4375609"/>
            <a:ext cx="4803348" cy="492443"/>
          </a:xfrm>
          <a:prstGeom prst="rect">
            <a:avLst/>
          </a:prstGeom>
          <a:solidFill>
            <a:schemeClr val="lt1">
              <a:alpha val="89803"/>
            </a:schemeClr>
          </a:solidFill>
          <a:ln>
            <a:noFill/>
          </a:ln>
        </p:spPr>
        <p:txBody>
          <a:bodyPr spcFirstLastPara="1" wrap="square" lIns="72000" tIns="0" rIns="36000" bIns="0" anchor="t" anchorCtr="0">
            <a:spAutoFit/>
          </a:bodyPr>
          <a:lstStyle>
            <a:lvl1pPr marL="457200" lvl="0" indent="-228600" algn="l">
              <a:spcBef>
                <a:spcPts val="600"/>
              </a:spcBef>
              <a:spcAft>
                <a:spcPts val="0"/>
              </a:spcAft>
              <a:buClr>
                <a:schemeClr val="accent1"/>
              </a:buClr>
              <a:buSzPts val="3200"/>
              <a:buNone/>
              <a:defRPr sz="3200" b="0">
                <a:solidFill>
                  <a:schemeClr val="accent1"/>
                </a:solidFill>
              </a:defRPr>
            </a:lvl1pPr>
            <a:lvl2pPr marL="914400" lvl="1" indent="-228600" algn="l">
              <a:spcBef>
                <a:spcPts val="600"/>
              </a:spcBef>
              <a:spcAft>
                <a:spcPts val="0"/>
              </a:spcAft>
              <a:buClr>
                <a:schemeClr val="accent1"/>
              </a:buClr>
              <a:buSzPts val="1800"/>
              <a:buNone/>
              <a:defRPr/>
            </a:lvl2pPr>
            <a:lvl3pPr marL="1371600" lvl="2" indent="-228600" algn="l">
              <a:spcBef>
                <a:spcPts val="0"/>
              </a:spcBef>
              <a:spcAft>
                <a:spcPts val="0"/>
              </a:spcAft>
              <a:buClr>
                <a:schemeClr val="accent1"/>
              </a:buClr>
              <a:buSzPts val="1600"/>
              <a:buNone/>
              <a:defRPr/>
            </a:lvl3pPr>
            <a:lvl4pPr marL="1828800" lvl="3" indent="-228600" algn="l">
              <a:spcBef>
                <a:spcPts val="0"/>
              </a:spcBef>
              <a:spcAft>
                <a:spcPts val="0"/>
              </a:spcAft>
              <a:buClr>
                <a:schemeClr val="accent1"/>
              </a:buClr>
              <a:buSzPts val="1600"/>
              <a:buNone/>
              <a:defRPr/>
            </a:lvl4pPr>
            <a:lvl5pPr marL="2286000" lvl="4" indent="-228600" algn="l">
              <a:spcBef>
                <a:spcPts val="600"/>
              </a:spcBef>
              <a:spcAft>
                <a:spcPts val="0"/>
              </a:spcAft>
              <a:buClr>
                <a:schemeClr val="accent1"/>
              </a:buClr>
              <a:buSzPts val="1800"/>
              <a:buNone/>
              <a:defRPr/>
            </a:lvl5pPr>
            <a:lvl6pPr marL="2743200" lvl="5" indent="-228600" algn="l">
              <a:lnSpc>
                <a:spcPct val="100000"/>
              </a:lnSpc>
              <a:spcBef>
                <a:spcPts val="600"/>
              </a:spcBef>
              <a:spcAft>
                <a:spcPts val="0"/>
              </a:spcAft>
              <a:buClr>
                <a:schemeClr val="accent1"/>
              </a:buClr>
              <a:buSzPts val="1800"/>
              <a:buNone/>
              <a:defRPr/>
            </a:lvl6pPr>
            <a:lvl7pPr marL="3200400" lvl="6" indent="-342900" algn="l">
              <a:lnSpc>
                <a:spcPct val="100000"/>
              </a:lnSpc>
              <a:spcBef>
                <a:spcPts val="0"/>
              </a:spcBef>
              <a:spcAft>
                <a:spcPts val="0"/>
              </a:spcAft>
              <a:buClr>
                <a:schemeClr val="accent1"/>
              </a:buClr>
              <a:buSzPts val="1800"/>
              <a:buChar char="—"/>
              <a:defRPr/>
            </a:lvl7pPr>
            <a:lvl8pPr marL="3657600" lvl="7" indent="-342900" algn="l">
              <a:lnSpc>
                <a:spcPct val="100000"/>
              </a:lnSpc>
              <a:spcBef>
                <a:spcPts val="0"/>
              </a:spcBef>
              <a:spcAft>
                <a:spcPts val="0"/>
              </a:spcAft>
              <a:buClr>
                <a:schemeClr val="accent1"/>
              </a:buClr>
              <a:buSzPts val="1800"/>
              <a:buChar char="–"/>
              <a:defRPr/>
            </a:lvl8pPr>
            <a:lvl9pPr marL="4114800" lvl="8" indent="-342900" algn="l">
              <a:lnSpc>
                <a:spcPct val="100000"/>
              </a:lnSpc>
              <a:spcBef>
                <a:spcPts val="0"/>
              </a:spcBef>
              <a:spcAft>
                <a:spcPts val="0"/>
              </a:spcAft>
              <a:buClr>
                <a:schemeClr val="accent1"/>
              </a:buClr>
              <a:buSzPts val="1800"/>
              <a:buChar char="▪"/>
              <a:defRPr/>
            </a:lvl9pPr>
          </a:lstStyle>
          <a:p>
            <a:endParaRPr/>
          </a:p>
        </p:txBody>
      </p:sp>
      <p:sp>
        <p:nvSpPr>
          <p:cNvPr id="144" name="Google Shape;144;p24"/>
          <p:cNvSpPr txBox="1">
            <a:spLocks noGrp="1"/>
          </p:cNvSpPr>
          <p:nvPr>
            <p:ph type="body" idx="5"/>
          </p:nvPr>
        </p:nvSpPr>
        <p:spPr>
          <a:xfrm>
            <a:off x="882808" y="5312641"/>
            <a:ext cx="4711084" cy="246221"/>
          </a:xfrm>
          <a:prstGeom prst="rect">
            <a:avLst/>
          </a:prstGeom>
          <a:solidFill>
            <a:schemeClr val="lt1">
              <a:alpha val="89803"/>
            </a:schemeClr>
          </a:solidFill>
          <a:ln>
            <a:noFill/>
          </a:ln>
        </p:spPr>
        <p:txBody>
          <a:bodyPr spcFirstLastPara="1" wrap="square" lIns="72000" tIns="0" rIns="36000" bIns="0" anchor="t" anchorCtr="0">
            <a:spAutoFit/>
          </a:bodyPr>
          <a:lstStyle>
            <a:lvl1pPr marL="457200" lvl="0" indent="-228600" algn="l">
              <a:spcBef>
                <a:spcPts val="600"/>
              </a:spcBef>
              <a:spcAft>
                <a:spcPts val="0"/>
              </a:spcAft>
              <a:buClr>
                <a:schemeClr val="accent1"/>
              </a:buClr>
              <a:buSzPts val="1600"/>
              <a:buNone/>
              <a:defRPr b="0">
                <a:solidFill>
                  <a:schemeClr val="accent1"/>
                </a:solidFill>
              </a:defRPr>
            </a:lvl1pPr>
            <a:lvl2pPr marL="914400" lvl="1" indent="-228600" algn="l">
              <a:spcBef>
                <a:spcPts val="600"/>
              </a:spcBef>
              <a:spcAft>
                <a:spcPts val="0"/>
              </a:spcAft>
              <a:buClr>
                <a:schemeClr val="accent1"/>
              </a:buClr>
              <a:buSzPts val="1800"/>
              <a:buNone/>
              <a:defRPr/>
            </a:lvl2pPr>
            <a:lvl3pPr marL="1371600" lvl="2" indent="-342900" algn="l">
              <a:spcBef>
                <a:spcPts val="0"/>
              </a:spcBef>
              <a:spcAft>
                <a:spcPts val="0"/>
              </a:spcAft>
              <a:buClr>
                <a:schemeClr val="accent1"/>
              </a:buClr>
              <a:buSzPts val="1800"/>
              <a:buChar char="—"/>
              <a:defRPr/>
            </a:lvl3pPr>
            <a:lvl4pPr marL="1828800" lvl="3" indent="-342900" algn="l">
              <a:spcBef>
                <a:spcPts val="0"/>
              </a:spcBef>
              <a:spcAft>
                <a:spcPts val="0"/>
              </a:spcAft>
              <a:buClr>
                <a:schemeClr val="accent1"/>
              </a:buClr>
              <a:buSzPts val="1800"/>
              <a:buChar char="–"/>
              <a:defRPr/>
            </a:lvl4pPr>
            <a:lvl5pPr marL="2286000" lvl="4" indent="-228600" algn="l">
              <a:spcBef>
                <a:spcPts val="600"/>
              </a:spcBef>
              <a:spcAft>
                <a:spcPts val="0"/>
              </a:spcAft>
              <a:buClr>
                <a:schemeClr val="accent1"/>
              </a:buClr>
              <a:buSzPts val="1800"/>
              <a:buNone/>
              <a:defRPr/>
            </a:lvl5pPr>
            <a:lvl6pPr marL="2743200" lvl="5" indent="-228600" algn="l">
              <a:lnSpc>
                <a:spcPct val="100000"/>
              </a:lnSpc>
              <a:spcBef>
                <a:spcPts val="600"/>
              </a:spcBef>
              <a:spcAft>
                <a:spcPts val="0"/>
              </a:spcAft>
              <a:buClr>
                <a:schemeClr val="accent1"/>
              </a:buClr>
              <a:buSzPts val="1800"/>
              <a:buNone/>
              <a:defRPr/>
            </a:lvl6pPr>
            <a:lvl7pPr marL="3200400" lvl="6" indent="-342900" algn="l">
              <a:lnSpc>
                <a:spcPct val="100000"/>
              </a:lnSpc>
              <a:spcBef>
                <a:spcPts val="0"/>
              </a:spcBef>
              <a:spcAft>
                <a:spcPts val="0"/>
              </a:spcAft>
              <a:buClr>
                <a:schemeClr val="accent1"/>
              </a:buClr>
              <a:buSzPts val="1800"/>
              <a:buChar char="—"/>
              <a:defRPr/>
            </a:lvl7pPr>
            <a:lvl8pPr marL="3657600" lvl="7" indent="-342900" algn="l">
              <a:lnSpc>
                <a:spcPct val="100000"/>
              </a:lnSpc>
              <a:spcBef>
                <a:spcPts val="0"/>
              </a:spcBef>
              <a:spcAft>
                <a:spcPts val="0"/>
              </a:spcAft>
              <a:buClr>
                <a:schemeClr val="accent1"/>
              </a:buClr>
              <a:buSzPts val="1800"/>
              <a:buChar char="–"/>
              <a:defRPr/>
            </a:lvl8pPr>
            <a:lvl9pPr marL="4114800" lvl="8" indent="-342900" algn="l">
              <a:lnSpc>
                <a:spcPct val="100000"/>
              </a:lnSpc>
              <a:spcBef>
                <a:spcPts val="0"/>
              </a:spcBef>
              <a:spcAft>
                <a:spcPts val="0"/>
              </a:spcAft>
              <a:buClr>
                <a:schemeClr val="accent1"/>
              </a:buClr>
              <a:buSzPts val="1800"/>
              <a:buChar char="▪"/>
              <a:defRPr/>
            </a:lvl9pPr>
          </a:lstStyle>
          <a:p>
            <a:endParaRPr/>
          </a:p>
        </p:txBody>
      </p:sp>
      <p:pic>
        <p:nvPicPr>
          <p:cNvPr id="145" name="Google Shape;145;p24" descr="Logo. Acht unregelmäßige Dreiecksflächen sind, im Uhrzeigersinn einen Farbverlauf von dunkelblau bis hellgrün ergebend, zu einem regelmäßig achteckigen Ring angeordnet. Links daneben zweizeilig der Schriftzug &quot;DRESDEN concept" title="Logo Dresden concept"/>
          <p:cNvPicPr preferRelativeResize="0"/>
          <p:nvPr/>
        </p:nvPicPr>
        <p:blipFill rotWithShape="1">
          <a:blip r:embed="rId2">
            <a:alphaModFix/>
          </a:blip>
          <a:srcRect/>
          <a:stretch/>
        </p:blipFill>
        <p:spPr>
          <a:xfrm>
            <a:off x="10406348" y="348373"/>
            <a:ext cx="1468046" cy="543600"/>
          </a:xfrm>
          <a:prstGeom prst="rect">
            <a:avLst/>
          </a:prstGeom>
          <a:noFill/>
          <a:ln>
            <a:noFill/>
          </a:ln>
        </p:spPr>
      </p:pic>
      <p:pic>
        <p:nvPicPr>
          <p:cNvPr id="146" name="Google Shape;146;p24" descr="Logo. Schriftzug &quot;Technische Universität Dresden&quot;. Links davon befindet sich ein Achteck, das in zwei Bereiche aufgeteilt ist, die zusammen die Buchstaben &quot;T&quot; und &quot;U&quot; ergeben." title="Logo der TU Dresden"/>
          <p:cNvPicPr preferRelativeResize="0"/>
          <p:nvPr/>
        </p:nvPicPr>
        <p:blipFill rotWithShape="1">
          <a:blip r:embed="rId3">
            <a:alphaModFix/>
          </a:blip>
          <a:srcRect/>
          <a:stretch/>
        </p:blipFill>
        <p:spPr>
          <a:xfrm>
            <a:off x="290304" y="348373"/>
            <a:ext cx="1764000" cy="514800"/>
          </a:xfrm>
          <a:prstGeom prst="rect">
            <a:avLst/>
          </a:prstGeom>
          <a:noFill/>
          <a:ln>
            <a:noFill/>
          </a:ln>
        </p:spPr>
      </p:pic>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matchingName="3_Titelfolie_TUD_weiß-blau">
  <p:cSld name="3_Titelfolie_TUD_weiß-blau">
    <p:spTree>
      <p:nvGrpSpPr>
        <p:cNvPr id="1" name="Shape 147"/>
        <p:cNvGrpSpPr/>
        <p:nvPr/>
      </p:nvGrpSpPr>
      <p:grpSpPr>
        <a:xfrm>
          <a:off x="0" y="0"/>
          <a:ext cx="0" cy="0"/>
          <a:chOff x="0" y="0"/>
          <a:chExt cx="0" cy="0"/>
        </a:xfrm>
      </p:grpSpPr>
      <p:sp>
        <p:nvSpPr>
          <p:cNvPr id="148" name="Google Shape;148;p25"/>
          <p:cNvSpPr/>
          <p:nvPr/>
        </p:nvSpPr>
        <p:spPr>
          <a:xfrm>
            <a:off x="0" y="1204912"/>
            <a:ext cx="12192000" cy="5653089"/>
          </a:xfrm>
          <a:prstGeom prst="rect">
            <a:avLst/>
          </a:prstGeom>
          <a:gradFill>
            <a:gsLst>
              <a:gs pos="0">
                <a:srgbClr val="951B81"/>
              </a:gs>
              <a:gs pos="14000">
                <a:srgbClr val="951B81"/>
              </a:gs>
              <a:gs pos="100000">
                <a:srgbClr val="59358C"/>
              </a:gs>
            </a:gsLst>
            <a:lin ang="150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Open Sans"/>
              <a:ea typeface="Open Sans"/>
              <a:cs typeface="Open Sans"/>
              <a:sym typeface="Open Sans"/>
            </a:endParaRPr>
          </a:p>
        </p:txBody>
      </p:sp>
      <p:sp>
        <p:nvSpPr>
          <p:cNvPr id="149" name="Google Shape;149;p25"/>
          <p:cNvSpPr txBox="1">
            <a:spLocks noGrp="1"/>
          </p:cNvSpPr>
          <p:nvPr>
            <p:ph type="body" idx="1"/>
          </p:nvPr>
        </p:nvSpPr>
        <p:spPr>
          <a:xfrm>
            <a:off x="882808" y="2852116"/>
            <a:ext cx="1802014" cy="246221"/>
          </a:xfrm>
          <a:prstGeom prst="rect">
            <a:avLst/>
          </a:prstGeom>
          <a:solidFill>
            <a:schemeClr val="lt1">
              <a:alpha val="89803"/>
            </a:schemeClr>
          </a:solidFill>
          <a:ln>
            <a:noFill/>
          </a:ln>
        </p:spPr>
        <p:txBody>
          <a:bodyPr spcFirstLastPara="1" wrap="square" lIns="72000" tIns="0" rIns="36000" bIns="0" anchor="t" anchorCtr="0">
            <a:spAutoFit/>
          </a:bodyPr>
          <a:lstStyle>
            <a:lvl1pPr marL="457200" lvl="0" indent="-228600" algn="l">
              <a:spcBef>
                <a:spcPts val="0"/>
              </a:spcBef>
              <a:spcAft>
                <a:spcPts val="0"/>
              </a:spcAft>
              <a:buClr>
                <a:schemeClr val="accent1"/>
              </a:buClr>
              <a:buSzPts val="1600"/>
              <a:buNone/>
              <a:defRPr sz="1600" b="1">
                <a:solidFill>
                  <a:schemeClr val="accent1"/>
                </a:solidFill>
              </a:defRPr>
            </a:lvl1pPr>
            <a:lvl2pPr marL="914400" lvl="1" indent="-228600" algn="l">
              <a:spcBef>
                <a:spcPts val="600"/>
              </a:spcBef>
              <a:spcAft>
                <a:spcPts val="0"/>
              </a:spcAft>
              <a:buClr>
                <a:schemeClr val="accent1"/>
              </a:buClr>
              <a:buSzPts val="1800"/>
              <a:buNone/>
              <a:defRPr/>
            </a:lvl2pPr>
            <a:lvl3pPr marL="1371600" lvl="2" indent="-342900" algn="l">
              <a:spcBef>
                <a:spcPts val="0"/>
              </a:spcBef>
              <a:spcAft>
                <a:spcPts val="0"/>
              </a:spcAft>
              <a:buClr>
                <a:schemeClr val="accent1"/>
              </a:buClr>
              <a:buSzPts val="1800"/>
              <a:buChar char="—"/>
              <a:defRPr/>
            </a:lvl3pPr>
            <a:lvl4pPr marL="1828800" lvl="3" indent="-342900" algn="l">
              <a:spcBef>
                <a:spcPts val="0"/>
              </a:spcBef>
              <a:spcAft>
                <a:spcPts val="0"/>
              </a:spcAft>
              <a:buClr>
                <a:schemeClr val="accent1"/>
              </a:buClr>
              <a:buSzPts val="1800"/>
              <a:buChar char="–"/>
              <a:defRPr/>
            </a:lvl4pPr>
            <a:lvl5pPr marL="2286000" lvl="4" indent="-228600" algn="l">
              <a:spcBef>
                <a:spcPts val="600"/>
              </a:spcBef>
              <a:spcAft>
                <a:spcPts val="0"/>
              </a:spcAft>
              <a:buClr>
                <a:schemeClr val="accent1"/>
              </a:buClr>
              <a:buSzPts val="1800"/>
              <a:buNone/>
              <a:defRPr/>
            </a:lvl5pPr>
            <a:lvl6pPr marL="2743200" lvl="5" indent="-228600" algn="l">
              <a:lnSpc>
                <a:spcPct val="100000"/>
              </a:lnSpc>
              <a:spcBef>
                <a:spcPts val="600"/>
              </a:spcBef>
              <a:spcAft>
                <a:spcPts val="0"/>
              </a:spcAft>
              <a:buClr>
                <a:schemeClr val="accent1"/>
              </a:buClr>
              <a:buSzPts val="1800"/>
              <a:buNone/>
              <a:defRPr/>
            </a:lvl6pPr>
            <a:lvl7pPr marL="3200400" lvl="6" indent="-342900" algn="l">
              <a:lnSpc>
                <a:spcPct val="100000"/>
              </a:lnSpc>
              <a:spcBef>
                <a:spcPts val="0"/>
              </a:spcBef>
              <a:spcAft>
                <a:spcPts val="0"/>
              </a:spcAft>
              <a:buClr>
                <a:schemeClr val="accent1"/>
              </a:buClr>
              <a:buSzPts val="1800"/>
              <a:buChar char="—"/>
              <a:defRPr/>
            </a:lvl7pPr>
            <a:lvl8pPr marL="3657600" lvl="7" indent="-342900" algn="l">
              <a:lnSpc>
                <a:spcPct val="100000"/>
              </a:lnSpc>
              <a:spcBef>
                <a:spcPts val="0"/>
              </a:spcBef>
              <a:spcAft>
                <a:spcPts val="0"/>
              </a:spcAft>
              <a:buClr>
                <a:schemeClr val="accent1"/>
              </a:buClr>
              <a:buSzPts val="1800"/>
              <a:buChar char="–"/>
              <a:defRPr/>
            </a:lvl8pPr>
            <a:lvl9pPr marL="4114800" lvl="8" indent="-342900" algn="l">
              <a:lnSpc>
                <a:spcPct val="100000"/>
              </a:lnSpc>
              <a:spcBef>
                <a:spcPts val="0"/>
              </a:spcBef>
              <a:spcAft>
                <a:spcPts val="0"/>
              </a:spcAft>
              <a:buClr>
                <a:schemeClr val="accent1"/>
              </a:buClr>
              <a:buSzPts val="1800"/>
              <a:buChar char="▪"/>
              <a:defRPr/>
            </a:lvl9pPr>
          </a:lstStyle>
          <a:p>
            <a:endParaRPr/>
          </a:p>
        </p:txBody>
      </p:sp>
      <p:sp>
        <p:nvSpPr>
          <p:cNvPr id="150" name="Google Shape;150;p25"/>
          <p:cNvSpPr txBox="1">
            <a:spLocks noGrp="1"/>
          </p:cNvSpPr>
          <p:nvPr>
            <p:ph type="title"/>
          </p:nvPr>
        </p:nvSpPr>
        <p:spPr>
          <a:xfrm>
            <a:off x="882771" y="3835706"/>
            <a:ext cx="3941317" cy="492443"/>
          </a:xfrm>
          <a:prstGeom prst="rect">
            <a:avLst/>
          </a:prstGeom>
          <a:solidFill>
            <a:schemeClr val="lt1">
              <a:alpha val="89803"/>
            </a:schemeClr>
          </a:solidFill>
          <a:ln>
            <a:noFill/>
          </a:ln>
        </p:spPr>
        <p:txBody>
          <a:bodyPr spcFirstLastPara="1" wrap="square" lIns="72000" tIns="0" rIns="36000" bIns="0" anchor="t" anchorCtr="0">
            <a:spAutoFit/>
          </a:bodyPr>
          <a:lstStyle>
            <a:lvl1pPr lvl="0" algn="l">
              <a:spcBef>
                <a:spcPts val="0"/>
              </a:spcBef>
              <a:spcAft>
                <a:spcPts val="0"/>
              </a:spcAft>
              <a:buClr>
                <a:schemeClr val="accent1"/>
              </a:buClr>
              <a:buSzPts val="3200"/>
              <a:buFont typeface="Open Sans"/>
              <a:buNone/>
              <a:defRPr sz="3200" b="1">
                <a:solidFill>
                  <a:schemeClr val="accen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51" name="Google Shape;151;p25"/>
          <p:cNvSpPr txBox="1">
            <a:spLocks noGrp="1"/>
          </p:cNvSpPr>
          <p:nvPr>
            <p:ph type="subTitle" idx="2"/>
          </p:nvPr>
        </p:nvSpPr>
        <p:spPr>
          <a:xfrm>
            <a:off x="882772" y="5028236"/>
            <a:ext cx="6090752" cy="246221"/>
          </a:xfrm>
          <a:prstGeom prst="rect">
            <a:avLst/>
          </a:prstGeom>
          <a:solidFill>
            <a:schemeClr val="lt1">
              <a:alpha val="89803"/>
            </a:schemeClr>
          </a:solidFill>
          <a:ln>
            <a:noFill/>
          </a:ln>
        </p:spPr>
        <p:txBody>
          <a:bodyPr spcFirstLastPara="1" wrap="square" lIns="72000" tIns="0" rIns="36000" bIns="0" anchor="t" anchorCtr="0">
            <a:spAutoFit/>
          </a:bodyPr>
          <a:lstStyle>
            <a:lvl1pPr lvl="0" algn="l">
              <a:spcBef>
                <a:spcPts val="600"/>
              </a:spcBef>
              <a:spcAft>
                <a:spcPts val="0"/>
              </a:spcAft>
              <a:buClr>
                <a:schemeClr val="accent1"/>
              </a:buClr>
              <a:buSzPts val="1600"/>
              <a:buNone/>
              <a:defRPr b="0">
                <a:solidFill>
                  <a:schemeClr val="accent1"/>
                </a:solidFill>
              </a:defRPr>
            </a:lvl1pPr>
            <a:lvl2pPr lvl="1" algn="ctr">
              <a:spcBef>
                <a:spcPts val="600"/>
              </a:spcBef>
              <a:spcAft>
                <a:spcPts val="0"/>
              </a:spcAft>
              <a:buClr>
                <a:srgbClr val="888888"/>
              </a:buClr>
              <a:buSzPts val="1600"/>
              <a:buNone/>
              <a:defRPr>
                <a:solidFill>
                  <a:srgbClr val="888888"/>
                </a:solidFill>
              </a:defRPr>
            </a:lvl2pPr>
            <a:lvl3pPr lvl="2" algn="ctr">
              <a:spcBef>
                <a:spcPts val="0"/>
              </a:spcBef>
              <a:spcAft>
                <a:spcPts val="0"/>
              </a:spcAft>
              <a:buClr>
                <a:srgbClr val="888888"/>
              </a:buClr>
              <a:buSzPts val="1600"/>
              <a:buNone/>
              <a:defRPr>
                <a:solidFill>
                  <a:srgbClr val="888888"/>
                </a:solidFill>
              </a:defRPr>
            </a:lvl3pPr>
            <a:lvl4pPr lvl="3" algn="ctr">
              <a:spcBef>
                <a:spcPts val="0"/>
              </a:spcBef>
              <a:spcAft>
                <a:spcPts val="0"/>
              </a:spcAft>
              <a:buClr>
                <a:srgbClr val="888888"/>
              </a:buClr>
              <a:buSzPts val="1600"/>
              <a:buNone/>
              <a:defRPr>
                <a:solidFill>
                  <a:srgbClr val="888888"/>
                </a:solidFill>
              </a:defRPr>
            </a:lvl4pPr>
            <a:lvl5pPr lvl="4" algn="ctr">
              <a:spcBef>
                <a:spcPts val="600"/>
              </a:spcBef>
              <a:spcAft>
                <a:spcPts val="0"/>
              </a:spcAft>
              <a:buClr>
                <a:srgbClr val="888888"/>
              </a:buClr>
              <a:buSzPts val="1400"/>
              <a:buNone/>
              <a:defRPr>
                <a:solidFill>
                  <a:srgbClr val="888888"/>
                </a:solidFill>
              </a:defRPr>
            </a:lvl5pPr>
            <a:lvl6pPr lvl="5" algn="ctr">
              <a:lnSpc>
                <a:spcPct val="100000"/>
              </a:lnSpc>
              <a:spcBef>
                <a:spcPts val="600"/>
              </a:spcBef>
              <a:spcAft>
                <a:spcPts val="0"/>
              </a:spcAft>
              <a:buClr>
                <a:srgbClr val="888888"/>
              </a:buClr>
              <a:buSzPts val="1400"/>
              <a:buNone/>
              <a:defRPr>
                <a:solidFill>
                  <a:srgbClr val="888888"/>
                </a:solidFill>
              </a:defRPr>
            </a:lvl6pPr>
            <a:lvl7pPr lvl="6" algn="ctr">
              <a:lnSpc>
                <a:spcPct val="100000"/>
              </a:lnSpc>
              <a:spcBef>
                <a:spcPts val="0"/>
              </a:spcBef>
              <a:spcAft>
                <a:spcPts val="0"/>
              </a:spcAft>
              <a:buClr>
                <a:srgbClr val="888888"/>
              </a:buClr>
              <a:buSzPts val="1400"/>
              <a:buNone/>
              <a:defRPr>
                <a:solidFill>
                  <a:srgbClr val="888888"/>
                </a:solidFill>
              </a:defRPr>
            </a:lvl7pPr>
            <a:lvl8pPr lvl="7" algn="ctr">
              <a:lnSpc>
                <a:spcPct val="100000"/>
              </a:lnSpc>
              <a:spcBef>
                <a:spcPts val="0"/>
              </a:spcBef>
              <a:spcAft>
                <a:spcPts val="0"/>
              </a:spcAft>
              <a:buClr>
                <a:srgbClr val="888888"/>
              </a:buClr>
              <a:buSzPts val="1400"/>
              <a:buNone/>
              <a:defRPr>
                <a:solidFill>
                  <a:srgbClr val="888888"/>
                </a:solidFill>
              </a:defRPr>
            </a:lvl8pPr>
            <a:lvl9pPr lvl="8" algn="ctr">
              <a:lnSpc>
                <a:spcPct val="100000"/>
              </a:lnSpc>
              <a:spcBef>
                <a:spcPts val="0"/>
              </a:spcBef>
              <a:spcAft>
                <a:spcPts val="0"/>
              </a:spcAft>
              <a:buClr>
                <a:srgbClr val="888888"/>
              </a:buClr>
              <a:buSzPts val="1400"/>
              <a:buNone/>
              <a:defRPr>
                <a:solidFill>
                  <a:srgbClr val="888888"/>
                </a:solidFill>
              </a:defRPr>
            </a:lvl9pPr>
          </a:lstStyle>
          <a:p>
            <a:endParaRPr/>
          </a:p>
        </p:txBody>
      </p:sp>
      <p:sp>
        <p:nvSpPr>
          <p:cNvPr id="152" name="Google Shape;152;p25"/>
          <p:cNvSpPr txBox="1">
            <a:spLocks noGrp="1"/>
          </p:cNvSpPr>
          <p:nvPr>
            <p:ph type="body" idx="3"/>
          </p:nvPr>
        </p:nvSpPr>
        <p:spPr>
          <a:xfrm>
            <a:off x="882808" y="3138045"/>
            <a:ext cx="3138020" cy="246221"/>
          </a:xfrm>
          <a:prstGeom prst="rect">
            <a:avLst/>
          </a:prstGeom>
          <a:solidFill>
            <a:schemeClr val="lt1">
              <a:alpha val="89803"/>
            </a:schemeClr>
          </a:solidFill>
          <a:ln>
            <a:noFill/>
          </a:ln>
        </p:spPr>
        <p:txBody>
          <a:bodyPr spcFirstLastPara="1" wrap="square" lIns="72000" tIns="0" rIns="36000" bIns="0" anchor="t" anchorCtr="0">
            <a:spAutoFit/>
          </a:bodyPr>
          <a:lstStyle>
            <a:lvl1pPr marL="457200" lvl="0" indent="-228600" algn="l">
              <a:spcBef>
                <a:spcPts val="0"/>
              </a:spcBef>
              <a:spcAft>
                <a:spcPts val="0"/>
              </a:spcAft>
              <a:buClr>
                <a:schemeClr val="accent1"/>
              </a:buClr>
              <a:buSzPts val="1600"/>
              <a:buNone/>
              <a:defRPr sz="1600" b="0">
                <a:solidFill>
                  <a:schemeClr val="accent1"/>
                </a:solidFill>
              </a:defRPr>
            </a:lvl1pPr>
            <a:lvl2pPr marL="914400" lvl="1" indent="-228600" algn="l">
              <a:spcBef>
                <a:spcPts val="600"/>
              </a:spcBef>
              <a:spcAft>
                <a:spcPts val="0"/>
              </a:spcAft>
              <a:buClr>
                <a:schemeClr val="accent1"/>
              </a:buClr>
              <a:buSzPts val="1800"/>
              <a:buNone/>
              <a:defRPr/>
            </a:lvl2pPr>
            <a:lvl3pPr marL="1371600" lvl="2" indent="-342900" algn="l">
              <a:spcBef>
                <a:spcPts val="0"/>
              </a:spcBef>
              <a:spcAft>
                <a:spcPts val="0"/>
              </a:spcAft>
              <a:buClr>
                <a:schemeClr val="accent1"/>
              </a:buClr>
              <a:buSzPts val="1800"/>
              <a:buChar char="—"/>
              <a:defRPr/>
            </a:lvl3pPr>
            <a:lvl4pPr marL="1828800" lvl="3" indent="-342900" algn="l">
              <a:spcBef>
                <a:spcPts val="0"/>
              </a:spcBef>
              <a:spcAft>
                <a:spcPts val="0"/>
              </a:spcAft>
              <a:buClr>
                <a:schemeClr val="accent1"/>
              </a:buClr>
              <a:buSzPts val="1800"/>
              <a:buChar char="–"/>
              <a:defRPr/>
            </a:lvl4pPr>
            <a:lvl5pPr marL="2286000" lvl="4" indent="-228600" algn="l">
              <a:spcBef>
                <a:spcPts val="600"/>
              </a:spcBef>
              <a:spcAft>
                <a:spcPts val="0"/>
              </a:spcAft>
              <a:buClr>
                <a:schemeClr val="accent1"/>
              </a:buClr>
              <a:buSzPts val="1800"/>
              <a:buNone/>
              <a:defRPr/>
            </a:lvl5pPr>
            <a:lvl6pPr marL="2743200" lvl="5" indent="-228600" algn="l">
              <a:lnSpc>
                <a:spcPct val="100000"/>
              </a:lnSpc>
              <a:spcBef>
                <a:spcPts val="600"/>
              </a:spcBef>
              <a:spcAft>
                <a:spcPts val="0"/>
              </a:spcAft>
              <a:buClr>
                <a:schemeClr val="accent1"/>
              </a:buClr>
              <a:buSzPts val="1800"/>
              <a:buNone/>
              <a:defRPr/>
            </a:lvl6pPr>
            <a:lvl7pPr marL="3200400" lvl="6" indent="-342900" algn="l">
              <a:lnSpc>
                <a:spcPct val="100000"/>
              </a:lnSpc>
              <a:spcBef>
                <a:spcPts val="0"/>
              </a:spcBef>
              <a:spcAft>
                <a:spcPts val="0"/>
              </a:spcAft>
              <a:buClr>
                <a:schemeClr val="accent1"/>
              </a:buClr>
              <a:buSzPts val="1800"/>
              <a:buChar char="—"/>
              <a:defRPr/>
            </a:lvl7pPr>
            <a:lvl8pPr marL="3657600" lvl="7" indent="-342900" algn="l">
              <a:lnSpc>
                <a:spcPct val="100000"/>
              </a:lnSpc>
              <a:spcBef>
                <a:spcPts val="0"/>
              </a:spcBef>
              <a:spcAft>
                <a:spcPts val="0"/>
              </a:spcAft>
              <a:buClr>
                <a:schemeClr val="accent1"/>
              </a:buClr>
              <a:buSzPts val="1800"/>
              <a:buChar char="–"/>
              <a:defRPr/>
            </a:lvl8pPr>
            <a:lvl9pPr marL="4114800" lvl="8" indent="-342900" algn="l">
              <a:lnSpc>
                <a:spcPct val="100000"/>
              </a:lnSpc>
              <a:spcBef>
                <a:spcPts val="0"/>
              </a:spcBef>
              <a:spcAft>
                <a:spcPts val="0"/>
              </a:spcAft>
              <a:buClr>
                <a:schemeClr val="accent1"/>
              </a:buClr>
              <a:buSzPts val="1800"/>
              <a:buChar char="▪"/>
              <a:defRPr/>
            </a:lvl9pPr>
          </a:lstStyle>
          <a:p>
            <a:endParaRPr/>
          </a:p>
        </p:txBody>
      </p:sp>
      <p:sp>
        <p:nvSpPr>
          <p:cNvPr id="153" name="Google Shape;153;p25"/>
          <p:cNvSpPr txBox="1">
            <a:spLocks noGrp="1"/>
          </p:cNvSpPr>
          <p:nvPr>
            <p:ph type="body" idx="4"/>
          </p:nvPr>
        </p:nvSpPr>
        <p:spPr>
          <a:xfrm>
            <a:off x="882770" y="4375609"/>
            <a:ext cx="4803348" cy="492443"/>
          </a:xfrm>
          <a:prstGeom prst="rect">
            <a:avLst/>
          </a:prstGeom>
          <a:solidFill>
            <a:schemeClr val="lt1">
              <a:alpha val="89803"/>
            </a:schemeClr>
          </a:solidFill>
          <a:ln>
            <a:noFill/>
          </a:ln>
        </p:spPr>
        <p:txBody>
          <a:bodyPr spcFirstLastPara="1" wrap="square" lIns="72000" tIns="0" rIns="36000" bIns="0" anchor="t" anchorCtr="0">
            <a:spAutoFit/>
          </a:bodyPr>
          <a:lstStyle>
            <a:lvl1pPr marL="457200" lvl="0" indent="-228600" algn="l">
              <a:spcBef>
                <a:spcPts val="600"/>
              </a:spcBef>
              <a:spcAft>
                <a:spcPts val="0"/>
              </a:spcAft>
              <a:buClr>
                <a:schemeClr val="accent1"/>
              </a:buClr>
              <a:buSzPts val="3200"/>
              <a:buNone/>
              <a:defRPr sz="3200" b="0">
                <a:solidFill>
                  <a:schemeClr val="accent1"/>
                </a:solidFill>
              </a:defRPr>
            </a:lvl1pPr>
            <a:lvl2pPr marL="914400" lvl="1" indent="-228600" algn="l">
              <a:spcBef>
                <a:spcPts val="600"/>
              </a:spcBef>
              <a:spcAft>
                <a:spcPts val="0"/>
              </a:spcAft>
              <a:buClr>
                <a:schemeClr val="accent1"/>
              </a:buClr>
              <a:buSzPts val="1800"/>
              <a:buNone/>
              <a:defRPr/>
            </a:lvl2pPr>
            <a:lvl3pPr marL="1371600" lvl="2" indent="-228600" algn="l">
              <a:spcBef>
                <a:spcPts val="0"/>
              </a:spcBef>
              <a:spcAft>
                <a:spcPts val="0"/>
              </a:spcAft>
              <a:buClr>
                <a:schemeClr val="accent1"/>
              </a:buClr>
              <a:buSzPts val="1600"/>
              <a:buNone/>
              <a:defRPr/>
            </a:lvl3pPr>
            <a:lvl4pPr marL="1828800" lvl="3" indent="-228600" algn="l">
              <a:spcBef>
                <a:spcPts val="0"/>
              </a:spcBef>
              <a:spcAft>
                <a:spcPts val="0"/>
              </a:spcAft>
              <a:buClr>
                <a:schemeClr val="accent1"/>
              </a:buClr>
              <a:buSzPts val="1600"/>
              <a:buNone/>
              <a:defRPr/>
            </a:lvl4pPr>
            <a:lvl5pPr marL="2286000" lvl="4" indent="-228600" algn="l">
              <a:spcBef>
                <a:spcPts val="600"/>
              </a:spcBef>
              <a:spcAft>
                <a:spcPts val="0"/>
              </a:spcAft>
              <a:buClr>
                <a:schemeClr val="accent1"/>
              </a:buClr>
              <a:buSzPts val="1800"/>
              <a:buNone/>
              <a:defRPr/>
            </a:lvl5pPr>
            <a:lvl6pPr marL="2743200" lvl="5" indent="-228600" algn="l">
              <a:lnSpc>
                <a:spcPct val="100000"/>
              </a:lnSpc>
              <a:spcBef>
                <a:spcPts val="600"/>
              </a:spcBef>
              <a:spcAft>
                <a:spcPts val="0"/>
              </a:spcAft>
              <a:buClr>
                <a:schemeClr val="accent1"/>
              </a:buClr>
              <a:buSzPts val="1800"/>
              <a:buNone/>
              <a:defRPr/>
            </a:lvl6pPr>
            <a:lvl7pPr marL="3200400" lvl="6" indent="-342900" algn="l">
              <a:lnSpc>
                <a:spcPct val="100000"/>
              </a:lnSpc>
              <a:spcBef>
                <a:spcPts val="0"/>
              </a:spcBef>
              <a:spcAft>
                <a:spcPts val="0"/>
              </a:spcAft>
              <a:buClr>
                <a:schemeClr val="accent1"/>
              </a:buClr>
              <a:buSzPts val="1800"/>
              <a:buChar char="—"/>
              <a:defRPr/>
            </a:lvl7pPr>
            <a:lvl8pPr marL="3657600" lvl="7" indent="-342900" algn="l">
              <a:lnSpc>
                <a:spcPct val="100000"/>
              </a:lnSpc>
              <a:spcBef>
                <a:spcPts val="0"/>
              </a:spcBef>
              <a:spcAft>
                <a:spcPts val="0"/>
              </a:spcAft>
              <a:buClr>
                <a:schemeClr val="accent1"/>
              </a:buClr>
              <a:buSzPts val="1800"/>
              <a:buChar char="–"/>
              <a:defRPr/>
            </a:lvl8pPr>
            <a:lvl9pPr marL="4114800" lvl="8" indent="-342900" algn="l">
              <a:lnSpc>
                <a:spcPct val="100000"/>
              </a:lnSpc>
              <a:spcBef>
                <a:spcPts val="0"/>
              </a:spcBef>
              <a:spcAft>
                <a:spcPts val="0"/>
              </a:spcAft>
              <a:buClr>
                <a:schemeClr val="accent1"/>
              </a:buClr>
              <a:buSzPts val="1800"/>
              <a:buChar char="▪"/>
              <a:defRPr/>
            </a:lvl9pPr>
          </a:lstStyle>
          <a:p>
            <a:endParaRPr/>
          </a:p>
        </p:txBody>
      </p:sp>
      <p:sp>
        <p:nvSpPr>
          <p:cNvPr id="154" name="Google Shape;154;p25"/>
          <p:cNvSpPr txBox="1">
            <a:spLocks noGrp="1"/>
          </p:cNvSpPr>
          <p:nvPr>
            <p:ph type="body" idx="5"/>
          </p:nvPr>
        </p:nvSpPr>
        <p:spPr>
          <a:xfrm>
            <a:off x="882808" y="5312641"/>
            <a:ext cx="4711084" cy="246221"/>
          </a:xfrm>
          <a:prstGeom prst="rect">
            <a:avLst/>
          </a:prstGeom>
          <a:solidFill>
            <a:schemeClr val="lt1">
              <a:alpha val="89803"/>
            </a:schemeClr>
          </a:solidFill>
          <a:ln>
            <a:noFill/>
          </a:ln>
        </p:spPr>
        <p:txBody>
          <a:bodyPr spcFirstLastPara="1" wrap="square" lIns="72000" tIns="0" rIns="36000" bIns="0" anchor="t" anchorCtr="0">
            <a:spAutoFit/>
          </a:bodyPr>
          <a:lstStyle>
            <a:lvl1pPr marL="457200" lvl="0" indent="-228600" algn="l">
              <a:spcBef>
                <a:spcPts val="600"/>
              </a:spcBef>
              <a:spcAft>
                <a:spcPts val="0"/>
              </a:spcAft>
              <a:buClr>
                <a:schemeClr val="accent1"/>
              </a:buClr>
              <a:buSzPts val="1600"/>
              <a:buNone/>
              <a:defRPr b="0">
                <a:solidFill>
                  <a:schemeClr val="accent1"/>
                </a:solidFill>
              </a:defRPr>
            </a:lvl1pPr>
            <a:lvl2pPr marL="914400" lvl="1" indent="-228600" algn="l">
              <a:spcBef>
                <a:spcPts val="600"/>
              </a:spcBef>
              <a:spcAft>
                <a:spcPts val="0"/>
              </a:spcAft>
              <a:buClr>
                <a:schemeClr val="accent1"/>
              </a:buClr>
              <a:buSzPts val="1800"/>
              <a:buNone/>
              <a:defRPr/>
            </a:lvl2pPr>
            <a:lvl3pPr marL="1371600" lvl="2" indent="-342900" algn="l">
              <a:spcBef>
                <a:spcPts val="0"/>
              </a:spcBef>
              <a:spcAft>
                <a:spcPts val="0"/>
              </a:spcAft>
              <a:buClr>
                <a:schemeClr val="accent1"/>
              </a:buClr>
              <a:buSzPts val="1800"/>
              <a:buChar char="—"/>
              <a:defRPr/>
            </a:lvl3pPr>
            <a:lvl4pPr marL="1828800" lvl="3" indent="-342900" algn="l">
              <a:spcBef>
                <a:spcPts val="0"/>
              </a:spcBef>
              <a:spcAft>
                <a:spcPts val="0"/>
              </a:spcAft>
              <a:buClr>
                <a:schemeClr val="accent1"/>
              </a:buClr>
              <a:buSzPts val="1800"/>
              <a:buChar char="–"/>
              <a:defRPr/>
            </a:lvl4pPr>
            <a:lvl5pPr marL="2286000" lvl="4" indent="-228600" algn="l">
              <a:spcBef>
                <a:spcPts val="600"/>
              </a:spcBef>
              <a:spcAft>
                <a:spcPts val="0"/>
              </a:spcAft>
              <a:buClr>
                <a:schemeClr val="accent1"/>
              </a:buClr>
              <a:buSzPts val="1800"/>
              <a:buNone/>
              <a:defRPr/>
            </a:lvl5pPr>
            <a:lvl6pPr marL="2743200" lvl="5" indent="-228600" algn="l">
              <a:lnSpc>
                <a:spcPct val="100000"/>
              </a:lnSpc>
              <a:spcBef>
                <a:spcPts val="600"/>
              </a:spcBef>
              <a:spcAft>
                <a:spcPts val="0"/>
              </a:spcAft>
              <a:buClr>
                <a:schemeClr val="accent1"/>
              </a:buClr>
              <a:buSzPts val="1800"/>
              <a:buNone/>
              <a:defRPr/>
            </a:lvl6pPr>
            <a:lvl7pPr marL="3200400" lvl="6" indent="-342900" algn="l">
              <a:lnSpc>
                <a:spcPct val="100000"/>
              </a:lnSpc>
              <a:spcBef>
                <a:spcPts val="0"/>
              </a:spcBef>
              <a:spcAft>
                <a:spcPts val="0"/>
              </a:spcAft>
              <a:buClr>
                <a:schemeClr val="accent1"/>
              </a:buClr>
              <a:buSzPts val="1800"/>
              <a:buChar char="—"/>
              <a:defRPr/>
            </a:lvl7pPr>
            <a:lvl8pPr marL="3657600" lvl="7" indent="-342900" algn="l">
              <a:lnSpc>
                <a:spcPct val="100000"/>
              </a:lnSpc>
              <a:spcBef>
                <a:spcPts val="0"/>
              </a:spcBef>
              <a:spcAft>
                <a:spcPts val="0"/>
              </a:spcAft>
              <a:buClr>
                <a:schemeClr val="accent1"/>
              </a:buClr>
              <a:buSzPts val="1800"/>
              <a:buChar char="–"/>
              <a:defRPr/>
            </a:lvl8pPr>
            <a:lvl9pPr marL="4114800" lvl="8" indent="-342900" algn="l">
              <a:lnSpc>
                <a:spcPct val="100000"/>
              </a:lnSpc>
              <a:spcBef>
                <a:spcPts val="0"/>
              </a:spcBef>
              <a:spcAft>
                <a:spcPts val="0"/>
              </a:spcAft>
              <a:buClr>
                <a:schemeClr val="accent1"/>
              </a:buClr>
              <a:buSzPts val="1800"/>
              <a:buChar char="▪"/>
              <a:defRPr/>
            </a:lvl9pPr>
          </a:lstStyle>
          <a:p>
            <a:endParaRPr/>
          </a:p>
        </p:txBody>
      </p:sp>
      <p:pic>
        <p:nvPicPr>
          <p:cNvPr id="155" name="Google Shape;155;p25" descr="Logo. Acht unregelmäßige Dreiecksflächen sind, im Uhrzeigersinn einen Farbverlauf von dunkelblau bis hellgrün ergebend, zu einem regelmäßig achteckigen Ring angeordnet. Links daneben zweizeilig der Schriftzug &quot;DRESDEN concept" title="Logo Dresden concept"/>
          <p:cNvPicPr preferRelativeResize="0"/>
          <p:nvPr/>
        </p:nvPicPr>
        <p:blipFill rotWithShape="1">
          <a:blip r:embed="rId2">
            <a:alphaModFix/>
          </a:blip>
          <a:srcRect/>
          <a:stretch/>
        </p:blipFill>
        <p:spPr>
          <a:xfrm>
            <a:off x="10406348" y="348373"/>
            <a:ext cx="1468046" cy="543600"/>
          </a:xfrm>
          <a:prstGeom prst="rect">
            <a:avLst/>
          </a:prstGeom>
          <a:noFill/>
          <a:ln>
            <a:noFill/>
          </a:ln>
        </p:spPr>
      </p:pic>
      <p:pic>
        <p:nvPicPr>
          <p:cNvPr id="156" name="Google Shape;156;p25" descr="Logo. Schriftzug &quot;Technische Universität Dresden&quot;. Links davon befindet sich ein Achteck, das in zwei Bereiche aufgeteilt ist, die zusammen die Buchstaben &quot;T&quot; und &quot;U&quot; ergeben." title="Logo der TU Dresden"/>
          <p:cNvPicPr preferRelativeResize="0"/>
          <p:nvPr/>
        </p:nvPicPr>
        <p:blipFill rotWithShape="1">
          <a:blip r:embed="rId3">
            <a:alphaModFix/>
          </a:blip>
          <a:srcRect/>
          <a:stretch/>
        </p:blipFill>
        <p:spPr>
          <a:xfrm>
            <a:off x="290304" y="348373"/>
            <a:ext cx="1764000" cy="514800"/>
          </a:xfrm>
          <a:prstGeom prst="rect">
            <a:avLst/>
          </a:prstGeom>
          <a:noFill/>
          <a:ln>
            <a:noFill/>
          </a:ln>
        </p:spPr>
      </p:pic>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matchingName="4_Titelfolie_TUD_weiß-blau">
  <p:cSld name="4_Titelfolie_TUD_weiß-blau">
    <p:spTree>
      <p:nvGrpSpPr>
        <p:cNvPr id="1" name="Shape 157"/>
        <p:cNvGrpSpPr/>
        <p:nvPr/>
      </p:nvGrpSpPr>
      <p:grpSpPr>
        <a:xfrm>
          <a:off x="0" y="0"/>
          <a:ext cx="0" cy="0"/>
          <a:chOff x="0" y="0"/>
          <a:chExt cx="0" cy="0"/>
        </a:xfrm>
      </p:grpSpPr>
      <p:sp>
        <p:nvSpPr>
          <p:cNvPr id="158" name="Google Shape;158;p26"/>
          <p:cNvSpPr/>
          <p:nvPr/>
        </p:nvSpPr>
        <p:spPr>
          <a:xfrm>
            <a:off x="0" y="1204912"/>
            <a:ext cx="12192000" cy="5653089"/>
          </a:xfrm>
          <a:prstGeom prst="rect">
            <a:avLst/>
          </a:prstGeom>
          <a:gradFill>
            <a:gsLst>
              <a:gs pos="0">
                <a:srgbClr val="DE2526"/>
              </a:gs>
              <a:gs pos="14000">
                <a:srgbClr val="DE2526"/>
              </a:gs>
              <a:gs pos="100000">
                <a:srgbClr val="CD1719"/>
              </a:gs>
            </a:gsLst>
            <a:lin ang="150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Open Sans"/>
              <a:ea typeface="Open Sans"/>
              <a:cs typeface="Open Sans"/>
              <a:sym typeface="Open Sans"/>
            </a:endParaRPr>
          </a:p>
        </p:txBody>
      </p:sp>
      <p:sp>
        <p:nvSpPr>
          <p:cNvPr id="159" name="Google Shape;159;p26"/>
          <p:cNvSpPr txBox="1">
            <a:spLocks noGrp="1"/>
          </p:cNvSpPr>
          <p:nvPr>
            <p:ph type="body" idx="1"/>
          </p:nvPr>
        </p:nvSpPr>
        <p:spPr>
          <a:xfrm>
            <a:off x="882808" y="2852116"/>
            <a:ext cx="1802014" cy="246221"/>
          </a:xfrm>
          <a:prstGeom prst="rect">
            <a:avLst/>
          </a:prstGeom>
          <a:solidFill>
            <a:schemeClr val="lt1">
              <a:alpha val="89803"/>
            </a:schemeClr>
          </a:solidFill>
          <a:ln>
            <a:noFill/>
          </a:ln>
        </p:spPr>
        <p:txBody>
          <a:bodyPr spcFirstLastPara="1" wrap="square" lIns="72000" tIns="0" rIns="36000" bIns="0" anchor="t" anchorCtr="0">
            <a:spAutoFit/>
          </a:bodyPr>
          <a:lstStyle>
            <a:lvl1pPr marL="457200" lvl="0" indent="-228600" algn="l">
              <a:spcBef>
                <a:spcPts val="0"/>
              </a:spcBef>
              <a:spcAft>
                <a:spcPts val="0"/>
              </a:spcAft>
              <a:buClr>
                <a:schemeClr val="accent1"/>
              </a:buClr>
              <a:buSzPts val="1600"/>
              <a:buNone/>
              <a:defRPr sz="1600" b="1">
                <a:solidFill>
                  <a:schemeClr val="accent1"/>
                </a:solidFill>
              </a:defRPr>
            </a:lvl1pPr>
            <a:lvl2pPr marL="914400" lvl="1" indent="-228600" algn="l">
              <a:spcBef>
                <a:spcPts val="600"/>
              </a:spcBef>
              <a:spcAft>
                <a:spcPts val="0"/>
              </a:spcAft>
              <a:buClr>
                <a:schemeClr val="accent1"/>
              </a:buClr>
              <a:buSzPts val="1800"/>
              <a:buNone/>
              <a:defRPr/>
            </a:lvl2pPr>
            <a:lvl3pPr marL="1371600" lvl="2" indent="-342900" algn="l">
              <a:spcBef>
                <a:spcPts val="0"/>
              </a:spcBef>
              <a:spcAft>
                <a:spcPts val="0"/>
              </a:spcAft>
              <a:buClr>
                <a:schemeClr val="accent1"/>
              </a:buClr>
              <a:buSzPts val="1800"/>
              <a:buChar char="—"/>
              <a:defRPr/>
            </a:lvl3pPr>
            <a:lvl4pPr marL="1828800" lvl="3" indent="-342900" algn="l">
              <a:spcBef>
                <a:spcPts val="0"/>
              </a:spcBef>
              <a:spcAft>
                <a:spcPts val="0"/>
              </a:spcAft>
              <a:buClr>
                <a:schemeClr val="accent1"/>
              </a:buClr>
              <a:buSzPts val="1800"/>
              <a:buChar char="–"/>
              <a:defRPr/>
            </a:lvl4pPr>
            <a:lvl5pPr marL="2286000" lvl="4" indent="-228600" algn="l">
              <a:spcBef>
                <a:spcPts val="600"/>
              </a:spcBef>
              <a:spcAft>
                <a:spcPts val="0"/>
              </a:spcAft>
              <a:buClr>
                <a:schemeClr val="accent1"/>
              </a:buClr>
              <a:buSzPts val="1800"/>
              <a:buNone/>
              <a:defRPr/>
            </a:lvl5pPr>
            <a:lvl6pPr marL="2743200" lvl="5" indent="-228600" algn="l">
              <a:lnSpc>
                <a:spcPct val="100000"/>
              </a:lnSpc>
              <a:spcBef>
                <a:spcPts val="600"/>
              </a:spcBef>
              <a:spcAft>
                <a:spcPts val="0"/>
              </a:spcAft>
              <a:buClr>
                <a:schemeClr val="accent1"/>
              </a:buClr>
              <a:buSzPts val="1800"/>
              <a:buNone/>
              <a:defRPr/>
            </a:lvl6pPr>
            <a:lvl7pPr marL="3200400" lvl="6" indent="-342900" algn="l">
              <a:lnSpc>
                <a:spcPct val="100000"/>
              </a:lnSpc>
              <a:spcBef>
                <a:spcPts val="0"/>
              </a:spcBef>
              <a:spcAft>
                <a:spcPts val="0"/>
              </a:spcAft>
              <a:buClr>
                <a:schemeClr val="accent1"/>
              </a:buClr>
              <a:buSzPts val="1800"/>
              <a:buChar char="—"/>
              <a:defRPr/>
            </a:lvl7pPr>
            <a:lvl8pPr marL="3657600" lvl="7" indent="-342900" algn="l">
              <a:lnSpc>
                <a:spcPct val="100000"/>
              </a:lnSpc>
              <a:spcBef>
                <a:spcPts val="0"/>
              </a:spcBef>
              <a:spcAft>
                <a:spcPts val="0"/>
              </a:spcAft>
              <a:buClr>
                <a:schemeClr val="accent1"/>
              </a:buClr>
              <a:buSzPts val="1800"/>
              <a:buChar char="–"/>
              <a:defRPr/>
            </a:lvl8pPr>
            <a:lvl9pPr marL="4114800" lvl="8" indent="-342900" algn="l">
              <a:lnSpc>
                <a:spcPct val="100000"/>
              </a:lnSpc>
              <a:spcBef>
                <a:spcPts val="0"/>
              </a:spcBef>
              <a:spcAft>
                <a:spcPts val="0"/>
              </a:spcAft>
              <a:buClr>
                <a:schemeClr val="accent1"/>
              </a:buClr>
              <a:buSzPts val="1800"/>
              <a:buChar char="▪"/>
              <a:defRPr/>
            </a:lvl9pPr>
          </a:lstStyle>
          <a:p>
            <a:endParaRPr/>
          </a:p>
        </p:txBody>
      </p:sp>
      <p:sp>
        <p:nvSpPr>
          <p:cNvPr id="160" name="Google Shape;160;p26"/>
          <p:cNvSpPr txBox="1">
            <a:spLocks noGrp="1"/>
          </p:cNvSpPr>
          <p:nvPr>
            <p:ph type="title"/>
          </p:nvPr>
        </p:nvSpPr>
        <p:spPr>
          <a:xfrm>
            <a:off x="882771" y="3835706"/>
            <a:ext cx="3941317" cy="492443"/>
          </a:xfrm>
          <a:prstGeom prst="rect">
            <a:avLst/>
          </a:prstGeom>
          <a:solidFill>
            <a:schemeClr val="lt1">
              <a:alpha val="89803"/>
            </a:schemeClr>
          </a:solidFill>
          <a:ln>
            <a:noFill/>
          </a:ln>
        </p:spPr>
        <p:txBody>
          <a:bodyPr spcFirstLastPara="1" wrap="square" lIns="72000" tIns="0" rIns="36000" bIns="0" anchor="t" anchorCtr="0">
            <a:spAutoFit/>
          </a:bodyPr>
          <a:lstStyle>
            <a:lvl1pPr lvl="0" algn="l">
              <a:spcBef>
                <a:spcPts val="0"/>
              </a:spcBef>
              <a:spcAft>
                <a:spcPts val="0"/>
              </a:spcAft>
              <a:buClr>
                <a:schemeClr val="accent1"/>
              </a:buClr>
              <a:buSzPts val="3200"/>
              <a:buFont typeface="Open Sans"/>
              <a:buNone/>
              <a:defRPr sz="3200" b="1">
                <a:solidFill>
                  <a:schemeClr val="accen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61" name="Google Shape;161;p26"/>
          <p:cNvSpPr txBox="1">
            <a:spLocks noGrp="1"/>
          </p:cNvSpPr>
          <p:nvPr>
            <p:ph type="subTitle" idx="2"/>
          </p:nvPr>
        </p:nvSpPr>
        <p:spPr>
          <a:xfrm>
            <a:off x="882772" y="5028236"/>
            <a:ext cx="6090752" cy="246221"/>
          </a:xfrm>
          <a:prstGeom prst="rect">
            <a:avLst/>
          </a:prstGeom>
          <a:solidFill>
            <a:schemeClr val="lt1">
              <a:alpha val="89803"/>
            </a:schemeClr>
          </a:solidFill>
          <a:ln>
            <a:noFill/>
          </a:ln>
        </p:spPr>
        <p:txBody>
          <a:bodyPr spcFirstLastPara="1" wrap="square" lIns="72000" tIns="0" rIns="36000" bIns="0" anchor="t" anchorCtr="0">
            <a:spAutoFit/>
          </a:bodyPr>
          <a:lstStyle>
            <a:lvl1pPr lvl="0" algn="l">
              <a:spcBef>
                <a:spcPts val="600"/>
              </a:spcBef>
              <a:spcAft>
                <a:spcPts val="0"/>
              </a:spcAft>
              <a:buClr>
                <a:schemeClr val="accent1"/>
              </a:buClr>
              <a:buSzPts val="1600"/>
              <a:buNone/>
              <a:defRPr b="0">
                <a:solidFill>
                  <a:schemeClr val="accent1"/>
                </a:solidFill>
              </a:defRPr>
            </a:lvl1pPr>
            <a:lvl2pPr lvl="1" algn="ctr">
              <a:spcBef>
                <a:spcPts val="600"/>
              </a:spcBef>
              <a:spcAft>
                <a:spcPts val="0"/>
              </a:spcAft>
              <a:buClr>
                <a:srgbClr val="888888"/>
              </a:buClr>
              <a:buSzPts val="1600"/>
              <a:buNone/>
              <a:defRPr>
                <a:solidFill>
                  <a:srgbClr val="888888"/>
                </a:solidFill>
              </a:defRPr>
            </a:lvl2pPr>
            <a:lvl3pPr lvl="2" algn="ctr">
              <a:spcBef>
                <a:spcPts val="0"/>
              </a:spcBef>
              <a:spcAft>
                <a:spcPts val="0"/>
              </a:spcAft>
              <a:buClr>
                <a:srgbClr val="888888"/>
              </a:buClr>
              <a:buSzPts val="1600"/>
              <a:buNone/>
              <a:defRPr>
                <a:solidFill>
                  <a:srgbClr val="888888"/>
                </a:solidFill>
              </a:defRPr>
            </a:lvl3pPr>
            <a:lvl4pPr lvl="3" algn="ctr">
              <a:spcBef>
                <a:spcPts val="0"/>
              </a:spcBef>
              <a:spcAft>
                <a:spcPts val="0"/>
              </a:spcAft>
              <a:buClr>
                <a:srgbClr val="888888"/>
              </a:buClr>
              <a:buSzPts val="1600"/>
              <a:buNone/>
              <a:defRPr>
                <a:solidFill>
                  <a:srgbClr val="888888"/>
                </a:solidFill>
              </a:defRPr>
            </a:lvl4pPr>
            <a:lvl5pPr lvl="4" algn="ctr">
              <a:spcBef>
                <a:spcPts val="600"/>
              </a:spcBef>
              <a:spcAft>
                <a:spcPts val="0"/>
              </a:spcAft>
              <a:buClr>
                <a:srgbClr val="888888"/>
              </a:buClr>
              <a:buSzPts val="1400"/>
              <a:buNone/>
              <a:defRPr>
                <a:solidFill>
                  <a:srgbClr val="888888"/>
                </a:solidFill>
              </a:defRPr>
            </a:lvl5pPr>
            <a:lvl6pPr lvl="5" algn="ctr">
              <a:lnSpc>
                <a:spcPct val="100000"/>
              </a:lnSpc>
              <a:spcBef>
                <a:spcPts val="600"/>
              </a:spcBef>
              <a:spcAft>
                <a:spcPts val="0"/>
              </a:spcAft>
              <a:buClr>
                <a:srgbClr val="888888"/>
              </a:buClr>
              <a:buSzPts val="1400"/>
              <a:buNone/>
              <a:defRPr>
                <a:solidFill>
                  <a:srgbClr val="888888"/>
                </a:solidFill>
              </a:defRPr>
            </a:lvl6pPr>
            <a:lvl7pPr lvl="6" algn="ctr">
              <a:lnSpc>
                <a:spcPct val="100000"/>
              </a:lnSpc>
              <a:spcBef>
                <a:spcPts val="0"/>
              </a:spcBef>
              <a:spcAft>
                <a:spcPts val="0"/>
              </a:spcAft>
              <a:buClr>
                <a:srgbClr val="888888"/>
              </a:buClr>
              <a:buSzPts val="1400"/>
              <a:buNone/>
              <a:defRPr>
                <a:solidFill>
                  <a:srgbClr val="888888"/>
                </a:solidFill>
              </a:defRPr>
            </a:lvl7pPr>
            <a:lvl8pPr lvl="7" algn="ctr">
              <a:lnSpc>
                <a:spcPct val="100000"/>
              </a:lnSpc>
              <a:spcBef>
                <a:spcPts val="0"/>
              </a:spcBef>
              <a:spcAft>
                <a:spcPts val="0"/>
              </a:spcAft>
              <a:buClr>
                <a:srgbClr val="888888"/>
              </a:buClr>
              <a:buSzPts val="1400"/>
              <a:buNone/>
              <a:defRPr>
                <a:solidFill>
                  <a:srgbClr val="888888"/>
                </a:solidFill>
              </a:defRPr>
            </a:lvl8pPr>
            <a:lvl9pPr lvl="8" algn="ctr">
              <a:lnSpc>
                <a:spcPct val="100000"/>
              </a:lnSpc>
              <a:spcBef>
                <a:spcPts val="0"/>
              </a:spcBef>
              <a:spcAft>
                <a:spcPts val="0"/>
              </a:spcAft>
              <a:buClr>
                <a:srgbClr val="888888"/>
              </a:buClr>
              <a:buSzPts val="1400"/>
              <a:buNone/>
              <a:defRPr>
                <a:solidFill>
                  <a:srgbClr val="888888"/>
                </a:solidFill>
              </a:defRPr>
            </a:lvl9pPr>
          </a:lstStyle>
          <a:p>
            <a:endParaRPr/>
          </a:p>
        </p:txBody>
      </p:sp>
      <p:sp>
        <p:nvSpPr>
          <p:cNvPr id="162" name="Google Shape;162;p26"/>
          <p:cNvSpPr txBox="1">
            <a:spLocks noGrp="1"/>
          </p:cNvSpPr>
          <p:nvPr>
            <p:ph type="body" idx="3"/>
          </p:nvPr>
        </p:nvSpPr>
        <p:spPr>
          <a:xfrm>
            <a:off x="882808" y="3138045"/>
            <a:ext cx="3138020" cy="246221"/>
          </a:xfrm>
          <a:prstGeom prst="rect">
            <a:avLst/>
          </a:prstGeom>
          <a:solidFill>
            <a:schemeClr val="lt1">
              <a:alpha val="89803"/>
            </a:schemeClr>
          </a:solidFill>
          <a:ln>
            <a:noFill/>
          </a:ln>
        </p:spPr>
        <p:txBody>
          <a:bodyPr spcFirstLastPara="1" wrap="square" lIns="72000" tIns="0" rIns="36000" bIns="0" anchor="t" anchorCtr="0">
            <a:spAutoFit/>
          </a:bodyPr>
          <a:lstStyle>
            <a:lvl1pPr marL="457200" lvl="0" indent="-228600" algn="l">
              <a:spcBef>
                <a:spcPts val="0"/>
              </a:spcBef>
              <a:spcAft>
                <a:spcPts val="0"/>
              </a:spcAft>
              <a:buClr>
                <a:schemeClr val="accent1"/>
              </a:buClr>
              <a:buSzPts val="1600"/>
              <a:buNone/>
              <a:defRPr sz="1600" b="0">
                <a:solidFill>
                  <a:schemeClr val="accent1"/>
                </a:solidFill>
              </a:defRPr>
            </a:lvl1pPr>
            <a:lvl2pPr marL="914400" lvl="1" indent="-228600" algn="l">
              <a:spcBef>
                <a:spcPts val="600"/>
              </a:spcBef>
              <a:spcAft>
                <a:spcPts val="0"/>
              </a:spcAft>
              <a:buClr>
                <a:schemeClr val="accent1"/>
              </a:buClr>
              <a:buSzPts val="1800"/>
              <a:buNone/>
              <a:defRPr/>
            </a:lvl2pPr>
            <a:lvl3pPr marL="1371600" lvl="2" indent="-342900" algn="l">
              <a:spcBef>
                <a:spcPts val="0"/>
              </a:spcBef>
              <a:spcAft>
                <a:spcPts val="0"/>
              </a:spcAft>
              <a:buClr>
                <a:schemeClr val="accent1"/>
              </a:buClr>
              <a:buSzPts val="1800"/>
              <a:buChar char="—"/>
              <a:defRPr/>
            </a:lvl3pPr>
            <a:lvl4pPr marL="1828800" lvl="3" indent="-342900" algn="l">
              <a:spcBef>
                <a:spcPts val="0"/>
              </a:spcBef>
              <a:spcAft>
                <a:spcPts val="0"/>
              </a:spcAft>
              <a:buClr>
                <a:schemeClr val="accent1"/>
              </a:buClr>
              <a:buSzPts val="1800"/>
              <a:buChar char="–"/>
              <a:defRPr/>
            </a:lvl4pPr>
            <a:lvl5pPr marL="2286000" lvl="4" indent="-228600" algn="l">
              <a:spcBef>
                <a:spcPts val="600"/>
              </a:spcBef>
              <a:spcAft>
                <a:spcPts val="0"/>
              </a:spcAft>
              <a:buClr>
                <a:schemeClr val="accent1"/>
              </a:buClr>
              <a:buSzPts val="1800"/>
              <a:buNone/>
              <a:defRPr/>
            </a:lvl5pPr>
            <a:lvl6pPr marL="2743200" lvl="5" indent="-228600" algn="l">
              <a:lnSpc>
                <a:spcPct val="100000"/>
              </a:lnSpc>
              <a:spcBef>
                <a:spcPts val="600"/>
              </a:spcBef>
              <a:spcAft>
                <a:spcPts val="0"/>
              </a:spcAft>
              <a:buClr>
                <a:schemeClr val="accent1"/>
              </a:buClr>
              <a:buSzPts val="1800"/>
              <a:buNone/>
              <a:defRPr/>
            </a:lvl6pPr>
            <a:lvl7pPr marL="3200400" lvl="6" indent="-342900" algn="l">
              <a:lnSpc>
                <a:spcPct val="100000"/>
              </a:lnSpc>
              <a:spcBef>
                <a:spcPts val="0"/>
              </a:spcBef>
              <a:spcAft>
                <a:spcPts val="0"/>
              </a:spcAft>
              <a:buClr>
                <a:schemeClr val="accent1"/>
              </a:buClr>
              <a:buSzPts val="1800"/>
              <a:buChar char="—"/>
              <a:defRPr/>
            </a:lvl7pPr>
            <a:lvl8pPr marL="3657600" lvl="7" indent="-342900" algn="l">
              <a:lnSpc>
                <a:spcPct val="100000"/>
              </a:lnSpc>
              <a:spcBef>
                <a:spcPts val="0"/>
              </a:spcBef>
              <a:spcAft>
                <a:spcPts val="0"/>
              </a:spcAft>
              <a:buClr>
                <a:schemeClr val="accent1"/>
              </a:buClr>
              <a:buSzPts val="1800"/>
              <a:buChar char="–"/>
              <a:defRPr/>
            </a:lvl8pPr>
            <a:lvl9pPr marL="4114800" lvl="8" indent="-342900" algn="l">
              <a:lnSpc>
                <a:spcPct val="100000"/>
              </a:lnSpc>
              <a:spcBef>
                <a:spcPts val="0"/>
              </a:spcBef>
              <a:spcAft>
                <a:spcPts val="0"/>
              </a:spcAft>
              <a:buClr>
                <a:schemeClr val="accent1"/>
              </a:buClr>
              <a:buSzPts val="1800"/>
              <a:buChar char="▪"/>
              <a:defRPr/>
            </a:lvl9pPr>
          </a:lstStyle>
          <a:p>
            <a:endParaRPr/>
          </a:p>
        </p:txBody>
      </p:sp>
      <p:sp>
        <p:nvSpPr>
          <p:cNvPr id="163" name="Google Shape;163;p26"/>
          <p:cNvSpPr txBox="1">
            <a:spLocks noGrp="1"/>
          </p:cNvSpPr>
          <p:nvPr>
            <p:ph type="body" idx="4"/>
          </p:nvPr>
        </p:nvSpPr>
        <p:spPr>
          <a:xfrm>
            <a:off x="882770" y="4375609"/>
            <a:ext cx="4803348" cy="492443"/>
          </a:xfrm>
          <a:prstGeom prst="rect">
            <a:avLst/>
          </a:prstGeom>
          <a:solidFill>
            <a:schemeClr val="lt1">
              <a:alpha val="89803"/>
            </a:schemeClr>
          </a:solidFill>
          <a:ln>
            <a:noFill/>
          </a:ln>
        </p:spPr>
        <p:txBody>
          <a:bodyPr spcFirstLastPara="1" wrap="square" lIns="72000" tIns="0" rIns="36000" bIns="0" anchor="t" anchorCtr="0">
            <a:spAutoFit/>
          </a:bodyPr>
          <a:lstStyle>
            <a:lvl1pPr marL="457200" lvl="0" indent="-228600" algn="l">
              <a:spcBef>
                <a:spcPts val="600"/>
              </a:spcBef>
              <a:spcAft>
                <a:spcPts val="0"/>
              </a:spcAft>
              <a:buClr>
                <a:schemeClr val="accent1"/>
              </a:buClr>
              <a:buSzPts val="3200"/>
              <a:buNone/>
              <a:defRPr sz="3200" b="0">
                <a:solidFill>
                  <a:schemeClr val="accent1"/>
                </a:solidFill>
              </a:defRPr>
            </a:lvl1pPr>
            <a:lvl2pPr marL="914400" lvl="1" indent="-228600" algn="l">
              <a:spcBef>
                <a:spcPts val="600"/>
              </a:spcBef>
              <a:spcAft>
                <a:spcPts val="0"/>
              </a:spcAft>
              <a:buClr>
                <a:schemeClr val="accent1"/>
              </a:buClr>
              <a:buSzPts val="1800"/>
              <a:buNone/>
              <a:defRPr/>
            </a:lvl2pPr>
            <a:lvl3pPr marL="1371600" lvl="2" indent="-228600" algn="l">
              <a:spcBef>
                <a:spcPts val="0"/>
              </a:spcBef>
              <a:spcAft>
                <a:spcPts val="0"/>
              </a:spcAft>
              <a:buClr>
                <a:schemeClr val="accent1"/>
              </a:buClr>
              <a:buSzPts val="1600"/>
              <a:buNone/>
              <a:defRPr/>
            </a:lvl3pPr>
            <a:lvl4pPr marL="1828800" lvl="3" indent="-228600" algn="l">
              <a:spcBef>
                <a:spcPts val="0"/>
              </a:spcBef>
              <a:spcAft>
                <a:spcPts val="0"/>
              </a:spcAft>
              <a:buClr>
                <a:schemeClr val="accent1"/>
              </a:buClr>
              <a:buSzPts val="1600"/>
              <a:buNone/>
              <a:defRPr/>
            </a:lvl4pPr>
            <a:lvl5pPr marL="2286000" lvl="4" indent="-228600" algn="l">
              <a:spcBef>
                <a:spcPts val="600"/>
              </a:spcBef>
              <a:spcAft>
                <a:spcPts val="0"/>
              </a:spcAft>
              <a:buClr>
                <a:schemeClr val="accent1"/>
              </a:buClr>
              <a:buSzPts val="1800"/>
              <a:buNone/>
              <a:defRPr/>
            </a:lvl5pPr>
            <a:lvl6pPr marL="2743200" lvl="5" indent="-228600" algn="l">
              <a:lnSpc>
                <a:spcPct val="100000"/>
              </a:lnSpc>
              <a:spcBef>
                <a:spcPts val="600"/>
              </a:spcBef>
              <a:spcAft>
                <a:spcPts val="0"/>
              </a:spcAft>
              <a:buClr>
                <a:schemeClr val="accent1"/>
              </a:buClr>
              <a:buSzPts val="1800"/>
              <a:buNone/>
              <a:defRPr/>
            </a:lvl6pPr>
            <a:lvl7pPr marL="3200400" lvl="6" indent="-342900" algn="l">
              <a:lnSpc>
                <a:spcPct val="100000"/>
              </a:lnSpc>
              <a:spcBef>
                <a:spcPts val="0"/>
              </a:spcBef>
              <a:spcAft>
                <a:spcPts val="0"/>
              </a:spcAft>
              <a:buClr>
                <a:schemeClr val="accent1"/>
              </a:buClr>
              <a:buSzPts val="1800"/>
              <a:buChar char="—"/>
              <a:defRPr/>
            </a:lvl7pPr>
            <a:lvl8pPr marL="3657600" lvl="7" indent="-342900" algn="l">
              <a:lnSpc>
                <a:spcPct val="100000"/>
              </a:lnSpc>
              <a:spcBef>
                <a:spcPts val="0"/>
              </a:spcBef>
              <a:spcAft>
                <a:spcPts val="0"/>
              </a:spcAft>
              <a:buClr>
                <a:schemeClr val="accent1"/>
              </a:buClr>
              <a:buSzPts val="1800"/>
              <a:buChar char="–"/>
              <a:defRPr/>
            </a:lvl8pPr>
            <a:lvl9pPr marL="4114800" lvl="8" indent="-342900" algn="l">
              <a:lnSpc>
                <a:spcPct val="100000"/>
              </a:lnSpc>
              <a:spcBef>
                <a:spcPts val="0"/>
              </a:spcBef>
              <a:spcAft>
                <a:spcPts val="0"/>
              </a:spcAft>
              <a:buClr>
                <a:schemeClr val="accent1"/>
              </a:buClr>
              <a:buSzPts val="1800"/>
              <a:buChar char="▪"/>
              <a:defRPr/>
            </a:lvl9pPr>
          </a:lstStyle>
          <a:p>
            <a:endParaRPr/>
          </a:p>
        </p:txBody>
      </p:sp>
      <p:sp>
        <p:nvSpPr>
          <p:cNvPr id="164" name="Google Shape;164;p26"/>
          <p:cNvSpPr txBox="1">
            <a:spLocks noGrp="1"/>
          </p:cNvSpPr>
          <p:nvPr>
            <p:ph type="body" idx="5"/>
          </p:nvPr>
        </p:nvSpPr>
        <p:spPr>
          <a:xfrm>
            <a:off x="882808" y="5312641"/>
            <a:ext cx="4711084" cy="246221"/>
          </a:xfrm>
          <a:prstGeom prst="rect">
            <a:avLst/>
          </a:prstGeom>
          <a:solidFill>
            <a:schemeClr val="lt1">
              <a:alpha val="89803"/>
            </a:schemeClr>
          </a:solidFill>
          <a:ln>
            <a:noFill/>
          </a:ln>
        </p:spPr>
        <p:txBody>
          <a:bodyPr spcFirstLastPara="1" wrap="square" lIns="72000" tIns="0" rIns="36000" bIns="0" anchor="t" anchorCtr="0">
            <a:spAutoFit/>
          </a:bodyPr>
          <a:lstStyle>
            <a:lvl1pPr marL="457200" lvl="0" indent="-228600" algn="l">
              <a:spcBef>
                <a:spcPts val="600"/>
              </a:spcBef>
              <a:spcAft>
                <a:spcPts val="0"/>
              </a:spcAft>
              <a:buClr>
                <a:schemeClr val="accent1"/>
              </a:buClr>
              <a:buSzPts val="1600"/>
              <a:buNone/>
              <a:defRPr b="0">
                <a:solidFill>
                  <a:schemeClr val="accent1"/>
                </a:solidFill>
              </a:defRPr>
            </a:lvl1pPr>
            <a:lvl2pPr marL="914400" lvl="1" indent="-228600" algn="l">
              <a:spcBef>
                <a:spcPts val="600"/>
              </a:spcBef>
              <a:spcAft>
                <a:spcPts val="0"/>
              </a:spcAft>
              <a:buClr>
                <a:schemeClr val="accent1"/>
              </a:buClr>
              <a:buSzPts val="1800"/>
              <a:buNone/>
              <a:defRPr/>
            </a:lvl2pPr>
            <a:lvl3pPr marL="1371600" lvl="2" indent="-342900" algn="l">
              <a:spcBef>
                <a:spcPts val="0"/>
              </a:spcBef>
              <a:spcAft>
                <a:spcPts val="0"/>
              </a:spcAft>
              <a:buClr>
                <a:schemeClr val="accent1"/>
              </a:buClr>
              <a:buSzPts val="1800"/>
              <a:buChar char="—"/>
              <a:defRPr/>
            </a:lvl3pPr>
            <a:lvl4pPr marL="1828800" lvl="3" indent="-342900" algn="l">
              <a:spcBef>
                <a:spcPts val="0"/>
              </a:spcBef>
              <a:spcAft>
                <a:spcPts val="0"/>
              </a:spcAft>
              <a:buClr>
                <a:schemeClr val="accent1"/>
              </a:buClr>
              <a:buSzPts val="1800"/>
              <a:buChar char="–"/>
              <a:defRPr/>
            </a:lvl4pPr>
            <a:lvl5pPr marL="2286000" lvl="4" indent="-228600" algn="l">
              <a:spcBef>
                <a:spcPts val="600"/>
              </a:spcBef>
              <a:spcAft>
                <a:spcPts val="0"/>
              </a:spcAft>
              <a:buClr>
                <a:schemeClr val="accent1"/>
              </a:buClr>
              <a:buSzPts val="1800"/>
              <a:buNone/>
              <a:defRPr/>
            </a:lvl5pPr>
            <a:lvl6pPr marL="2743200" lvl="5" indent="-228600" algn="l">
              <a:lnSpc>
                <a:spcPct val="100000"/>
              </a:lnSpc>
              <a:spcBef>
                <a:spcPts val="600"/>
              </a:spcBef>
              <a:spcAft>
                <a:spcPts val="0"/>
              </a:spcAft>
              <a:buClr>
                <a:schemeClr val="accent1"/>
              </a:buClr>
              <a:buSzPts val="1800"/>
              <a:buNone/>
              <a:defRPr/>
            </a:lvl6pPr>
            <a:lvl7pPr marL="3200400" lvl="6" indent="-342900" algn="l">
              <a:lnSpc>
                <a:spcPct val="100000"/>
              </a:lnSpc>
              <a:spcBef>
                <a:spcPts val="0"/>
              </a:spcBef>
              <a:spcAft>
                <a:spcPts val="0"/>
              </a:spcAft>
              <a:buClr>
                <a:schemeClr val="accent1"/>
              </a:buClr>
              <a:buSzPts val="1800"/>
              <a:buChar char="—"/>
              <a:defRPr/>
            </a:lvl7pPr>
            <a:lvl8pPr marL="3657600" lvl="7" indent="-342900" algn="l">
              <a:lnSpc>
                <a:spcPct val="100000"/>
              </a:lnSpc>
              <a:spcBef>
                <a:spcPts val="0"/>
              </a:spcBef>
              <a:spcAft>
                <a:spcPts val="0"/>
              </a:spcAft>
              <a:buClr>
                <a:schemeClr val="accent1"/>
              </a:buClr>
              <a:buSzPts val="1800"/>
              <a:buChar char="–"/>
              <a:defRPr/>
            </a:lvl8pPr>
            <a:lvl9pPr marL="4114800" lvl="8" indent="-342900" algn="l">
              <a:lnSpc>
                <a:spcPct val="100000"/>
              </a:lnSpc>
              <a:spcBef>
                <a:spcPts val="0"/>
              </a:spcBef>
              <a:spcAft>
                <a:spcPts val="0"/>
              </a:spcAft>
              <a:buClr>
                <a:schemeClr val="accent1"/>
              </a:buClr>
              <a:buSzPts val="1800"/>
              <a:buChar char="▪"/>
              <a:defRPr/>
            </a:lvl9pPr>
          </a:lstStyle>
          <a:p>
            <a:endParaRPr/>
          </a:p>
        </p:txBody>
      </p:sp>
      <p:pic>
        <p:nvPicPr>
          <p:cNvPr id="165" name="Google Shape;165;p26" descr="Logo. Acht unregelmäßige Dreiecksflächen sind, im Uhrzeigersinn einen Farbverlauf von dunkelblau bis hellgrün ergebend, zu einem regelmäßig achteckigen Ring angeordnet. Links daneben zweizeilig der Schriftzug &quot;DRESDEN concept" title="Logo Dresden concept"/>
          <p:cNvPicPr preferRelativeResize="0"/>
          <p:nvPr/>
        </p:nvPicPr>
        <p:blipFill rotWithShape="1">
          <a:blip r:embed="rId2">
            <a:alphaModFix/>
          </a:blip>
          <a:srcRect/>
          <a:stretch/>
        </p:blipFill>
        <p:spPr>
          <a:xfrm>
            <a:off x="10406348" y="348373"/>
            <a:ext cx="1468046" cy="543600"/>
          </a:xfrm>
          <a:prstGeom prst="rect">
            <a:avLst/>
          </a:prstGeom>
          <a:noFill/>
          <a:ln>
            <a:noFill/>
          </a:ln>
        </p:spPr>
      </p:pic>
      <p:pic>
        <p:nvPicPr>
          <p:cNvPr id="166" name="Google Shape;166;p26" descr="Logo. Schriftzug &quot;Technische Universität Dresden&quot;. Links davon befindet sich ein Achteck, das in zwei Bereiche aufgeteilt ist, die zusammen die Buchstaben &quot;T&quot; und &quot;U&quot; ergeben." title="Logo der TU Dresden"/>
          <p:cNvPicPr preferRelativeResize="0"/>
          <p:nvPr/>
        </p:nvPicPr>
        <p:blipFill rotWithShape="1">
          <a:blip r:embed="rId3">
            <a:alphaModFix/>
          </a:blip>
          <a:srcRect/>
          <a:stretch/>
        </p:blipFill>
        <p:spPr>
          <a:xfrm>
            <a:off x="290304" y="348373"/>
            <a:ext cx="1764000" cy="514800"/>
          </a:xfrm>
          <a:prstGeom prst="rect">
            <a:avLst/>
          </a:prstGeom>
          <a:noFill/>
          <a:ln>
            <a:noFill/>
          </a:ln>
        </p:spPr>
      </p:pic>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matchingName="5_Titelfolie_TUD_weiß-blau">
  <p:cSld name="5_Titelfolie_TUD_weiß-blau">
    <p:spTree>
      <p:nvGrpSpPr>
        <p:cNvPr id="1" name="Shape 167"/>
        <p:cNvGrpSpPr/>
        <p:nvPr/>
      </p:nvGrpSpPr>
      <p:grpSpPr>
        <a:xfrm>
          <a:off x="0" y="0"/>
          <a:ext cx="0" cy="0"/>
          <a:chOff x="0" y="0"/>
          <a:chExt cx="0" cy="0"/>
        </a:xfrm>
      </p:grpSpPr>
      <p:sp>
        <p:nvSpPr>
          <p:cNvPr id="168" name="Google Shape;168;p27"/>
          <p:cNvSpPr/>
          <p:nvPr/>
        </p:nvSpPr>
        <p:spPr>
          <a:xfrm>
            <a:off x="3151994" y="2563831"/>
            <a:ext cx="9050720" cy="4317954"/>
          </a:xfrm>
          <a:custGeom>
            <a:avLst/>
            <a:gdLst/>
            <a:ahLst/>
            <a:cxnLst/>
            <a:rect l="l" t="t" r="r" b="b"/>
            <a:pathLst>
              <a:path w="8344852" h="3981196" extrusionOk="0">
                <a:moveTo>
                  <a:pt x="3984796" y="381"/>
                </a:moveTo>
                <a:lnTo>
                  <a:pt x="8344852" y="0"/>
                </a:lnTo>
                <a:lnTo>
                  <a:pt x="8344852" y="3967748"/>
                </a:lnTo>
                <a:lnTo>
                  <a:pt x="0" y="3981196"/>
                </a:lnTo>
                <a:lnTo>
                  <a:pt x="3984796" y="381"/>
                </a:lnTo>
                <a:close/>
              </a:path>
            </a:pathLst>
          </a:custGeom>
          <a:solidFill>
            <a:schemeClr val="accent5">
              <a:alpha val="80000"/>
            </a:scheme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620">
              <a:solidFill>
                <a:schemeClr val="lt1"/>
              </a:solidFill>
              <a:latin typeface="Open Sans"/>
              <a:ea typeface="Open Sans"/>
              <a:cs typeface="Open Sans"/>
              <a:sym typeface="Open Sans"/>
            </a:endParaRPr>
          </a:p>
        </p:txBody>
      </p:sp>
      <p:sp>
        <p:nvSpPr>
          <p:cNvPr id="169" name="Google Shape;169;p27"/>
          <p:cNvSpPr/>
          <p:nvPr/>
        </p:nvSpPr>
        <p:spPr>
          <a:xfrm>
            <a:off x="-1" y="3692352"/>
            <a:ext cx="9555747" cy="3185710"/>
          </a:xfrm>
          <a:custGeom>
            <a:avLst/>
            <a:gdLst/>
            <a:ahLst/>
            <a:cxnLst/>
            <a:rect l="l" t="t" r="r" b="b"/>
            <a:pathLst>
              <a:path w="8810492" h="2937256" extrusionOk="0">
                <a:moveTo>
                  <a:pt x="0" y="0"/>
                </a:moveTo>
                <a:lnTo>
                  <a:pt x="5858286" y="0"/>
                </a:lnTo>
                <a:lnTo>
                  <a:pt x="8810492" y="2937256"/>
                </a:lnTo>
                <a:lnTo>
                  <a:pt x="0" y="2937256"/>
                </a:lnTo>
                <a:lnTo>
                  <a:pt x="0" y="0"/>
                </a:lnTo>
                <a:close/>
              </a:path>
            </a:pathLst>
          </a:custGeom>
          <a:solidFill>
            <a:schemeClr val="accent4">
              <a:alpha val="80000"/>
            </a:scheme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r>
              <a:rPr lang="en-DE" sz="1620">
                <a:solidFill>
                  <a:schemeClr val="lt1"/>
                </a:solidFill>
                <a:latin typeface="Open Sans"/>
                <a:ea typeface="Open Sans"/>
                <a:cs typeface="Open Sans"/>
                <a:sym typeface="Open Sans"/>
              </a:rPr>
              <a:t> </a:t>
            </a:r>
            <a:endParaRPr/>
          </a:p>
        </p:txBody>
      </p:sp>
      <p:sp>
        <p:nvSpPr>
          <p:cNvPr id="170" name="Google Shape;170;p27"/>
          <p:cNvSpPr/>
          <p:nvPr/>
        </p:nvSpPr>
        <p:spPr>
          <a:xfrm>
            <a:off x="-709" y="2302249"/>
            <a:ext cx="6020777" cy="4581946"/>
          </a:xfrm>
          <a:custGeom>
            <a:avLst/>
            <a:gdLst/>
            <a:ahLst/>
            <a:cxnLst/>
            <a:rect l="l" t="t" r="r" b="b"/>
            <a:pathLst>
              <a:path w="5551215" h="4224599" extrusionOk="0">
                <a:moveTo>
                  <a:pt x="709" y="0"/>
                </a:moveTo>
                <a:lnTo>
                  <a:pt x="1485014" y="185"/>
                </a:lnTo>
                <a:lnTo>
                  <a:pt x="5551215" y="4224599"/>
                </a:lnTo>
                <a:lnTo>
                  <a:pt x="710" y="4220095"/>
                </a:lnTo>
                <a:cubicBezTo>
                  <a:pt x="-1748" y="2818313"/>
                  <a:pt x="3167" y="1401782"/>
                  <a:pt x="709" y="0"/>
                </a:cubicBezTo>
                <a:close/>
              </a:path>
            </a:pathLst>
          </a:custGeom>
          <a:solidFill>
            <a:schemeClr val="accent1">
              <a:alpha val="80000"/>
            </a:scheme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620">
              <a:solidFill>
                <a:schemeClr val="lt1"/>
              </a:solidFill>
              <a:latin typeface="Open Sans"/>
              <a:ea typeface="Open Sans"/>
              <a:cs typeface="Open Sans"/>
              <a:sym typeface="Open Sans"/>
            </a:endParaRPr>
          </a:p>
        </p:txBody>
      </p:sp>
      <p:sp>
        <p:nvSpPr>
          <p:cNvPr id="171" name="Google Shape;171;p27"/>
          <p:cNvSpPr txBox="1">
            <a:spLocks noGrp="1"/>
          </p:cNvSpPr>
          <p:nvPr>
            <p:ph type="body" idx="1"/>
          </p:nvPr>
        </p:nvSpPr>
        <p:spPr>
          <a:xfrm>
            <a:off x="882808" y="2852116"/>
            <a:ext cx="1802014" cy="246221"/>
          </a:xfrm>
          <a:prstGeom prst="rect">
            <a:avLst/>
          </a:prstGeom>
          <a:solidFill>
            <a:schemeClr val="lt1">
              <a:alpha val="89803"/>
            </a:schemeClr>
          </a:solidFill>
          <a:ln>
            <a:noFill/>
          </a:ln>
        </p:spPr>
        <p:txBody>
          <a:bodyPr spcFirstLastPara="1" wrap="square" lIns="72000" tIns="0" rIns="36000" bIns="0" anchor="t" anchorCtr="0">
            <a:spAutoFit/>
          </a:bodyPr>
          <a:lstStyle>
            <a:lvl1pPr marL="457200" lvl="0" indent="-228600" algn="l">
              <a:spcBef>
                <a:spcPts val="0"/>
              </a:spcBef>
              <a:spcAft>
                <a:spcPts val="0"/>
              </a:spcAft>
              <a:buClr>
                <a:schemeClr val="accent1"/>
              </a:buClr>
              <a:buSzPts val="1600"/>
              <a:buNone/>
              <a:defRPr sz="1600" b="1">
                <a:solidFill>
                  <a:schemeClr val="accent1"/>
                </a:solidFill>
              </a:defRPr>
            </a:lvl1pPr>
            <a:lvl2pPr marL="914400" lvl="1" indent="-228600" algn="l">
              <a:spcBef>
                <a:spcPts val="600"/>
              </a:spcBef>
              <a:spcAft>
                <a:spcPts val="0"/>
              </a:spcAft>
              <a:buClr>
                <a:schemeClr val="accent1"/>
              </a:buClr>
              <a:buSzPts val="1800"/>
              <a:buNone/>
              <a:defRPr/>
            </a:lvl2pPr>
            <a:lvl3pPr marL="1371600" lvl="2" indent="-342900" algn="l">
              <a:spcBef>
                <a:spcPts val="0"/>
              </a:spcBef>
              <a:spcAft>
                <a:spcPts val="0"/>
              </a:spcAft>
              <a:buClr>
                <a:schemeClr val="accent1"/>
              </a:buClr>
              <a:buSzPts val="1800"/>
              <a:buChar char="—"/>
              <a:defRPr/>
            </a:lvl3pPr>
            <a:lvl4pPr marL="1828800" lvl="3" indent="-342900" algn="l">
              <a:spcBef>
                <a:spcPts val="0"/>
              </a:spcBef>
              <a:spcAft>
                <a:spcPts val="0"/>
              </a:spcAft>
              <a:buClr>
                <a:schemeClr val="accent1"/>
              </a:buClr>
              <a:buSzPts val="1800"/>
              <a:buChar char="–"/>
              <a:defRPr/>
            </a:lvl4pPr>
            <a:lvl5pPr marL="2286000" lvl="4" indent="-228600" algn="l">
              <a:spcBef>
                <a:spcPts val="600"/>
              </a:spcBef>
              <a:spcAft>
                <a:spcPts val="0"/>
              </a:spcAft>
              <a:buClr>
                <a:schemeClr val="accent1"/>
              </a:buClr>
              <a:buSzPts val="1800"/>
              <a:buNone/>
              <a:defRPr/>
            </a:lvl5pPr>
            <a:lvl6pPr marL="2743200" lvl="5" indent="-228600" algn="l">
              <a:lnSpc>
                <a:spcPct val="100000"/>
              </a:lnSpc>
              <a:spcBef>
                <a:spcPts val="600"/>
              </a:spcBef>
              <a:spcAft>
                <a:spcPts val="0"/>
              </a:spcAft>
              <a:buClr>
                <a:schemeClr val="accent1"/>
              </a:buClr>
              <a:buSzPts val="1800"/>
              <a:buNone/>
              <a:defRPr/>
            </a:lvl6pPr>
            <a:lvl7pPr marL="3200400" lvl="6" indent="-342900" algn="l">
              <a:lnSpc>
                <a:spcPct val="100000"/>
              </a:lnSpc>
              <a:spcBef>
                <a:spcPts val="0"/>
              </a:spcBef>
              <a:spcAft>
                <a:spcPts val="0"/>
              </a:spcAft>
              <a:buClr>
                <a:schemeClr val="accent1"/>
              </a:buClr>
              <a:buSzPts val="1800"/>
              <a:buChar char="—"/>
              <a:defRPr/>
            </a:lvl7pPr>
            <a:lvl8pPr marL="3657600" lvl="7" indent="-342900" algn="l">
              <a:lnSpc>
                <a:spcPct val="100000"/>
              </a:lnSpc>
              <a:spcBef>
                <a:spcPts val="0"/>
              </a:spcBef>
              <a:spcAft>
                <a:spcPts val="0"/>
              </a:spcAft>
              <a:buClr>
                <a:schemeClr val="accent1"/>
              </a:buClr>
              <a:buSzPts val="1800"/>
              <a:buChar char="–"/>
              <a:defRPr/>
            </a:lvl8pPr>
            <a:lvl9pPr marL="4114800" lvl="8" indent="-342900" algn="l">
              <a:lnSpc>
                <a:spcPct val="100000"/>
              </a:lnSpc>
              <a:spcBef>
                <a:spcPts val="0"/>
              </a:spcBef>
              <a:spcAft>
                <a:spcPts val="0"/>
              </a:spcAft>
              <a:buClr>
                <a:schemeClr val="accent1"/>
              </a:buClr>
              <a:buSzPts val="1800"/>
              <a:buChar char="▪"/>
              <a:defRPr/>
            </a:lvl9pPr>
          </a:lstStyle>
          <a:p>
            <a:endParaRPr/>
          </a:p>
        </p:txBody>
      </p:sp>
      <p:sp>
        <p:nvSpPr>
          <p:cNvPr id="172" name="Google Shape;172;p27"/>
          <p:cNvSpPr txBox="1">
            <a:spLocks noGrp="1"/>
          </p:cNvSpPr>
          <p:nvPr>
            <p:ph type="title"/>
          </p:nvPr>
        </p:nvSpPr>
        <p:spPr>
          <a:xfrm>
            <a:off x="882771" y="3835706"/>
            <a:ext cx="3941317" cy="492443"/>
          </a:xfrm>
          <a:prstGeom prst="rect">
            <a:avLst/>
          </a:prstGeom>
          <a:solidFill>
            <a:schemeClr val="lt1">
              <a:alpha val="89803"/>
            </a:schemeClr>
          </a:solidFill>
          <a:ln>
            <a:noFill/>
          </a:ln>
        </p:spPr>
        <p:txBody>
          <a:bodyPr spcFirstLastPara="1" wrap="square" lIns="72000" tIns="0" rIns="36000" bIns="0" anchor="t" anchorCtr="0">
            <a:spAutoFit/>
          </a:bodyPr>
          <a:lstStyle>
            <a:lvl1pPr lvl="0" algn="l">
              <a:spcBef>
                <a:spcPts val="0"/>
              </a:spcBef>
              <a:spcAft>
                <a:spcPts val="0"/>
              </a:spcAft>
              <a:buClr>
                <a:schemeClr val="accent1"/>
              </a:buClr>
              <a:buSzPts val="3200"/>
              <a:buFont typeface="Open Sans"/>
              <a:buNone/>
              <a:defRPr sz="3200" b="1">
                <a:solidFill>
                  <a:schemeClr val="accen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73" name="Google Shape;173;p27"/>
          <p:cNvSpPr txBox="1">
            <a:spLocks noGrp="1"/>
          </p:cNvSpPr>
          <p:nvPr>
            <p:ph type="subTitle" idx="2"/>
          </p:nvPr>
        </p:nvSpPr>
        <p:spPr>
          <a:xfrm>
            <a:off x="882772" y="5028236"/>
            <a:ext cx="6090752" cy="246221"/>
          </a:xfrm>
          <a:prstGeom prst="rect">
            <a:avLst/>
          </a:prstGeom>
          <a:solidFill>
            <a:schemeClr val="lt1">
              <a:alpha val="89803"/>
            </a:schemeClr>
          </a:solidFill>
          <a:ln>
            <a:noFill/>
          </a:ln>
        </p:spPr>
        <p:txBody>
          <a:bodyPr spcFirstLastPara="1" wrap="square" lIns="72000" tIns="0" rIns="36000" bIns="0" anchor="t" anchorCtr="0">
            <a:spAutoFit/>
          </a:bodyPr>
          <a:lstStyle>
            <a:lvl1pPr lvl="0" algn="l">
              <a:spcBef>
                <a:spcPts val="600"/>
              </a:spcBef>
              <a:spcAft>
                <a:spcPts val="0"/>
              </a:spcAft>
              <a:buClr>
                <a:schemeClr val="accent1"/>
              </a:buClr>
              <a:buSzPts val="1600"/>
              <a:buNone/>
              <a:defRPr b="0">
                <a:solidFill>
                  <a:schemeClr val="accent1"/>
                </a:solidFill>
              </a:defRPr>
            </a:lvl1pPr>
            <a:lvl2pPr lvl="1" algn="ctr">
              <a:spcBef>
                <a:spcPts val="600"/>
              </a:spcBef>
              <a:spcAft>
                <a:spcPts val="0"/>
              </a:spcAft>
              <a:buClr>
                <a:srgbClr val="888888"/>
              </a:buClr>
              <a:buSzPts val="1600"/>
              <a:buNone/>
              <a:defRPr>
                <a:solidFill>
                  <a:srgbClr val="888888"/>
                </a:solidFill>
              </a:defRPr>
            </a:lvl2pPr>
            <a:lvl3pPr lvl="2" algn="ctr">
              <a:spcBef>
                <a:spcPts val="0"/>
              </a:spcBef>
              <a:spcAft>
                <a:spcPts val="0"/>
              </a:spcAft>
              <a:buClr>
                <a:srgbClr val="888888"/>
              </a:buClr>
              <a:buSzPts val="1600"/>
              <a:buNone/>
              <a:defRPr>
                <a:solidFill>
                  <a:srgbClr val="888888"/>
                </a:solidFill>
              </a:defRPr>
            </a:lvl3pPr>
            <a:lvl4pPr lvl="3" algn="ctr">
              <a:spcBef>
                <a:spcPts val="0"/>
              </a:spcBef>
              <a:spcAft>
                <a:spcPts val="0"/>
              </a:spcAft>
              <a:buClr>
                <a:srgbClr val="888888"/>
              </a:buClr>
              <a:buSzPts val="1600"/>
              <a:buNone/>
              <a:defRPr>
                <a:solidFill>
                  <a:srgbClr val="888888"/>
                </a:solidFill>
              </a:defRPr>
            </a:lvl4pPr>
            <a:lvl5pPr lvl="4" algn="ctr">
              <a:spcBef>
                <a:spcPts val="600"/>
              </a:spcBef>
              <a:spcAft>
                <a:spcPts val="0"/>
              </a:spcAft>
              <a:buClr>
                <a:srgbClr val="888888"/>
              </a:buClr>
              <a:buSzPts val="1400"/>
              <a:buNone/>
              <a:defRPr>
                <a:solidFill>
                  <a:srgbClr val="888888"/>
                </a:solidFill>
              </a:defRPr>
            </a:lvl5pPr>
            <a:lvl6pPr lvl="5" algn="ctr">
              <a:lnSpc>
                <a:spcPct val="100000"/>
              </a:lnSpc>
              <a:spcBef>
                <a:spcPts val="600"/>
              </a:spcBef>
              <a:spcAft>
                <a:spcPts val="0"/>
              </a:spcAft>
              <a:buClr>
                <a:srgbClr val="888888"/>
              </a:buClr>
              <a:buSzPts val="1400"/>
              <a:buNone/>
              <a:defRPr>
                <a:solidFill>
                  <a:srgbClr val="888888"/>
                </a:solidFill>
              </a:defRPr>
            </a:lvl6pPr>
            <a:lvl7pPr lvl="6" algn="ctr">
              <a:lnSpc>
                <a:spcPct val="100000"/>
              </a:lnSpc>
              <a:spcBef>
                <a:spcPts val="0"/>
              </a:spcBef>
              <a:spcAft>
                <a:spcPts val="0"/>
              </a:spcAft>
              <a:buClr>
                <a:srgbClr val="888888"/>
              </a:buClr>
              <a:buSzPts val="1400"/>
              <a:buNone/>
              <a:defRPr>
                <a:solidFill>
                  <a:srgbClr val="888888"/>
                </a:solidFill>
              </a:defRPr>
            </a:lvl7pPr>
            <a:lvl8pPr lvl="7" algn="ctr">
              <a:lnSpc>
                <a:spcPct val="100000"/>
              </a:lnSpc>
              <a:spcBef>
                <a:spcPts val="0"/>
              </a:spcBef>
              <a:spcAft>
                <a:spcPts val="0"/>
              </a:spcAft>
              <a:buClr>
                <a:srgbClr val="888888"/>
              </a:buClr>
              <a:buSzPts val="1400"/>
              <a:buNone/>
              <a:defRPr>
                <a:solidFill>
                  <a:srgbClr val="888888"/>
                </a:solidFill>
              </a:defRPr>
            </a:lvl8pPr>
            <a:lvl9pPr lvl="8" algn="ctr">
              <a:lnSpc>
                <a:spcPct val="100000"/>
              </a:lnSpc>
              <a:spcBef>
                <a:spcPts val="0"/>
              </a:spcBef>
              <a:spcAft>
                <a:spcPts val="0"/>
              </a:spcAft>
              <a:buClr>
                <a:srgbClr val="888888"/>
              </a:buClr>
              <a:buSzPts val="1400"/>
              <a:buNone/>
              <a:defRPr>
                <a:solidFill>
                  <a:srgbClr val="888888"/>
                </a:solidFill>
              </a:defRPr>
            </a:lvl9pPr>
          </a:lstStyle>
          <a:p>
            <a:endParaRPr/>
          </a:p>
        </p:txBody>
      </p:sp>
      <p:sp>
        <p:nvSpPr>
          <p:cNvPr id="174" name="Google Shape;174;p27"/>
          <p:cNvSpPr txBox="1">
            <a:spLocks noGrp="1"/>
          </p:cNvSpPr>
          <p:nvPr>
            <p:ph type="body" idx="3"/>
          </p:nvPr>
        </p:nvSpPr>
        <p:spPr>
          <a:xfrm>
            <a:off x="882808" y="3138045"/>
            <a:ext cx="3138020" cy="246221"/>
          </a:xfrm>
          <a:prstGeom prst="rect">
            <a:avLst/>
          </a:prstGeom>
          <a:solidFill>
            <a:schemeClr val="lt1">
              <a:alpha val="89803"/>
            </a:schemeClr>
          </a:solidFill>
          <a:ln>
            <a:noFill/>
          </a:ln>
        </p:spPr>
        <p:txBody>
          <a:bodyPr spcFirstLastPara="1" wrap="square" lIns="72000" tIns="0" rIns="36000" bIns="0" anchor="t" anchorCtr="0">
            <a:spAutoFit/>
          </a:bodyPr>
          <a:lstStyle>
            <a:lvl1pPr marL="457200" lvl="0" indent="-228600" algn="l">
              <a:spcBef>
                <a:spcPts val="0"/>
              </a:spcBef>
              <a:spcAft>
                <a:spcPts val="0"/>
              </a:spcAft>
              <a:buClr>
                <a:schemeClr val="accent1"/>
              </a:buClr>
              <a:buSzPts val="1600"/>
              <a:buNone/>
              <a:defRPr sz="1600" b="0">
                <a:solidFill>
                  <a:schemeClr val="accent1"/>
                </a:solidFill>
              </a:defRPr>
            </a:lvl1pPr>
            <a:lvl2pPr marL="914400" lvl="1" indent="-228600" algn="l">
              <a:spcBef>
                <a:spcPts val="600"/>
              </a:spcBef>
              <a:spcAft>
                <a:spcPts val="0"/>
              </a:spcAft>
              <a:buClr>
                <a:schemeClr val="accent1"/>
              </a:buClr>
              <a:buSzPts val="1800"/>
              <a:buNone/>
              <a:defRPr/>
            </a:lvl2pPr>
            <a:lvl3pPr marL="1371600" lvl="2" indent="-342900" algn="l">
              <a:spcBef>
                <a:spcPts val="0"/>
              </a:spcBef>
              <a:spcAft>
                <a:spcPts val="0"/>
              </a:spcAft>
              <a:buClr>
                <a:schemeClr val="accent1"/>
              </a:buClr>
              <a:buSzPts val="1800"/>
              <a:buChar char="—"/>
              <a:defRPr/>
            </a:lvl3pPr>
            <a:lvl4pPr marL="1828800" lvl="3" indent="-342900" algn="l">
              <a:spcBef>
                <a:spcPts val="0"/>
              </a:spcBef>
              <a:spcAft>
                <a:spcPts val="0"/>
              </a:spcAft>
              <a:buClr>
                <a:schemeClr val="accent1"/>
              </a:buClr>
              <a:buSzPts val="1800"/>
              <a:buChar char="–"/>
              <a:defRPr/>
            </a:lvl4pPr>
            <a:lvl5pPr marL="2286000" lvl="4" indent="-228600" algn="l">
              <a:spcBef>
                <a:spcPts val="600"/>
              </a:spcBef>
              <a:spcAft>
                <a:spcPts val="0"/>
              </a:spcAft>
              <a:buClr>
                <a:schemeClr val="accent1"/>
              </a:buClr>
              <a:buSzPts val="1800"/>
              <a:buNone/>
              <a:defRPr/>
            </a:lvl5pPr>
            <a:lvl6pPr marL="2743200" lvl="5" indent="-228600" algn="l">
              <a:lnSpc>
                <a:spcPct val="100000"/>
              </a:lnSpc>
              <a:spcBef>
                <a:spcPts val="600"/>
              </a:spcBef>
              <a:spcAft>
                <a:spcPts val="0"/>
              </a:spcAft>
              <a:buClr>
                <a:schemeClr val="accent1"/>
              </a:buClr>
              <a:buSzPts val="1800"/>
              <a:buNone/>
              <a:defRPr/>
            </a:lvl6pPr>
            <a:lvl7pPr marL="3200400" lvl="6" indent="-342900" algn="l">
              <a:lnSpc>
                <a:spcPct val="100000"/>
              </a:lnSpc>
              <a:spcBef>
                <a:spcPts val="0"/>
              </a:spcBef>
              <a:spcAft>
                <a:spcPts val="0"/>
              </a:spcAft>
              <a:buClr>
                <a:schemeClr val="accent1"/>
              </a:buClr>
              <a:buSzPts val="1800"/>
              <a:buChar char="—"/>
              <a:defRPr/>
            </a:lvl7pPr>
            <a:lvl8pPr marL="3657600" lvl="7" indent="-342900" algn="l">
              <a:lnSpc>
                <a:spcPct val="100000"/>
              </a:lnSpc>
              <a:spcBef>
                <a:spcPts val="0"/>
              </a:spcBef>
              <a:spcAft>
                <a:spcPts val="0"/>
              </a:spcAft>
              <a:buClr>
                <a:schemeClr val="accent1"/>
              </a:buClr>
              <a:buSzPts val="1800"/>
              <a:buChar char="–"/>
              <a:defRPr/>
            </a:lvl8pPr>
            <a:lvl9pPr marL="4114800" lvl="8" indent="-342900" algn="l">
              <a:lnSpc>
                <a:spcPct val="100000"/>
              </a:lnSpc>
              <a:spcBef>
                <a:spcPts val="0"/>
              </a:spcBef>
              <a:spcAft>
                <a:spcPts val="0"/>
              </a:spcAft>
              <a:buClr>
                <a:schemeClr val="accent1"/>
              </a:buClr>
              <a:buSzPts val="1800"/>
              <a:buChar char="▪"/>
              <a:defRPr/>
            </a:lvl9pPr>
          </a:lstStyle>
          <a:p>
            <a:endParaRPr/>
          </a:p>
        </p:txBody>
      </p:sp>
      <p:sp>
        <p:nvSpPr>
          <p:cNvPr id="175" name="Google Shape;175;p27"/>
          <p:cNvSpPr txBox="1">
            <a:spLocks noGrp="1"/>
          </p:cNvSpPr>
          <p:nvPr>
            <p:ph type="body" idx="4"/>
          </p:nvPr>
        </p:nvSpPr>
        <p:spPr>
          <a:xfrm>
            <a:off x="882770" y="4375609"/>
            <a:ext cx="4803348" cy="492443"/>
          </a:xfrm>
          <a:prstGeom prst="rect">
            <a:avLst/>
          </a:prstGeom>
          <a:solidFill>
            <a:schemeClr val="lt1">
              <a:alpha val="89803"/>
            </a:schemeClr>
          </a:solidFill>
          <a:ln>
            <a:noFill/>
          </a:ln>
        </p:spPr>
        <p:txBody>
          <a:bodyPr spcFirstLastPara="1" wrap="square" lIns="72000" tIns="0" rIns="36000" bIns="0" anchor="t" anchorCtr="0">
            <a:spAutoFit/>
          </a:bodyPr>
          <a:lstStyle>
            <a:lvl1pPr marL="457200" lvl="0" indent="-228600" algn="l">
              <a:spcBef>
                <a:spcPts val="600"/>
              </a:spcBef>
              <a:spcAft>
                <a:spcPts val="0"/>
              </a:spcAft>
              <a:buClr>
                <a:schemeClr val="accent1"/>
              </a:buClr>
              <a:buSzPts val="3200"/>
              <a:buNone/>
              <a:defRPr sz="3200" b="0">
                <a:solidFill>
                  <a:schemeClr val="accent1"/>
                </a:solidFill>
              </a:defRPr>
            </a:lvl1pPr>
            <a:lvl2pPr marL="914400" lvl="1" indent="-228600" algn="l">
              <a:spcBef>
                <a:spcPts val="600"/>
              </a:spcBef>
              <a:spcAft>
                <a:spcPts val="0"/>
              </a:spcAft>
              <a:buClr>
                <a:schemeClr val="accent1"/>
              </a:buClr>
              <a:buSzPts val="1800"/>
              <a:buNone/>
              <a:defRPr/>
            </a:lvl2pPr>
            <a:lvl3pPr marL="1371600" lvl="2" indent="-228600" algn="l">
              <a:spcBef>
                <a:spcPts val="0"/>
              </a:spcBef>
              <a:spcAft>
                <a:spcPts val="0"/>
              </a:spcAft>
              <a:buClr>
                <a:schemeClr val="accent1"/>
              </a:buClr>
              <a:buSzPts val="1600"/>
              <a:buNone/>
              <a:defRPr/>
            </a:lvl3pPr>
            <a:lvl4pPr marL="1828800" lvl="3" indent="-228600" algn="l">
              <a:spcBef>
                <a:spcPts val="0"/>
              </a:spcBef>
              <a:spcAft>
                <a:spcPts val="0"/>
              </a:spcAft>
              <a:buClr>
                <a:schemeClr val="accent1"/>
              </a:buClr>
              <a:buSzPts val="1600"/>
              <a:buNone/>
              <a:defRPr/>
            </a:lvl4pPr>
            <a:lvl5pPr marL="2286000" lvl="4" indent="-228600" algn="l">
              <a:spcBef>
                <a:spcPts val="600"/>
              </a:spcBef>
              <a:spcAft>
                <a:spcPts val="0"/>
              </a:spcAft>
              <a:buClr>
                <a:schemeClr val="accent1"/>
              </a:buClr>
              <a:buSzPts val="1800"/>
              <a:buNone/>
              <a:defRPr/>
            </a:lvl5pPr>
            <a:lvl6pPr marL="2743200" lvl="5" indent="-228600" algn="l">
              <a:lnSpc>
                <a:spcPct val="100000"/>
              </a:lnSpc>
              <a:spcBef>
                <a:spcPts val="600"/>
              </a:spcBef>
              <a:spcAft>
                <a:spcPts val="0"/>
              </a:spcAft>
              <a:buClr>
                <a:schemeClr val="accent1"/>
              </a:buClr>
              <a:buSzPts val="1800"/>
              <a:buNone/>
              <a:defRPr/>
            </a:lvl6pPr>
            <a:lvl7pPr marL="3200400" lvl="6" indent="-342900" algn="l">
              <a:lnSpc>
                <a:spcPct val="100000"/>
              </a:lnSpc>
              <a:spcBef>
                <a:spcPts val="0"/>
              </a:spcBef>
              <a:spcAft>
                <a:spcPts val="0"/>
              </a:spcAft>
              <a:buClr>
                <a:schemeClr val="accent1"/>
              </a:buClr>
              <a:buSzPts val="1800"/>
              <a:buChar char="—"/>
              <a:defRPr/>
            </a:lvl7pPr>
            <a:lvl8pPr marL="3657600" lvl="7" indent="-342900" algn="l">
              <a:lnSpc>
                <a:spcPct val="100000"/>
              </a:lnSpc>
              <a:spcBef>
                <a:spcPts val="0"/>
              </a:spcBef>
              <a:spcAft>
                <a:spcPts val="0"/>
              </a:spcAft>
              <a:buClr>
                <a:schemeClr val="accent1"/>
              </a:buClr>
              <a:buSzPts val="1800"/>
              <a:buChar char="–"/>
              <a:defRPr/>
            </a:lvl8pPr>
            <a:lvl9pPr marL="4114800" lvl="8" indent="-342900" algn="l">
              <a:lnSpc>
                <a:spcPct val="100000"/>
              </a:lnSpc>
              <a:spcBef>
                <a:spcPts val="0"/>
              </a:spcBef>
              <a:spcAft>
                <a:spcPts val="0"/>
              </a:spcAft>
              <a:buClr>
                <a:schemeClr val="accent1"/>
              </a:buClr>
              <a:buSzPts val="1800"/>
              <a:buChar char="▪"/>
              <a:defRPr/>
            </a:lvl9pPr>
          </a:lstStyle>
          <a:p>
            <a:endParaRPr/>
          </a:p>
        </p:txBody>
      </p:sp>
      <p:sp>
        <p:nvSpPr>
          <p:cNvPr id="176" name="Google Shape;176;p27"/>
          <p:cNvSpPr txBox="1">
            <a:spLocks noGrp="1"/>
          </p:cNvSpPr>
          <p:nvPr>
            <p:ph type="body" idx="5"/>
          </p:nvPr>
        </p:nvSpPr>
        <p:spPr>
          <a:xfrm>
            <a:off x="882808" y="5312641"/>
            <a:ext cx="4711084" cy="246221"/>
          </a:xfrm>
          <a:prstGeom prst="rect">
            <a:avLst/>
          </a:prstGeom>
          <a:solidFill>
            <a:schemeClr val="lt1">
              <a:alpha val="89803"/>
            </a:schemeClr>
          </a:solidFill>
          <a:ln>
            <a:noFill/>
          </a:ln>
        </p:spPr>
        <p:txBody>
          <a:bodyPr spcFirstLastPara="1" wrap="square" lIns="72000" tIns="0" rIns="36000" bIns="0" anchor="t" anchorCtr="0">
            <a:spAutoFit/>
          </a:bodyPr>
          <a:lstStyle>
            <a:lvl1pPr marL="457200" lvl="0" indent="-228600" algn="l">
              <a:spcBef>
                <a:spcPts val="600"/>
              </a:spcBef>
              <a:spcAft>
                <a:spcPts val="0"/>
              </a:spcAft>
              <a:buClr>
                <a:schemeClr val="accent1"/>
              </a:buClr>
              <a:buSzPts val="1600"/>
              <a:buNone/>
              <a:defRPr b="0">
                <a:solidFill>
                  <a:schemeClr val="accent1"/>
                </a:solidFill>
              </a:defRPr>
            </a:lvl1pPr>
            <a:lvl2pPr marL="914400" lvl="1" indent="-228600" algn="l">
              <a:spcBef>
                <a:spcPts val="600"/>
              </a:spcBef>
              <a:spcAft>
                <a:spcPts val="0"/>
              </a:spcAft>
              <a:buClr>
                <a:schemeClr val="accent1"/>
              </a:buClr>
              <a:buSzPts val="1800"/>
              <a:buNone/>
              <a:defRPr/>
            </a:lvl2pPr>
            <a:lvl3pPr marL="1371600" lvl="2" indent="-342900" algn="l">
              <a:spcBef>
                <a:spcPts val="0"/>
              </a:spcBef>
              <a:spcAft>
                <a:spcPts val="0"/>
              </a:spcAft>
              <a:buClr>
                <a:schemeClr val="accent1"/>
              </a:buClr>
              <a:buSzPts val="1800"/>
              <a:buChar char="—"/>
              <a:defRPr/>
            </a:lvl3pPr>
            <a:lvl4pPr marL="1828800" lvl="3" indent="-342900" algn="l">
              <a:spcBef>
                <a:spcPts val="0"/>
              </a:spcBef>
              <a:spcAft>
                <a:spcPts val="0"/>
              </a:spcAft>
              <a:buClr>
                <a:schemeClr val="accent1"/>
              </a:buClr>
              <a:buSzPts val="1800"/>
              <a:buChar char="–"/>
              <a:defRPr/>
            </a:lvl4pPr>
            <a:lvl5pPr marL="2286000" lvl="4" indent="-228600" algn="l">
              <a:spcBef>
                <a:spcPts val="600"/>
              </a:spcBef>
              <a:spcAft>
                <a:spcPts val="0"/>
              </a:spcAft>
              <a:buClr>
                <a:schemeClr val="accent1"/>
              </a:buClr>
              <a:buSzPts val="1800"/>
              <a:buNone/>
              <a:defRPr/>
            </a:lvl5pPr>
            <a:lvl6pPr marL="2743200" lvl="5" indent="-228600" algn="l">
              <a:lnSpc>
                <a:spcPct val="100000"/>
              </a:lnSpc>
              <a:spcBef>
                <a:spcPts val="600"/>
              </a:spcBef>
              <a:spcAft>
                <a:spcPts val="0"/>
              </a:spcAft>
              <a:buClr>
                <a:schemeClr val="accent1"/>
              </a:buClr>
              <a:buSzPts val="1800"/>
              <a:buNone/>
              <a:defRPr/>
            </a:lvl6pPr>
            <a:lvl7pPr marL="3200400" lvl="6" indent="-342900" algn="l">
              <a:lnSpc>
                <a:spcPct val="100000"/>
              </a:lnSpc>
              <a:spcBef>
                <a:spcPts val="0"/>
              </a:spcBef>
              <a:spcAft>
                <a:spcPts val="0"/>
              </a:spcAft>
              <a:buClr>
                <a:schemeClr val="accent1"/>
              </a:buClr>
              <a:buSzPts val="1800"/>
              <a:buChar char="—"/>
              <a:defRPr/>
            </a:lvl7pPr>
            <a:lvl8pPr marL="3657600" lvl="7" indent="-342900" algn="l">
              <a:lnSpc>
                <a:spcPct val="100000"/>
              </a:lnSpc>
              <a:spcBef>
                <a:spcPts val="0"/>
              </a:spcBef>
              <a:spcAft>
                <a:spcPts val="0"/>
              </a:spcAft>
              <a:buClr>
                <a:schemeClr val="accent1"/>
              </a:buClr>
              <a:buSzPts val="1800"/>
              <a:buChar char="–"/>
              <a:defRPr/>
            </a:lvl8pPr>
            <a:lvl9pPr marL="4114800" lvl="8" indent="-342900" algn="l">
              <a:lnSpc>
                <a:spcPct val="100000"/>
              </a:lnSpc>
              <a:spcBef>
                <a:spcPts val="0"/>
              </a:spcBef>
              <a:spcAft>
                <a:spcPts val="0"/>
              </a:spcAft>
              <a:buClr>
                <a:schemeClr val="accent1"/>
              </a:buClr>
              <a:buSzPts val="1800"/>
              <a:buChar char="▪"/>
              <a:defRPr/>
            </a:lvl9pPr>
          </a:lstStyle>
          <a:p>
            <a:endParaRPr/>
          </a:p>
        </p:txBody>
      </p:sp>
      <p:pic>
        <p:nvPicPr>
          <p:cNvPr id="177" name="Google Shape;177;p27" descr="Logo. Acht unregelmäßige Dreiecksflächen sind, im Uhrzeigersinn einen Farbverlauf von dunkelblau bis hellgrün ergebend, zu einem regelmäßig achteckigen Ring angeordnet. Links daneben zweizeilig der Schriftzug &quot;DRESDEN concept" title="Logo Dresden concept"/>
          <p:cNvPicPr preferRelativeResize="0"/>
          <p:nvPr/>
        </p:nvPicPr>
        <p:blipFill rotWithShape="1">
          <a:blip r:embed="rId2">
            <a:alphaModFix/>
          </a:blip>
          <a:srcRect/>
          <a:stretch/>
        </p:blipFill>
        <p:spPr>
          <a:xfrm>
            <a:off x="10406348" y="348373"/>
            <a:ext cx="1468046" cy="543600"/>
          </a:xfrm>
          <a:prstGeom prst="rect">
            <a:avLst/>
          </a:prstGeom>
          <a:noFill/>
          <a:ln>
            <a:noFill/>
          </a:ln>
        </p:spPr>
      </p:pic>
      <p:pic>
        <p:nvPicPr>
          <p:cNvPr id="178" name="Google Shape;178;p27" descr="Logo. Schriftzug &quot;Technische Universität Dresden&quot;. Links davon befindet sich ein Achteck, das in zwei Bereiche aufgeteilt ist, die zusammen die Buchstaben &quot;T&quot; und &quot;U&quot; ergeben." title="Logo der TU Dresden"/>
          <p:cNvPicPr preferRelativeResize="0"/>
          <p:nvPr/>
        </p:nvPicPr>
        <p:blipFill rotWithShape="1">
          <a:blip r:embed="rId3">
            <a:alphaModFix/>
          </a:blip>
          <a:srcRect/>
          <a:stretch/>
        </p:blipFill>
        <p:spPr>
          <a:xfrm>
            <a:off x="290304" y="348373"/>
            <a:ext cx="1764000" cy="514800"/>
          </a:xfrm>
          <a:prstGeom prst="rect">
            <a:avLst/>
          </a:prstGeom>
          <a:noFill/>
          <a:ln>
            <a:noFill/>
          </a:ln>
        </p:spPr>
      </p:pic>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2_Titel und 2 Inhalte">
  <p:cSld name="2_Titel und 2 Inhalte">
    <p:spTree>
      <p:nvGrpSpPr>
        <p:cNvPr id="1" name="Shape 179"/>
        <p:cNvGrpSpPr/>
        <p:nvPr/>
      </p:nvGrpSpPr>
      <p:grpSpPr>
        <a:xfrm>
          <a:off x="0" y="0"/>
          <a:ext cx="0" cy="0"/>
          <a:chOff x="0" y="0"/>
          <a:chExt cx="0" cy="0"/>
        </a:xfrm>
      </p:grpSpPr>
      <p:sp>
        <p:nvSpPr>
          <p:cNvPr id="180" name="Google Shape;180;p28"/>
          <p:cNvSpPr txBox="1">
            <a:spLocks noGrp="1"/>
          </p:cNvSpPr>
          <p:nvPr>
            <p:ph type="title"/>
          </p:nvPr>
        </p:nvSpPr>
        <p:spPr>
          <a:xfrm>
            <a:off x="874712" y="346075"/>
            <a:ext cx="10580687" cy="684213"/>
          </a:xfrm>
          <a:prstGeom prst="rect">
            <a:avLst/>
          </a:prstGeom>
          <a:noFill/>
          <a:ln>
            <a:noFill/>
          </a:ln>
        </p:spPr>
        <p:txBody>
          <a:bodyPr spcFirstLastPara="1" wrap="square" lIns="0" tIns="0" rIns="0" bIns="0" anchor="t" anchorCtr="0">
            <a:noAutofit/>
          </a:bodyPr>
          <a:lstStyle>
            <a:lvl1pPr lvl="0" algn="l">
              <a:spcBef>
                <a:spcPts val="0"/>
              </a:spcBef>
              <a:spcAft>
                <a:spcPts val="0"/>
              </a:spcAft>
              <a:buClr>
                <a:schemeClr val="accent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81" name="Google Shape;181;p28"/>
          <p:cNvSpPr>
            <a:spLocks noGrp="1"/>
          </p:cNvSpPr>
          <p:nvPr>
            <p:ph type="pic" idx="2"/>
          </p:nvPr>
        </p:nvSpPr>
        <p:spPr>
          <a:xfrm>
            <a:off x="6267449" y="1484314"/>
            <a:ext cx="5187950" cy="4344985"/>
          </a:xfrm>
          <a:prstGeom prst="rect">
            <a:avLst/>
          </a:prstGeom>
          <a:noFill/>
          <a:ln>
            <a:noFill/>
          </a:ln>
        </p:spPr>
        <p:txBody>
          <a:bodyPr/>
          <a:lstStyle/>
          <a:p>
            <a:endParaRPr lang="en-DE"/>
          </a:p>
        </p:txBody>
      </p:sp>
      <p:sp>
        <p:nvSpPr>
          <p:cNvPr id="182" name="Google Shape;182;p28"/>
          <p:cNvSpPr txBox="1">
            <a:spLocks noGrp="1"/>
          </p:cNvSpPr>
          <p:nvPr>
            <p:ph type="body" idx="1"/>
          </p:nvPr>
        </p:nvSpPr>
        <p:spPr>
          <a:xfrm>
            <a:off x="874713" y="1484313"/>
            <a:ext cx="5195887" cy="4357687"/>
          </a:xfrm>
          <a:prstGeom prst="rect">
            <a:avLst/>
          </a:prstGeom>
          <a:noFill/>
          <a:ln>
            <a:noFill/>
          </a:ln>
        </p:spPr>
        <p:txBody>
          <a:bodyPr spcFirstLastPara="1" wrap="square" lIns="0" tIns="0" rIns="0" bIns="0" anchor="t" anchorCtr="0">
            <a:noAutofit/>
          </a:bodyPr>
          <a:lstStyle>
            <a:lvl1pPr marL="457200" lvl="0" indent="-228600" algn="l">
              <a:spcBef>
                <a:spcPts val="600"/>
              </a:spcBef>
              <a:spcAft>
                <a:spcPts val="0"/>
              </a:spcAft>
              <a:buClr>
                <a:schemeClr val="accent1"/>
              </a:buClr>
              <a:buSzPts val="1800"/>
              <a:buNone/>
              <a:defRPr/>
            </a:lvl1pPr>
            <a:lvl2pPr marL="914400" lvl="1" indent="-228600" algn="l">
              <a:spcBef>
                <a:spcPts val="600"/>
              </a:spcBef>
              <a:spcAft>
                <a:spcPts val="0"/>
              </a:spcAft>
              <a:buClr>
                <a:schemeClr val="accent1"/>
              </a:buClr>
              <a:buSzPts val="1800"/>
              <a:buNone/>
              <a:defRPr/>
            </a:lvl2pPr>
            <a:lvl3pPr marL="1371600" lvl="2" indent="-342900" algn="l">
              <a:spcBef>
                <a:spcPts val="0"/>
              </a:spcBef>
              <a:spcAft>
                <a:spcPts val="0"/>
              </a:spcAft>
              <a:buClr>
                <a:schemeClr val="accent1"/>
              </a:buClr>
              <a:buSzPts val="1800"/>
              <a:buChar char="—"/>
              <a:defRPr/>
            </a:lvl3pPr>
            <a:lvl4pPr marL="1828800" lvl="3" indent="-342900" algn="l">
              <a:spcBef>
                <a:spcPts val="0"/>
              </a:spcBef>
              <a:spcAft>
                <a:spcPts val="0"/>
              </a:spcAft>
              <a:buClr>
                <a:schemeClr val="accent1"/>
              </a:buClr>
              <a:buSzPts val="1800"/>
              <a:buChar char="–"/>
              <a:defRPr/>
            </a:lvl4pPr>
            <a:lvl5pPr marL="2286000" lvl="4" indent="-228600" algn="l">
              <a:spcBef>
                <a:spcPts val="600"/>
              </a:spcBef>
              <a:spcAft>
                <a:spcPts val="0"/>
              </a:spcAft>
              <a:buClr>
                <a:schemeClr val="accent1"/>
              </a:buClr>
              <a:buSzPts val="1800"/>
              <a:buNone/>
              <a:defRPr/>
            </a:lvl5pPr>
            <a:lvl6pPr marL="2743200" lvl="5" indent="-228600" algn="l">
              <a:lnSpc>
                <a:spcPct val="100000"/>
              </a:lnSpc>
              <a:spcBef>
                <a:spcPts val="600"/>
              </a:spcBef>
              <a:spcAft>
                <a:spcPts val="0"/>
              </a:spcAft>
              <a:buClr>
                <a:schemeClr val="accent1"/>
              </a:buClr>
              <a:buSzPts val="1800"/>
              <a:buNone/>
              <a:defRPr/>
            </a:lvl6pPr>
            <a:lvl7pPr marL="3200400" lvl="6" indent="-342900" algn="l">
              <a:lnSpc>
                <a:spcPct val="100000"/>
              </a:lnSpc>
              <a:spcBef>
                <a:spcPts val="0"/>
              </a:spcBef>
              <a:spcAft>
                <a:spcPts val="0"/>
              </a:spcAft>
              <a:buClr>
                <a:schemeClr val="accent1"/>
              </a:buClr>
              <a:buSzPts val="1800"/>
              <a:buChar char="—"/>
              <a:defRPr/>
            </a:lvl7pPr>
            <a:lvl8pPr marL="3657600" lvl="7" indent="-342900" algn="l">
              <a:lnSpc>
                <a:spcPct val="100000"/>
              </a:lnSpc>
              <a:spcBef>
                <a:spcPts val="0"/>
              </a:spcBef>
              <a:spcAft>
                <a:spcPts val="0"/>
              </a:spcAft>
              <a:buClr>
                <a:schemeClr val="accent1"/>
              </a:buClr>
              <a:buSzPts val="1800"/>
              <a:buChar char="–"/>
              <a:defRPr/>
            </a:lvl8pPr>
            <a:lvl9pPr marL="4114800" lvl="8" indent="-342900" algn="l">
              <a:lnSpc>
                <a:spcPct val="100000"/>
              </a:lnSpc>
              <a:spcBef>
                <a:spcPts val="0"/>
              </a:spcBef>
              <a:spcAft>
                <a:spcPts val="0"/>
              </a:spcAft>
              <a:buClr>
                <a:schemeClr val="accent1"/>
              </a:buClr>
              <a:buSzPts val="1800"/>
              <a:buChar char="▪"/>
              <a:defRPr/>
            </a:lvl9pPr>
          </a:lstStyle>
          <a:p>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2_Titel und Inhalt und Bild">
  <p:cSld name="2_Titel und Inhalt und Bild">
    <p:spTree>
      <p:nvGrpSpPr>
        <p:cNvPr id="1" name="Shape 183"/>
        <p:cNvGrpSpPr/>
        <p:nvPr/>
      </p:nvGrpSpPr>
      <p:grpSpPr>
        <a:xfrm>
          <a:off x="0" y="0"/>
          <a:ext cx="0" cy="0"/>
          <a:chOff x="0" y="0"/>
          <a:chExt cx="0" cy="0"/>
        </a:xfrm>
      </p:grpSpPr>
      <p:sp>
        <p:nvSpPr>
          <p:cNvPr id="184" name="Google Shape;184;p29"/>
          <p:cNvSpPr txBox="1">
            <a:spLocks noGrp="1"/>
          </p:cNvSpPr>
          <p:nvPr>
            <p:ph type="title"/>
          </p:nvPr>
        </p:nvSpPr>
        <p:spPr>
          <a:xfrm>
            <a:off x="874712" y="346075"/>
            <a:ext cx="10580687" cy="684213"/>
          </a:xfrm>
          <a:prstGeom prst="rect">
            <a:avLst/>
          </a:prstGeom>
          <a:noFill/>
          <a:ln>
            <a:noFill/>
          </a:ln>
        </p:spPr>
        <p:txBody>
          <a:bodyPr spcFirstLastPara="1" wrap="square" lIns="0" tIns="0" rIns="0" bIns="0" anchor="t" anchorCtr="0">
            <a:noAutofit/>
          </a:bodyPr>
          <a:lstStyle>
            <a:lvl1pPr lvl="0" algn="l">
              <a:spcBef>
                <a:spcPts val="0"/>
              </a:spcBef>
              <a:spcAft>
                <a:spcPts val="0"/>
              </a:spcAft>
              <a:buClr>
                <a:schemeClr val="accent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85" name="Google Shape;185;p29"/>
          <p:cNvSpPr>
            <a:spLocks noGrp="1"/>
          </p:cNvSpPr>
          <p:nvPr>
            <p:ph type="pic" idx="2"/>
          </p:nvPr>
        </p:nvSpPr>
        <p:spPr>
          <a:xfrm>
            <a:off x="8070849" y="1484314"/>
            <a:ext cx="3384549" cy="4344985"/>
          </a:xfrm>
          <a:prstGeom prst="rect">
            <a:avLst/>
          </a:prstGeom>
          <a:noFill/>
          <a:ln>
            <a:noFill/>
          </a:ln>
        </p:spPr>
      </p:sp>
      <p:sp>
        <p:nvSpPr>
          <p:cNvPr id="186" name="Google Shape;186;p29"/>
          <p:cNvSpPr txBox="1">
            <a:spLocks noGrp="1"/>
          </p:cNvSpPr>
          <p:nvPr>
            <p:ph type="body" idx="1"/>
          </p:nvPr>
        </p:nvSpPr>
        <p:spPr>
          <a:xfrm>
            <a:off x="874713" y="1484313"/>
            <a:ext cx="6999287" cy="4357687"/>
          </a:xfrm>
          <a:prstGeom prst="rect">
            <a:avLst/>
          </a:prstGeom>
          <a:noFill/>
          <a:ln>
            <a:noFill/>
          </a:ln>
        </p:spPr>
        <p:txBody>
          <a:bodyPr spcFirstLastPara="1" wrap="square" lIns="0" tIns="0" rIns="0" bIns="0" anchor="t" anchorCtr="0">
            <a:noAutofit/>
          </a:bodyPr>
          <a:lstStyle>
            <a:lvl1pPr marL="457200" lvl="0" indent="-228600" algn="l">
              <a:spcBef>
                <a:spcPts val="600"/>
              </a:spcBef>
              <a:spcAft>
                <a:spcPts val="0"/>
              </a:spcAft>
              <a:buClr>
                <a:schemeClr val="accent1"/>
              </a:buClr>
              <a:buSzPts val="1800"/>
              <a:buNone/>
              <a:defRPr/>
            </a:lvl1pPr>
            <a:lvl2pPr marL="914400" lvl="1" indent="-228600" algn="l">
              <a:spcBef>
                <a:spcPts val="600"/>
              </a:spcBef>
              <a:spcAft>
                <a:spcPts val="0"/>
              </a:spcAft>
              <a:buClr>
                <a:schemeClr val="accent1"/>
              </a:buClr>
              <a:buSzPts val="1800"/>
              <a:buNone/>
              <a:defRPr/>
            </a:lvl2pPr>
            <a:lvl3pPr marL="1371600" lvl="2" indent="-342900" algn="l">
              <a:spcBef>
                <a:spcPts val="0"/>
              </a:spcBef>
              <a:spcAft>
                <a:spcPts val="0"/>
              </a:spcAft>
              <a:buClr>
                <a:schemeClr val="accent1"/>
              </a:buClr>
              <a:buSzPts val="1800"/>
              <a:buChar char="—"/>
              <a:defRPr/>
            </a:lvl3pPr>
            <a:lvl4pPr marL="1828800" lvl="3" indent="-342900" algn="l">
              <a:spcBef>
                <a:spcPts val="0"/>
              </a:spcBef>
              <a:spcAft>
                <a:spcPts val="0"/>
              </a:spcAft>
              <a:buClr>
                <a:schemeClr val="accent1"/>
              </a:buClr>
              <a:buSzPts val="1800"/>
              <a:buChar char="–"/>
              <a:defRPr/>
            </a:lvl4pPr>
            <a:lvl5pPr marL="2286000" lvl="4" indent="-228600" algn="l">
              <a:spcBef>
                <a:spcPts val="600"/>
              </a:spcBef>
              <a:spcAft>
                <a:spcPts val="0"/>
              </a:spcAft>
              <a:buClr>
                <a:schemeClr val="accent1"/>
              </a:buClr>
              <a:buSzPts val="1800"/>
              <a:buNone/>
              <a:defRPr/>
            </a:lvl5pPr>
            <a:lvl6pPr marL="2743200" lvl="5" indent="-228600" algn="l">
              <a:lnSpc>
                <a:spcPct val="100000"/>
              </a:lnSpc>
              <a:spcBef>
                <a:spcPts val="600"/>
              </a:spcBef>
              <a:spcAft>
                <a:spcPts val="0"/>
              </a:spcAft>
              <a:buClr>
                <a:schemeClr val="accent1"/>
              </a:buClr>
              <a:buSzPts val="1800"/>
              <a:buNone/>
              <a:defRPr/>
            </a:lvl6pPr>
            <a:lvl7pPr marL="3200400" lvl="6" indent="-342900" algn="l">
              <a:lnSpc>
                <a:spcPct val="100000"/>
              </a:lnSpc>
              <a:spcBef>
                <a:spcPts val="0"/>
              </a:spcBef>
              <a:spcAft>
                <a:spcPts val="0"/>
              </a:spcAft>
              <a:buClr>
                <a:schemeClr val="accent1"/>
              </a:buClr>
              <a:buSzPts val="1800"/>
              <a:buChar char="—"/>
              <a:defRPr/>
            </a:lvl7pPr>
            <a:lvl8pPr marL="3657600" lvl="7" indent="-342900" algn="l">
              <a:lnSpc>
                <a:spcPct val="100000"/>
              </a:lnSpc>
              <a:spcBef>
                <a:spcPts val="0"/>
              </a:spcBef>
              <a:spcAft>
                <a:spcPts val="0"/>
              </a:spcAft>
              <a:buClr>
                <a:schemeClr val="accent1"/>
              </a:buClr>
              <a:buSzPts val="1800"/>
              <a:buChar char="–"/>
              <a:defRPr/>
            </a:lvl8pPr>
            <a:lvl9pPr marL="4114800" lvl="8" indent="-342900" algn="l">
              <a:lnSpc>
                <a:spcPct val="100000"/>
              </a:lnSpc>
              <a:spcBef>
                <a:spcPts val="0"/>
              </a:spcBef>
              <a:spcAft>
                <a:spcPts val="0"/>
              </a:spcAft>
              <a:buClr>
                <a:schemeClr val="accent1"/>
              </a:buClr>
              <a:buSzPts val="1800"/>
              <a:buChar char="▪"/>
              <a:defRPr/>
            </a:lvl9pPr>
          </a:lstStyle>
          <a:p>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2_Titel und Inhalt und Bild_quer">
  <p:cSld name="2_Titel und Inhalt und Bild_quer">
    <p:spTree>
      <p:nvGrpSpPr>
        <p:cNvPr id="1" name="Shape 187"/>
        <p:cNvGrpSpPr/>
        <p:nvPr/>
      </p:nvGrpSpPr>
      <p:grpSpPr>
        <a:xfrm>
          <a:off x="0" y="0"/>
          <a:ext cx="0" cy="0"/>
          <a:chOff x="0" y="0"/>
          <a:chExt cx="0" cy="0"/>
        </a:xfrm>
      </p:grpSpPr>
      <p:sp>
        <p:nvSpPr>
          <p:cNvPr id="188" name="Google Shape;188;p30"/>
          <p:cNvSpPr txBox="1">
            <a:spLocks noGrp="1"/>
          </p:cNvSpPr>
          <p:nvPr>
            <p:ph type="title"/>
          </p:nvPr>
        </p:nvSpPr>
        <p:spPr>
          <a:xfrm>
            <a:off x="874712" y="346075"/>
            <a:ext cx="10580687" cy="684213"/>
          </a:xfrm>
          <a:prstGeom prst="rect">
            <a:avLst/>
          </a:prstGeom>
          <a:noFill/>
          <a:ln>
            <a:noFill/>
          </a:ln>
        </p:spPr>
        <p:txBody>
          <a:bodyPr spcFirstLastPara="1" wrap="square" lIns="0" tIns="0" rIns="0" bIns="0" anchor="t" anchorCtr="0">
            <a:noAutofit/>
          </a:bodyPr>
          <a:lstStyle>
            <a:lvl1pPr lvl="0" algn="l">
              <a:spcBef>
                <a:spcPts val="0"/>
              </a:spcBef>
              <a:spcAft>
                <a:spcPts val="0"/>
              </a:spcAft>
              <a:buClr>
                <a:schemeClr val="accent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89" name="Google Shape;189;p30"/>
          <p:cNvSpPr>
            <a:spLocks noGrp="1"/>
          </p:cNvSpPr>
          <p:nvPr>
            <p:ph type="pic" idx="2"/>
          </p:nvPr>
        </p:nvSpPr>
        <p:spPr>
          <a:xfrm>
            <a:off x="0" y="4101152"/>
            <a:ext cx="12191999" cy="2028186"/>
          </a:xfrm>
          <a:prstGeom prst="rect">
            <a:avLst/>
          </a:prstGeom>
          <a:noFill/>
          <a:ln>
            <a:noFill/>
          </a:ln>
        </p:spPr>
      </p:sp>
      <p:sp>
        <p:nvSpPr>
          <p:cNvPr id="190" name="Google Shape;190;p30"/>
          <p:cNvSpPr txBox="1">
            <a:spLocks noGrp="1"/>
          </p:cNvSpPr>
          <p:nvPr>
            <p:ph type="body" idx="1"/>
          </p:nvPr>
        </p:nvSpPr>
        <p:spPr>
          <a:xfrm>
            <a:off x="874713" y="1484313"/>
            <a:ext cx="10580687" cy="2398475"/>
          </a:xfrm>
          <a:prstGeom prst="rect">
            <a:avLst/>
          </a:prstGeom>
          <a:noFill/>
          <a:ln>
            <a:noFill/>
          </a:ln>
        </p:spPr>
        <p:txBody>
          <a:bodyPr spcFirstLastPara="1" wrap="square" lIns="0" tIns="0" rIns="0" bIns="0" anchor="t" anchorCtr="0">
            <a:noAutofit/>
          </a:bodyPr>
          <a:lstStyle>
            <a:lvl1pPr marL="457200" lvl="0" indent="-228600" algn="l">
              <a:spcBef>
                <a:spcPts val="600"/>
              </a:spcBef>
              <a:spcAft>
                <a:spcPts val="0"/>
              </a:spcAft>
              <a:buClr>
                <a:schemeClr val="accent1"/>
              </a:buClr>
              <a:buSzPts val="1800"/>
              <a:buNone/>
              <a:defRPr/>
            </a:lvl1pPr>
            <a:lvl2pPr marL="914400" lvl="1" indent="-228600" algn="l">
              <a:spcBef>
                <a:spcPts val="600"/>
              </a:spcBef>
              <a:spcAft>
                <a:spcPts val="0"/>
              </a:spcAft>
              <a:buClr>
                <a:schemeClr val="accent1"/>
              </a:buClr>
              <a:buSzPts val="1800"/>
              <a:buNone/>
              <a:defRPr/>
            </a:lvl2pPr>
            <a:lvl3pPr marL="1371600" lvl="2" indent="-342900" algn="l">
              <a:spcBef>
                <a:spcPts val="0"/>
              </a:spcBef>
              <a:spcAft>
                <a:spcPts val="0"/>
              </a:spcAft>
              <a:buClr>
                <a:schemeClr val="accent1"/>
              </a:buClr>
              <a:buSzPts val="1800"/>
              <a:buChar char="—"/>
              <a:defRPr/>
            </a:lvl3pPr>
            <a:lvl4pPr marL="1828800" lvl="3" indent="-342900" algn="l">
              <a:spcBef>
                <a:spcPts val="0"/>
              </a:spcBef>
              <a:spcAft>
                <a:spcPts val="0"/>
              </a:spcAft>
              <a:buClr>
                <a:schemeClr val="accent1"/>
              </a:buClr>
              <a:buSzPts val="1800"/>
              <a:buChar char="–"/>
              <a:defRPr/>
            </a:lvl4pPr>
            <a:lvl5pPr marL="2286000" lvl="4" indent="-228600" algn="l">
              <a:spcBef>
                <a:spcPts val="600"/>
              </a:spcBef>
              <a:spcAft>
                <a:spcPts val="0"/>
              </a:spcAft>
              <a:buClr>
                <a:schemeClr val="accent1"/>
              </a:buClr>
              <a:buSzPts val="1800"/>
              <a:buNone/>
              <a:defRPr/>
            </a:lvl5pPr>
            <a:lvl6pPr marL="2743200" lvl="5" indent="-228600" algn="l">
              <a:lnSpc>
                <a:spcPct val="100000"/>
              </a:lnSpc>
              <a:spcBef>
                <a:spcPts val="600"/>
              </a:spcBef>
              <a:spcAft>
                <a:spcPts val="0"/>
              </a:spcAft>
              <a:buClr>
                <a:schemeClr val="accent1"/>
              </a:buClr>
              <a:buSzPts val="1800"/>
              <a:buNone/>
              <a:defRPr/>
            </a:lvl6pPr>
            <a:lvl7pPr marL="3200400" lvl="6" indent="-342900" algn="l">
              <a:lnSpc>
                <a:spcPct val="100000"/>
              </a:lnSpc>
              <a:spcBef>
                <a:spcPts val="0"/>
              </a:spcBef>
              <a:spcAft>
                <a:spcPts val="0"/>
              </a:spcAft>
              <a:buClr>
                <a:schemeClr val="accent1"/>
              </a:buClr>
              <a:buSzPts val="1800"/>
              <a:buChar char="—"/>
              <a:defRPr/>
            </a:lvl7pPr>
            <a:lvl8pPr marL="3657600" lvl="7" indent="-342900" algn="l">
              <a:lnSpc>
                <a:spcPct val="100000"/>
              </a:lnSpc>
              <a:spcBef>
                <a:spcPts val="0"/>
              </a:spcBef>
              <a:spcAft>
                <a:spcPts val="0"/>
              </a:spcAft>
              <a:buClr>
                <a:schemeClr val="accent1"/>
              </a:buClr>
              <a:buSzPts val="1800"/>
              <a:buChar char="–"/>
              <a:defRPr/>
            </a:lvl8pPr>
            <a:lvl9pPr marL="4114800" lvl="8" indent="-342900" algn="l">
              <a:lnSpc>
                <a:spcPct val="100000"/>
              </a:lnSpc>
              <a:spcBef>
                <a:spcPts val="0"/>
              </a:spcBef>
              <a:spcAft>
                <a:spcPts val="0"/>
              </a:spcAft>
              <a:buClr>
                <a:schemeClr val="accent1"/>
              </a:buClr>
              <a:buSzPts val="1800"/>
              <a:buChar char="▪"/>
              <a:defRPr/>
            </a:lvl9pPr>
          </a:lstStyle>
          <a:p>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2_Titel und Inhalt und Bild_">
  <p:cSld name="2_Titel und Inhalt und Bild_">
    <p:spTree>
      <p:nvGrpSpPr>
        <p:cNvPr id="1" name="Shape 191"/>
        <p:cNvGrpSpPr/>
        <p:nvPr/>
      </p:nvGrpSpPr>
      <p:grpSpPr>
        <a:xfrm>
          <a:off x="0" y="0"/>
          <a:ext cx="0" cy="0"/>
          <a:chOff x="0" y="0"/>
          <a:chExt cx="0" cy="0"/>
        </a:xfrm>
      </p:grpSpPr>
      <p:sp>
        <p:nvSpPr>
          <p:cNvPr id="192" name="Google Shape;192;p31"/>
          <p:cNvSpPr txBox="1">
            <a:spLocks noGrp="1"/>
          </p:cNvSpPr>
          <p:nvPr>
            <p:ph type="title"/>
          </p:nvPr>
        </p:nvSpPr>
        <p:spPr>
          <a:xfrm>
            <a:off x="874712" y="346075"/>
            <a:ext cx="10580687" cy="684213"/>
          </a:xfrm>
          <a:prstGeom prst="rect">
            <a:avLst/>
          </a:prstGeom>
          <a:noFill/>
          <a:ln>
            <a:noFill/>
          </a:ln>
        </p:spPr>
        <p:txBody>
          <a:bodyPr spcFirstLastPara="1" wrap="square" lIns="0" tIns="0" rIns="0" bIns="0" anchor="t" anchorCtr="0">
            <a:noAutofit/>
          </a:bodyPr>
          <a:lstStyle>
            <a:lvl1pPr lvl="0" algn="l">
              <a:spcBef>
                <a:spcPts val="0"/>
              </a:spcBef>
              <a:spcAft>
                <a:spcPts val="0"/>
              </a:spcAft>
              <a:buClr>
                <a:schemeClr val="accent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93" name="Google Shape;193;p31"/>
          <p:cNvSpPr>
            <a:spLocks noGrp="1"/>
          </p:cNvSpPr>
          <p:nvPr>
            <p:ph type="pic" idx="2"/>
          </p:nvPr>
        </p:nvSpPr>
        <p:spPr>
          <a:xfrm>
            <a:off x="8070849" y="1484314"/>
            <a:ext cx="4121151" cy="4645024"/>
          </a:xfrm>
          <a:prstGeom prst="rect">
            <a:avLst/>
          </a:prstGeom>
          <a:noFill/>
          <a:ln>
            <a:noFill/>
          </a:ln>
        </p:spPr>
      </p:sp>
      <p:sp>
        <p:nvSpPr>
          <p:cNvPr id="194" name="Google Shape;194;p31"/>
          <p:cNvSpPr txBox="1">
            <a:spLocks noGrp="1"/>
          </p:cNvSpPr>
          <p:nvPr>
            <p:ph type="body" idx="1"/>
          </p:nvPr>
        </p:nvSpPr>
        <p:spPr>
          <a:xfrm>
            <a:off x="874713" y="1484313"/>
            <a:ext cx="6999287" cy="4357687"/>
          </a:xfrm>
          <a:prstGeom prst="rect">
            <a:avLst/>
          </a:prstGeom>
          <a:noFill/>
          <a:ln>
            <a:noFill/>
          </a:ln>
        </p:spPr>
        <p:txBody>
          <a:bodyPr spcFirstLastPara="1" wrap="square" lIns="0" tIns="0" rIns="0" bIns="0" anchor="t" anchorCtr="0">
            <a:noAutofit/>
          </a:bodyPr>
          <a:lstStyle>
            <a:lvl1pPr marL="457200" lvl="0" indent="-228600" algn="l">
              <a:spcBef>
                <a:spcPts val="600"/>
              </a:spcBef>
              <a:spcAft>
                <a:spcPts val="0"/>
              </a:spcAft>
              <a:buClr>
                <a:schemeClr val="accent1"/>
              </a:buClr>
              <a:buSzPts val="1800"/>
              <a:buNone/>
              <a:defRPr/>
            </a:lvl1pPr>
            <a:lvl2pPr marL="914400" lvl="1" indent="-228600" algn="l">
              <a:spcBef>
                <a:spcPts val="600"/>
              </a:spcBef>
              <a:spcAft>
                <a:spcPts val="0"/>
              </a:spcAft>
              <a:buClr>
                <a:schemeClr val="accent1"/>
              </a:buClr>
              <a:buSzPts val="1800"/>
              <a:buNone/>
              <a:defRPr/>
            </a:lvl2pPr>
            <a:lvl3pPr marL="1371600" lvl="2" indent="-342900" algn="l">
              <a:spcBef>
                <a:spcPts val="0"/>
              </a:spcBef>
              <a:spcAft>
                <a:spcPts val="0"/>
              </a:spcAft>
              <a:buClr>
                <a:schemeClr val="accent1"/>
              </a:buClr>
              <a:buSzPts val="1800"/>
              <a:buChar char="—"/>
              <a:defRPr/>
            </a:lvl3pPr>
            <a:lvl4pPr marL="1828800" lvl="3" indent="-342900" algn="l">
              <a:spcBef>
                <a:spcPts val="0"/>
              </a:spcBef>
              <a:spcAft>
                <a:spcPts val="0"/>
              </a:spcAft>
              <a:buClr>
                <a:schemeClr val="accent1"/>
              </a:buClr>
              <a:buSzPts val="1800"/>
              <a:buChar char="–"/>
              <a:defRPr/>
            </a:lvl4pPr>
            <a:lvl5pPr marL="2286000" lvl="4" indent="-228600" algn="l">
              <a:spcBef>
                <a:spcPts val="600"/>
              </a:spcBef>
              <a:spcAft>
                <a:spcPts val="0"/>
              </a:spcAft>
              <a:buClr>
                <a:schemeClr val="accent1"/>
              </a:buClr>
              <a:buSzPts val="1800"/>
              <a:buNone/>
              <a:defRPr/>
            </a:lvl5pPr>
            <a:lvl6pPr marL="2743200" lvl="5" indent="-228600" algn="l">
              <a:lnSpc>
                <a:spcPct val="100000"/>
              </a:lnSpc>
              <a:spcBef>
                <a:spcPts val="600"/>
              </a:spcBef>
              <a:spcAft>
                <a:spcPts val="0"/>
              </a:spcAft>
              <a:buClr>
                <a:schemeClr val="accent1"/>
              </a:buClr>
              <a:buSzPts val="1800"/>
              <a:buNone/>
              <a:defRPr/>
            </a:lvl6pPr>
            <a:lvl7pPr marL="3200400" lvl="6" indent="-342900" algn="l">
              <a:lnSpc>
                <a:spcPct val="100000"/>
              </a:lnSpc>
              <a:spcBef>
                <a:spcPts val="0"/>
              </a:spcBef>
              <a:spcAft>
                <a:spcPts val="0"/>
              </a:spcAft>
              <a:buClr>
                <a:schemeClr val="accent1"/>
              </a:buClr>
              <a:buSzPts val="1800"/>
              <a:buChar char="—"/>
              <a:defRPr/>
            </a:lvl7pPr>
            <a:lvl8pPr marL="3657600" lvl="7" indent="-342900" algn="l">
              <a:lnSpc>
                <a:spcPct val="100000"/>
              </a:lnSpc>
              <a:spcBef>
                <a:spcPts val="0"/>
              </a:spcBef>
              <a:spcAft>
                <a:spcPts val="0"/>
              </a:spcAft>
              <a:buClr>
                <a:schemeClr val="accent1"/>
              </a:buClr>
              <a:buSzPts val="1800"/>
              <a:buChar char="–"/>
              <a:defRPr/>
            </a:lvl8pPr>
            <a:lvl9pPr marL="4114800" lvl="8" indent="-342900" algn="l">
              <a:lnSpc>
                <a:spcPct val="100000"/>
              </a:lnSpc>
              <a:spcBef>
                <a:spcPts val="0"/>
              </a:spcBef>
              <a:spcAft>
                <a:spcPts val="0"/>
              </a:spcAft>
              <a:buClr>
                <a:schemeClr val="accent1"/>
              </a:buClr>
              <a:buSzPts val="1800"/>
              <a:buChar char="▪"/>
              <a:defRPr/>
            </a:lvl9pPr>
          </a:lstStyle>
          <a:p>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3_Titel und 3 Inhalte">
  <p:cSld name="3_Titel und 3 Inhalte">
    <p:spTree>
      <p:nvGrpSpPr>
        <p:cNvPr id="1" name="Shape 195"/>
        <p:cNvGrpSpPr/>
        <p:nvPr/>
      </p:nvGrpSpPr>
      <p:grpSpPr>
        <a:xfrm>
          <a:off x="0" y="0"/>
          <a:ext cx="0" cy="0"/>
          <a:chOff x="0" y="0"/>
          <a:chExt cx="0" cy="0"/>
        </a:xfrm>
      </p:grpSpPr>
      <p:sp>
        <p:nvSpPr>
          <p:cNvPr id="196" name="Google Shape;196;p32"/>
          <p:cNvSpPr txBox="1">
            <a:spLocks noGrp="1"/>
          </p:cNvSpPr>
          <p:nvPr>
            <p:ph type="title"/>
          </p:nvPr>
        </p:nvSpPr>
        <p:spPr>
          <a:xfrm>
            <a:off x="874712" y="346075"/>
            <a:ext cx="10580687" cy="684213"/>
          </a:xfrm>
          <a:prstGeom prst="rect">
            <a:avLst/>
          </a:prstGeom>
          <a:noFill/>
          <a:ln>
            <a:noFill/>
          </a:ln>
        </p:spPr>
        <p:txBody>
          <a:bodyPr spcFirstLastPara="1" wrap="square" lIns="0" tIns="0" rIns="0" bIns="0" anchor="t" anchorCtr="0">
            <a:noAutofit/>
          </a:bodyPr>
          <a:lstStyle>
            <a:lvl1pPr lvl="0" algn="l">
              <a:spcBef>
                <a:spcPts val="0"/>
              </a:spcBef>
              <a:spcAft>
                <a:spcPts val="0"/>
              </a:spcAft>
              <a:buClr>
                <a:schemeClr val="accent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97" name="Google Shape;197;p32"/>
          <p:cNvSpPr txBox="1">
            <a:spLocks noGrp="1"/>
          </p:cNvSpPr>
          <p:nvPr>
            <p:ph type="body" idx="1"/>
          </p:nvPr>
        </p:nvSpPr>
        <p:spPr>
          <a:xfrm>
            <a:off x="874713" y="1481138"/>
            <a:ext cx="3398837" cy="4360862"/>
          </a:xfrm>
          <a:prstGeom prst="rect">
            <a:avLst/>
          </a:prstGeom>
          <a:noFill/>
          <a:ln>
            <a:noFill/>
          </a:ln>
        </p:spPr>
        <p:txBody>
          <a:bodyPr spcFirstLastPara="1" wrap="square" lIns="0" tIns="0" rIns="0" bIns="0" anchor="t" anchorCtr="0">
            <a:noAutofit/>
          </a:bodyPr>
          <a:lstStyle>
            <a:lvl1pPr marL="457200" lvl="0" indent="-228600" algn="l">
              <a:spcBef>
                <a:spcPts val="600"/>
              </a:spcBef>
              <a:spcAft>
                <a:spcPts val="0"/>
              </a:spcAft>
              <a:buClr>
                <a:schemeClr val="accent1"/>
              </a:buClr>
              <a:buSzPts val="1800"/>
              <a:buNone/>
              <a:defRPr/>
            </a:lvl1pPr>
            <a:lvl2pPr marL="914400" lvl="1" indent="-228600" algn="l">
              <a:spcBef>
                <a:spcPts val="600"/>
              </a:spcBef>
              <a:spcAft>
                <a:spcPts val="0"/>
              </a:spcAft>
              <a:buClr>
                <a:schemeClr val="accent1"/>
              </a:buClr>
              <a:buSzPts val="1800"/>
              <a:buNone/>
              <a:defRPr/>
            </a:lvl2pPr>
            <a:lvl3pPr marL="1371600" lvl="2" indent="-342900" algn="l">
              <a:spcBef>
                <a:spcPts val="0"/>
              </a:spcBef>
              <a:spcAft>
                <a:spcPts val="0"/>
              </a:spcAft>
              <a:buClr>
                <a:schemeClr val="accent1"/>
              </a:buClr>
              <a:buSzPts val="1800"/>
              <a:buChar char="—"/>
              <a:defRPr/>
            </a:lvl3pPr>
            <a:lvl4pPr marL="1828800" lvl="3" indent="-342900" algn="l">
              <a:spcBef>
                <a:spcPts val="0"/>
              </a:spcBef>
              <a:spcAft>
                <a:spcPts val="0"/>
              </a:spcAft>
              <a:buClr>
                <a:schemeClr val="accent1"/>
              </a:buClr>
              <a:buSzPts val="1800"/>
              <a:buChar char="–"/>
              <a:defRPr/>
            </a:lvl4pPr>
            <a:lvl5pPr marL="2286000" lvl="4" indent="-228600" algn="l">
              <a:spcBef>
                <a:spcPts val="600"/>
              </a:spcBef>
              <a:spcAft>
                <a:spcPts val="0"/>
              </a:spcAft>
              <a:buClr>
                <a:schemeClr val="accent1"/>
              </a:buClr>
              <a:buSzPts val="1800"/>
              <a:buNone/>
              <a:defRPr/>
            </a:lvl5pPr>
            <a:lvl6pPr marL="2743200" lvl="5" indent="-228600" algn="l">
              <a:lnSpc>
                <a:spcPct val="100000"/>
              </a:lnSpc>
              <a:spcBef>
                <a:spcPts val="600"/>
              </a:spcBef>
              <a:spcAft>
                <a:spcPts val="0"/>
              </a:spcAft>
              <a:buClr>
                <a:schemeClr val="accent1"/>
              </a:buClr>
              <a:buSzPts val="1800"/>
              <a:buNone/>
              <a:defRPr/>
            </a:lvl6pPr>
            <a:lvl7pPr marL="3200400" lvl="6" indent="-342900" algn="l">
              <a:lnSpc>
                <a:spcPct val="100000"/>
              </a:lnSpc>
              <a:spcBef>
                <a:spcPts val="0"/>
              </a:spcBef>
              <a:spcAft>
                <a:spcPts val="0"/>
              </a:spcAft>
              <a:buClr>
                <a:schemeClr val="accent1"/>
              </a:buClr>
              <a:buSzPts val="1800"/>
              <a:buChar char="—"/>
              <a:defRPr/>
            </a:lvl7pPr>
            <a:lvl8pPr marL="3657600" lvl="7" indent="-342900" algn="l">
              <a:lnSpc>
                <a:spcPct val="100000"/>
              </a:lnSpc>
              <a:spcBef>
                <a:spcPts val="0"/>
              </a:spcBef>
              <a:spcAft>
                <a:spcPts val="0"/>
              </a:spcAft>
              <a:buClr>
                <a:schemeClr val="accent1"/>
              </a:buClr>
              <a:buSzPts val="1800"/>
              <a:buChar char="–"/>
              <a:defRPr/>
            </a:lvl8pPr>
            <a:lvl9pPr marL="4114800" lvl="8" indent="-342900" algn="l">
              <a:lnSpc>
                <a:spcPct val="100000"/>
              </a:lnSpc>
              <a:spcBef>
                <a:spcPts val="0"/>
              </a:spcBef>
              <a:spcAft>
                <a:spcPts val="0"/>
              </a:spcAft>
              <a:buClr>
                <a:schemeClr val="accent1"/>
              </a:buClr>
              <a:buSzPts val="1800"/>
              <a:buChar char="▪"/>
              <a:defRPr/>
            </a:lvl9pPr>
          </a:lstStyle>
          <a:p>
            <a:endParaRPr/>
          </a:p>
        </p:txBody>
      </p:sp>
      <p:sp>
        <p:nvSpPr>
          <p:cNvPr id="198" name="Google Shape;198;p32"/>
          <p:cNvSpPr txBox="1">
            <a:spLocks noGrp="1"/>
          </p:cNvSpPr>
          <p:nvPr>
            <p:ph type="body" idx="2"/>
          </p:nvPr>
        </p:nvSpPr>
        <p:spPr>
          <a:xfrm>
            <a:off x="4457699" y="1481138"/>
            <a:ext cx="3416301" cy="4360862"/>
          </a:xfrm>
          <a:prstGeom prst="rect">
            <a:avLst/>
          </a:prstGeom>
          <a:noFill/>
          <a:ln>
            <a:noFill/>
          </a:ln>
        </p:spPr>
        <p:txBody>
          <a:bodyPr spcFirstLastPara="1" wrap="square" lIns="0" tIns="0" rIns="0" bIns="0" anchor="t" anchorCtr="0">
            <a:noAutofit/>
          </a:bodyPr>
          <a:lstStyle>
            <a:lvl1pPr marL="457200" lvl="0" indent="-228600" algn="l">
              <a:spcBef>
                <a:spcPts val="600"/>
              </a:spcBef>
              <a:spcAft>
                <a:spcPts val="0"/>
              </a:spcAft>
              <a:buClr>
                <a:schemeClr val="accent1"/>
              </a:buClr>
              <a:buSzPts val="1800"/>
              <a:buNone/>
              <a:defRPr/>
            </a:lvl1pPr>
            <a:lvl2pPr marL="914400" lvl="1" indent="-228600" algn="l">
              <a:spcBef>
                <a:spcPts val="600"/>
              </a:spcBef>
              <a:spcAft>
                <a:spcPts val="0"/>
              </a:spcAft>
              <a:buClr>
                <a:schemeClr val="accent1"/>
              </a:buClr>
              <a:buSzPts val="1800"/>
              <a:buNone/>
              <a:defRPr/>
            </a:lvl2pPr>
            <a:lvl3pPr marL="1371600" lvl="2" indent="-342900" algn="l">
              <a:spcBef>
                <a:spcPts val="0"/>
              </a:spcBef>
              <a:spcAft>
                <a:spcPts val="0"/>
              </a:spcAft>
              <a:buClr>
                <a:schemeClr val="accent1"/>
              </a:buClr>
              <a:buSzPts val="1800"/>
              <a:buChar char="—"/>
              <a:defRPr/>
            </a:lvl3pPr>
            <a:lvl4pPr marL="1828800" lvl="3" indent="-342900" algn="l">
              <a:spcBef>
                <a:spcPts val="0"/>
              </a:spcBef>
              <a:spcAft>
                <a:spcPts val="0"/>
              </a:spcAft>
              <a:buClr>
                <a:schemeClr val="accent1"/>
              </a:buClr>
              <a:buSzPts val="1800"/>
              <a:buChar char="–"/>
              <a:defRPr/>
            </a:lvl4pPr>
            <a:lvl5pPr marL="2286000" lvl="4" indent="-228600" algn="l">
              <a:spcBef>
                <a:spcPts val="600"/>
              </a:spcBef>
              <a:spcAft>
                <a:spcPts val="0"/>
              </a:spcAft>
              <a:buClr>
                <a:schemeClr val="accent1"/>
              </a:buClr>
              <a:buSzPts val="1800"/>
              <a:buNone/>
              <a:defRPr/>
            </a:lvl5pPr>
            <a:lvl6pPr marL="2743200" lvl="5" indent="-228600" algn="l">
              <a:lnSpc>
                <a:spcPct val="100000"/>
              </a:lnSpc>
              <a:spcBef>
                <a:spcPts val="600"/>
              </a:spcBef>
              <a:spcAft>
                <a:spcPts val="0"/>
              </a:spcAft>
              <a:buClr>
                <a:schemeClr val="accent1"/>
              </a:buClr>
              <a:buSzPts val="1800"/>
              <a:buNone/>
              <a:defRPr/>
            </a:lvl6pPr>
            <a:lvl7pPr marL="3200400" lvl="6" indent="-342900" algn="l">
              <a:lnSpc>
                <a:spcPct val="100000"/>
              </a:lnSpc>
              <a:spcBef>
                <a:spcPts val="0"/>
              </a:spcBef>
              <a:spcAft>
                <a:spcPts val="0"/>
              </a:spcAft>
              <a:buClr>
                <a:schemeClr val="accent1"/>
              </a:buClr>
              <a:buSzPts val="1800"/>
              <a:buChar char="—"/>
              <a:defRPr/>
            </a:lvl7pPr>
            <a:lvl8pPr marL="3657600" lvl="7" indent="-342900" algn="l">
              <a:lnSpc>
                <a:spcPct val="100000"/>
              </a:lnSpc>
              <a:spcBef>
                <a:spcPts val="0"/>
              </a:spcBef>
              <a:spcAft>
                <a:spcPts val="0"/>
              </a:spcAft>
              <a:buClr>
                <a:schemeClr val="accent1"/>
              </a:buClr>
              <a:buSzPts val="1800"/>
              <a:buChar char="–"/>
              <a:defRPr/>
            </a:lvl8pPr>
            <a:lvl9pPr marL="4114800" lvl="8" indent="-342900" algn="l">
              <a:lnSpc>
                <a:spcPct val="100000"/>
              </a:lnSpc>
              <a:spcBef>
                <a:spcPts val="0"/>
              </a:spcBef>
              <a:spcAft>
                <a:spcPts val="0"/>
              </a:spcAft>
              <a:buClr>
                <a:schemeClr val="accent1"/>
              </a:buClr>
              <a:buSzPts val="1800"/>
              <a:buChar char="▪"/>
              <a:defRPr/>
            </a:lvl9pPr>
          </a:lstStyle>
          <a:p>
            <a:endParaRPr/>
          </a:p>
        </p:txBody>
      </p:sp>
      <p:sp>
        <p:nvSpPr>
          <p:cNvPr id="199" name="Google Shape;199;p32"/>
          <p:cNvSpPr txBox="1">
            <a:spLocks noGrp="1"/>
          </p:cNvSpPr>
          <p:nvPr>
            <p:ph type="body" idx="3"/>
          </p:nvPr>
        </p:nvSpPr>
        <p:spPr>
          <a:xfrm>
            <a:off x="8070850" y="1481138"/>
            <a:ext cx="3384550" cy="4360862"/>
          </a:xfrm>
          <a:prstGeom prst="rect">
            <a:avLst/>
          </a:prstGeom>
          <a:noFill/>
          <a:ln>
            <a:noFill/>
          </a:ln>
        </p:spPr>
        <p:txBody>
          <a:bodyPr spcFirstLastPara="1" wrap="square" lIns="0" tIns="0" rIns="0" bIns="0" anchor="t" anchorCtr="0">
            <a:noAutofit/>
          </a:bodyPr>
          <a:lstStyle>
            <a:lvl1pPr marL="457200" lvl="0" indent="-228600" algn="l">
              <a:spcBef>
                <a:spcPts val="600"/>
              </a:spcBef>
              <a:spcAft>
                <a:spcPts val="0"/>
              </a:spcAft>
              <a:buClr>
                <a:schemeClr val="accent1"/>
              </a:buClr>
              <a:buSzPts val="1800"/>
              <a:buNone/>
              <a:defRPr/>
            </a:lvl1pPr>
            <a:lvl2pPr marL="914400" lvl="1" indent="-228600" algn="l">
              <a:spcBef>
                <a:spcPts val="600"/>
              </a:spcBef>
              <a:spcAft>
                <a:spcPts val="0"/>
              </a:spcAft>
              <a:buClr>
                <a:schemeClr val="accent1"/>
              </a:buClr>
              <a:buSzPts val="1800"/>
              <a:buNone/>
              <a:defRPr/>
            </a:lvl2pPr>
            <a:lvl3pPr marL="1371600" lvl="2" indent="-342900" algn="l">
              <a:spcBef>
                <a:spcPts val="0"/>
              </a:spcBef>
              <a:spcAft>
                <a:spcPts val="0"/>
              </a:spcAft>
              <a:buClr>
                <a:schemeClr val="accent1"/>
              </a:buClr>
              <a:buSzPts val="1800"/>
              <a:buChar char="—"/>
              <a:defRPr/>
            </a:lvl3pPr>
            <a:lvl4pPr marL="1828800" lvl="3" indent="-342900" algn="l">
              <a:spcBef>
                <a:spcPts val="0"/>
              </a:spcBef>
              <a:spcAft>
                <a:spcPts val="0"/>
              </a:spcAft>
              <a:buClr>
                <a:schemeClr val="accent1"/>
              </a:buClr>
              <a:buSzPts val="1800"/>
              <a:buChar char="–"/>
              <a:defRPr/>
            </a:lvl4pPr>
            <a:lvl5pPr marL="2286000" lvl="4" indent="-228600" algn="l">
              <a:spcBef>
                <a:spcPts val="600"/>
              </a:spcBef>
              <a:spcAft>
                <a:spcPts val="0"/>
              </a:spcAft>
              <a:buClr>
                <a:schemeClr val="accent1"/>
              </a:buClr>
              <a:buSzPts val="1800"/>
              <a:buNone/>
              <a:defRPr/>
            </a:lvl5pPr>
            <a:lvl6pPr marL="2743200" lvl="5" indent="-228600" algn="l">
              <a:lnSpc>
                <a:spcPct val="100000"/>
              </a:lnSpc>
              <a:spcBef>
                <a:spcPts val="600"/>
              </a:spcBef>
              <a:spcAft>
                <a:spcPts val="0"/>
              </a:spcAft>
              <a:buClr>
                <a:schemeClr val="accent1"/>
              </a:buClr>
              <a:buSzPts val="1800"/>
              <a:buNone/>
              <a:defRPr/>
            </a:lvl6pPr>
            <a:lvl7pPr marL="3200400" lvl="6" indent="-342900" algn="l">
              <a:lnSpc>
                <a:spcPct val="100000"/>
              </a:lnSpc>
              <a:spcBef>
                <a:spcPts val="0"/>
              </a:spcBef>
              <a:spcAft>
                <a:spcPts val="0"/>
              </a:spcAft>
              <a:buClr>
                <a:schemeClr val="accent1"/>
              </a:buClr>
              <a:buSzPts val="1800"/>
              <a:buChar char="—"/>
              <a:defRPr/>
            </a:lvl7pPr>
            <a:lvl8pPr marL="3657600" lvl="7" indent="-342900" algn="l">
              <a:lnSpc>
                <a:spcPct val="100000"/>
              </a:lnSpc>
              <a:spcBef>
                <a:spcPts val="0"/>
              </a:spcBef>
              <a:spcAft>
                <a:spcPts val="0"/>
              </a:spcAft>
              <a:buClr>
                <a:schemeClr val="accent1"/>
              </a:buClr>
              <a:buSzPts val="1800"/>
              <a:buChar char="–"/>
              <a:defRPr/>
            </a:lvl8pPr>
            <a:lvl9pPr marL="4114800" lvl="8" indent="-342900" algn="l">
              <a:lnSpc>
                <a:spcPct val="100000"/>
              </a:lnSpc>
              <a:spcBef>
                <a:spcPts val="0"/>
              </a:spcBef>
              <a:spcAft>
                <a:spcPts val="0"/>
              </a:spcAft>
              <a:buClr>
                <a:schemeClr val="accent1"/>
              </a:buClr>
              <a:buSzPts val="1800"/>
              <a:buChar char="▪"/>
              <a:defRPr/>
            </a:lvl9pPr>
          </a:lstStyle>
          <a:p>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4_Titel und 4 Inhalte">
  <p:cSld name="4_Titel und 4 Inhalte">
    <p:spTree>
      <p:nvGrpSpPr>
        <p:cNvPr id="1" name="Shape 200"/>
        <p:cNvGrpSpPr/>
        <p:nvPr/>
      </p:nvGrpSpPr>
      <p:grpSpPr>
        <a:xfrm>
          <a:off x="0" y="0"/>
          <a:ext cx="0" cy="0"/>
          <a:chOff x="0" y="0"/>
          <a:chExt cx="0" cy="0"/>
        </a:xfrm>
      </p:grpSpPr>
      <p:sp>
        <p:nvSpPr>
          <p:cNvPr id="201" name="Google Shape;201;p33"/>
          <p:cNvSpPr>
            <a:spLocks noGrp="1"/>
          </p:cNvSpPr>
          <p:nvPr>
            <p:ph type="pic" idx="2"/>
          </p:nvPr>
        </p:nvSpPr>
        <p:spPr>
          <a:xfrm>
            <a:off x="874711" y="1484313"/>
            <a:ext cx="4300539" cy="1332000"/>
          </a:xfrm>
          <a:prstGeom prst="rect">
            <a:avLst/>
          </a:prstGeom>
          <a:noFill/>
          <a:ln>
            <a:noFill/>
          </a:ln>
        </p:spPr>
      </p:sp>
      <p:sp>
        <p:nvSpPr>
          <p:cNvPr id="202" name="Google Shape;202;p33"/>
          <p:cNvSpPr>
            <a:spLocks noGrp="1"/>
          </p:cNvSpPr>
          <p:nvPr>
            <p:ph type="pic" idx="3"/>
          </p:nvPr>
        </p:nvSpPr>
        <p:spPr>
          <a:xfrm>
            <a:off x="874712" y="2943181"/>
            <a:ext cx="4300537" cy="1332000"/>
          </a:xfrm>
          <a:prstGeom prst="rect">
            <a:avLst/>
          </a:prstGeom>
          <a:noFill/>
          <a:ln>
            <a:noFill/>
          </a:ln>
        </p:spPr>
      </p:sp>
      <p:sp>
        <p:nvSpPr>
          <p:cNvPr id="203" name="Google Shape;203;p33"/>
          <p:cNvSpPr>
            <a:spLocks noGrp="1"/>
          </p:cNvSpPr>
          <p:nvPr>
            <p:ph type="pic" idx="4"/>
          </p:nvPr>
        </p:nvSpPr>
        <p:spPr>
          <a:xfrm>
            <a:off x="874710" y="4402050"/>
            <a:ext cx="4300537" cy="1427249"/>
          </a:xfrm>
          <a:prstGeom prst="rect">
            <a:avLst/>
          </a:prstGeom>
          <a:noFill/>
          <a:ln>
            <a:noFill/>
          </a:ln>
        </p:spPr>
      </p:sp>
      <p:sp>
        <p:nvSpPr>
          <p:cNvPr id="204" name="Google Shape;204;p33"/>
          <p:cNvSpPr txBox="1">
            <a:spLocks noGrp="1"/>
          </p:cNvSpPr>
          <p:nvPr>
            <p:ph type="title"/>
          </p:nvPr>
        </p:nvSpPr>
        <p:spPr>
          <a:xfrm>
            <a:off x="874712" y="346075"/>
            <a:ext cx="10580687" cy="684213"/>
          </a:xfrm>
          <a:prstGeom prst="rect">
            <a:avLst/>
          </a:prstGeom>
          <a:noFill/>
          <a:ln>
            <a:noFill/>
          </a:ln>
        </p:spPr>
        <p:txBody>
          <a:bodyPr spcFirstLastPara="1" wrap="square" lIns="0" tIns="0" rIns="0" bIns="0" anchor="t" anchorCtr="0">
            <a:noAutofit/>
          </a:bodyPr>
          <a:lstStyle>
            <a:lvl1pPr lvl="0" algn="l">
              <a:spcBef>
                <a:spcPts val="0"/>
              </a:spcBef>
              <a:spcAft>
                <a:spcPts val="0"/>
              </a:spcAft>
              <a:buClr>
                <a:schemeClr val="accent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05" name="Google Shape;205;p33"/>
          <p:cNvSpPr txBox="1">
            <a:spLocks noGrp="1"/>
          </p:cNvSpPr>
          <p:nvPr>
            <p:ph type="body" idx="1"/>
          </p:nvPr>
        </p:nvSpPr>
        <p:spPr>
          <a:xfrm>
            <a:off x="5365750" y="1484313"/>
            <a:ext cx="6089650" cy="4357687"/>
          </a:xfrm>
          <a:prstGeom prst="rect">
            <a:avLst/>
          </a:prstGeom>
          <a:noFill/>
          <a:ln>
            <a:noFill/>
          </a:ln>
        </p:spPr>
        <p:txBody>
          <a:bodyPr spcFirstLastPara="1" wrap="square" lIns="0" tIns="0" rIns="0" bIns="0" anchor="t" anchorCtr="0">
            <a:noAutofit/>
          </a:bodyPr>
          <a:lstStyle>
            <a:lvl1pPr marL="457200" lvl="0" indent="-228600" algn="l">
              <a:spcBef>
                <a:spcPts val="600"/>
              </a:spcBef>
              <a:spcAft>
                <a:spcPts val="0"/>
              </a:spcAft>
              <a:buClr>
                <a:schemeClr val="accent1"/>
              </a:buClr>
              <a:buSzPts val="1800"/>
              <a:buNone/>
              <a:defRPr/>
            </a:lvl1pPr>
            <a:lvl2pPr marL="914400" lvl="1" indent="-228600" algn="l">
              <a:spcBef>
                <a:spcPts val="600"/>
              </a:spcBef>
              <a:spcAft>
                <a:spcPts val="0"/>
              </a:spcAft>
              <a:buClr>
                <a:schemeClr val="accent1"/>
              </a:buClr>
              <a:buSzPts val="1800"/>
              <a:buNone/>
              <a:defRPr/>
            </a:lvl2pPr>
            <a:lvl3pPr marL="1371600" lvl="2" indent="-342900" algn="l">
              <a:spcBef>
                <a:spcPts val="0"/>
              </a:spcBef>
              <a:spcAft>
                <a:spcPts val="0"/>
              </a:spcAft>
              <a:buClr>
                <a:schemeClr val="accent1"/>
              </a:buClr>
              <a:buSzPts val="1800"/>
              <a:buChar char="—"/>
              <a:defRPr/>
            </a:lvl3pPr>
            <a:lvl4pPr marL="1828800" lvl="3" indent="-342900" algn="l">
              <a:spcBef>
                <a:spcPts val="0"/>
              </a:spcBef>
              <a:spcAft>
                <a:spcPts val="0"/>
              </a:spcAft>
              <a:buClr>
                <a:schemeClr val="accent1"/>
              </a:buClr>
              <a:buSzPts val="1800"/>
              <a:buChar char="–"/>
              <a:defRPr/>
            </a:lvl4pPr>
            <a:lvl5pPr marL="2286000" lvl="4" indent="-228600" algn="l">
              <a:spcBef>
                <a:spcPts val="600"/>
              </a:spcBef>
              <a:spcAft>
                <a:spcPts val="0"/>
              </a:spcAft>
              <a:buClr>
                <a:schemeClr val="accent1"/>
              </a:buClr>
              <a:buSzPts val="1800"/>
              <a:buNone/>
              <a:defRPr/>
            </a:lvl5pPr>
            <a:lvl6pPr marL="2743200" lvl="5" indent="-228600" algn="l">
              <a:lnSpc>
                <a:spcPct val="100000"/>
              </a:lnSpc>
              <a:spcBef>
                <a:spcPts val="600"/>
              </a:spcBef>
              <a:spcAft>
                <a:spcPts val="0"/>
              </a:spcAft>
              <a:buClr>
                <a:schemeClr val="accent1"/>
              </a:buClr>
              <a:buSzPts val="1800"/>
              <a:buNone/>
              <a:defRPr/>
            </a:lvl6pPr>
            <a:lvl7pPr marL="3200400" lvl="6" indent="-342900" algn="l">
              <a:lnSpc>
                <a:spcPct val="100000"/>
              </a:lnSpc>
              <a:spcBef>
                <a:spcPts val="0"/>
              </a:spcBef>
              <a:spcAft>
                <a:spcPts val="0"/>
              </a:spcAft>
              <a:buClr>
                <a:schemeClr val="accent1"/>
              </a:buClr>
              <a:buSzPts val="1800"/>
              <a:buChar char="—"/>
              <a:defRPr/>
            </a:lvl7pPr>
            <a:lvl8pPr marL="3657600" lvl="7" indent="-342900" algn="l">
              <a:lnSpc>
                <a:spcPct val="100000"/>
              </a:lnSpc>
              <a:spcBef>
                <a:spcPts val="0"/>
              </a:spcBef>
              <a:spcAft>
                <a:spcPts val="0"/>
              </a:spcAft>
              <a:buClr>
                <a:schemeClr val="accent1"/>
              </a:buClr>
              <a:buSzPts val="1800"/>
              <a:buChar char="–"/>
              <a:defRPr/>
            </a:lvl8pPr>
            <a:lvl9pPr marL="4114800" lvl="8" indent="-342900" algn="l">
              <a:lnSpc>
                <a:spcPct val="100000"/>
              </a:lnSpc>
              <a:spcBef>
                <a:spcPts val="0"/>
              </a:spcBef>
              <a:spcAft>
                <a:spcPts val="0"/>
              </a:spcAft>
              <a:buClr>
                <a:schemeClr val="accent1"/>
              </a:buClr>
              <a:buSzPts val="1800"/>
              <a:buChar char="▪"/>
              <a:defRPr/>
            </a:lvl9pPr>
          </a:lstStyle>
          <a:p>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5_2 Titel und 2 Inhalte">
  <p:cSld name="5_2 Titel und 2 Inhalte">
    <p:spTree>
      <p:nvGrpSpPr>
        <p:cNvPr id="1" name="Shape 206"/>
        <p:cNvGrpSpPr/>
        <p:nvPr/>
      </p:nvGrpSpPr>
      <p:grpSpPr>
        <a:xfrm>
          <a:off x="0" y="0"/>
          <a:ext cx="0" cy="0"/>
          <a:chOff x="0" y="0"/>
          <a:chExt cx="0" cy="0"/>
        </a:xfrm>
      </p:grpSpPr>
      <p:sp>
        <p:nvSpPr>
          <p:cNvPr id="207" name="Google Shape;207;p34"/>
          <p:cNvSpPr txBox="1"/>
          <p:nvPr/>
        </p:nvSpPr>
        <p:spPr>
          <a:xfrm>
            <a:off x="6267450" y="368305"/>
            <a:ext cx="5046135" cy="662147"/>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chemeClr val="accent1"/>
              </a:buClr>
              <a:buSzPts val="2400"/>
              <a:buFont typeface="Open Sans"/>
              <a:buNone/>
            </a:pPr>
            <a:r>
              <a:rPr lang="en-DE" sz="2400" b="1">
                <a:solidFill>
                  <a:schemeClr val="accent1"/>
                </a:solidFill>
                <a:latin typeface="Open Sans"/>
                <a:ea typeface="Open Sans"/>
                <a:cs typeface="Open Sans"/>
                <a:sym typeface="Open Sans"/>
              </a:rPr>
              <a:t>Titelmasterformat durch Klicken bearbeiten</a:t>
            </a:r>
            <a:endParaRPr/>
          </a:p>
        </p:txBody>
      </p:sp>
      <p:sp>
        <p:nvSpPr>
          <p:cNvPr id="208" name="Google Shape;208;p34"/>
          <p:cNvSpPr txBox="1">
            <a:spLocks noGrp="1"/>
          </p:cNvSpPr>
          <p:nvPr>
            <p:ph type="title"/>
          </p:nvPr>
        </p:nvSpPr>
        <p:spPr>
          <a:xfrm>
            <a:off x="874712" y="367507"/>
            <a:ext cx="5195887" cy="662781"/>
          </a:xfrm>
          <a:prstGeom prst="rect">
            <a:avLst/>
          </a:prstGeom>
          <a:noFill/>
          <a:ln>
            <a:noFill/>
          </a:ln>
        </p:spPr>
        <p:txBody>
          <a:bodyPr spcFirstLastPara="1" wrap="square" lIns="0" tIns="0" rIns="0" bIns="0" anchor="t" anchorCtr="0">
            <a:noAutofit/>
          </a:bodyPr>
          <a:lstStyle>
            <a:lvl1pPr lvl="0" algn="l">
              <a:spcBef>
                <a:spcPts val="0"/>
              </a:spcBef>
              <a:spcAft>
                <a:spcPts val="0"/>
              </a:spcAft>
              <a:buClr>
                <a:schemeClr val="accent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09" name="Google Shape;209;p34"/>
          <p:cNvSpPr txBox="1">
            <a:spLocks noGrp="1"/>
          </p:cNvSpPr>
          <p:nvPr>
            <p:ph type="body" idx="1"/>
          </p:nvPr>
        </p:nvSpPr>
        <p:spPr>
          <a:xfrm>
            <a:off x="874713" y="1484313"/>
            <a:ext cx="5195887" cy="4357687"/>
          </a:xfrm>
          <a:prstGeom prst="rect">
            <a:avLst/>
          </a:prstGeom>
          <a:noFill/>
          <a:ln>
            <a:noFill/>
          </a:ln>
        </p:spPr>
        <p:txBody>
          <a:bodyPr spcFirstLastPara="1" wrap="square" lIns="0" tIns="0" rIns="0" bIns="0" anchor="t" anchorCtr="0">
            <a:noAutofit/>
          </a:bodyPr>
          <a:lstStyle>
            <a:lvl1pPr marL="457200" lvl="0" indent="-228600" algn="l">
              <a:spcBef>
                <a:spcPts val="600"/>
              </a:spcBef>
              <a:spcAft>
                <a:spcPts val="0"/>
              </a:spcAft>
              <a:buClr>
                <a:schemeClr val="accent1"/>
              </a:buClr>
              <a:buSzPts val="1800"/>
              <a:buNone/>
              <a:defRPr/>
            </a:lvl1pPr>
            <a:lvl2pPr marL="914400" lvl="1" indent="-228600" algn="l">
              <a:spcBef>
                <a:spcPts val="600"/>
              </a:spcBef>
              <a:spcAft>
                <a:spcPts val="0"/>
              </a:spcAft>
              <a:buClr>
                <a:schemeClr val="accent1"/>
              </a:buClr>
              <a:buSzPts val="1800"/>
              <a:buNone/>
              <a:defRPr/>
            </a:lvl2pPr>
            <a:lvl3pPr marL="1371600" lvl="2" indent="-342900" algn="l">
              <a:spcBef>
                <a:spcPts val="0"/>
              </a:spcBef>
              <a:spcAft>
                <a:spcPts val="0"/>
              </a:spcAft>
              <a:buClr>
                <a:schemeClr val="accent1"/>
              </a:buClr>
              <a:buSzPts val="1800"/>
              <a:buChar char="—"/>
              <a:defRPr/>
            </a:lvl3pPr>
            <a:lvl4pPr marL="1828800" lvl="3" indent="-342900" algn="l">
              <a:spcBef>
                <a:spcPts val="0"/>
              </a:spcBef>
              <a:spcAft>
                <a:spcPts val="0"/>
              </a:spcAft>
              <a:buClr>
                <a:schemeClr val="accent1"/>
              </a:buClr>
              <a:buSzPts val="1800"/>
              <a:buChar char="–"/>
              <a:defRPr/>
            </a:lvl4pPr>
            <a:lvl5pPr marL="2286000" lvl="4" indent="-228600" algn="l">
              <a:spcBef>
                <a:spcPts val="600"/>
              </a:spcBef>
              <a:spcAft>
                <a:spcPts val="0"/>
              </a:spcAft>
              <a:buClr>
                <a:schemeClr val="accent1"/>
              </a:buClr>
              <a:buSzPts val="1800"/>
              <a:buNone/>
              <a:defRPr/>
            </a:lvl5pPr>
            <a:lvl6pPr marL="2743200" lvl="5" indent="-228600" algn="l">
              <a:lnSpc>
                <a:spcPct val="100000"/>
              </a:lnSpc>
              <a:spcBef>
                <a:spcPts val="600"/>
              </a:spcBef>
              <a:spcAft>
                <a:spcPts val="0"/>
              </a:spcAft>
              <a:buClr>
                <a:schemeClr val="accent1"/>
              </a:buClr>
              <a:buSzPts val="1800"/>
              <a:buNone/>
              <a:defRPr/>
            </a:lvl6pPr>
            <a:lvl7pPr marL="3200400" lvl="6" indent="-342900" algn="l">
              <a:lnSpc>
                <a:spcPct val="100000"/>
              </a:lnSpc>
              <a:spcBef>
                <a:spcPts val="0"/>
              </a:spcBef>
              <a:spcAft>
                <a:spcPts val="0"/>
              </a:spcAft>
              <a:buClr>
                <a:schemeClr val="accent1"/>
              </a:buClr>
              <a:buSzPts val="1800"/>
              <a:buChar char="—"/>
              <a:defRPr/>
            </a:lvl7pPr>
            <a:lvl8pPr marL="3657600" lvl="7" indent="-342900" algn="l">
              <a:lnSpc>
                <a:spcPct val="100000"/>
              </a:lnSpc>
              <a:spcBef>
                <a:spcPts val="0"/>
              </a:spcBef>
              <a:spcAft>
                <a:spcPts val="0"/>
              </a:spcAft>
              <a:buClr>
                <a:schemeClr val="accent1"/>
              </a:buClr>
              <a:buSzPts val="1800"/>
              <a:buChar char="–"/>
              <a:defRPr/>
            </a:lvl8pPr>
            <a:lvl9pPr marL="4114800" lvl="8" indent="-342900" algn="l">
              <a:lnSpc>
                <a:spcPct val="100000"/>
              </a:lnSpc>
              <a:spcBef>
                <a:spcPts val="0"/>
              </a:spcBef>
              <a:spcAft>
                <a:spcPts val="0"/>
              </a:spcAft>
              <a:buClr>
                <a:schemeClr val="accent1"/>
              </a:buClr>
              <a:buSzPts val="1800"/>
              <a:buChar char="▪"/>
              <a:defRPr/>
            </a:lvl9pPr>
          </a:lstStyle>
          <a:p>
            <a:endParaRPr/>
          </a:p>
        </p:txBody>
      </p:sp>
      <p:sp>
        <p:nvSpPr>
          <p:cNvPr id="210" name="Google Shape;210;p34"/>
          <p:cNvSpPr txBox="1">
            <a:spLocks noGrp="1"/>
          </p:cNvSpPr>
          <p:nvPr>
            <p:ph type="body" idx="2"/>
          </p:nvPr>
        </p:nvSpPr>
        <p:spPr>
          <a:xfrm>
            <a:off x="6273895" y="1486586"/>
            <a:ext cx="5195887" cy="4357687"/>
          </a:xfrm>
          <a:prstGeom prst="rect">
            <a:avLst/>
          </a:prstGeom>
          <a:noFill/>
          <a:ln>
            <a:noFill/>
          </a:ln>
        </p:spPr>
        <p:txBody>
          <a:bodyPr spcFirstLastPara="1" wrap="square" lIns="0" tIns="0" rIns="0" bIns="0" anchor="t" anchorCtr="0">
            <a:noAutofit/>
          </a:bodyPr>
          <a:lstStyle>
            <a:lvl1pPr marL="457200" lvl="0" indent="-228600" algn="l">
              <a:spcBef>
                <a:spcPts val="600"/>
              </a:spcBef>
              <a:spcAft>
                <a:spcPts val="0"/>
              </a:spcAft>
              <a:buClr>
                <a:schemeClr val="accent1"/>
              </a:buClr>
              <a:buSzPts val="1800"/>
              <a:buNone/>
              <a:defRPr/>
            </a:lvl1pPr>
            <a:lvl2pPr marL="914400" lvl="1" indent="-228600" algn="l">
              <a:spcBef>
                <a:spcPts val="600"/>
              </a:spcBef>
              <a:spcAft>
                <a:spcPts val="0"/>
              </a:spcAft>
              <a:buClr>
                <a:schemeClr val="accent1"/>
              </a:buClr>
              <a:buSzPts val="1800"/>
              <a:buNone/>
              <a:defRPr/>
            </a:lvl2pPr>
            <a:lvl3pPr marL="1371600" lvl="2" indent="-342900" algn="l">
              <a:spcBef>
                <a:spcPts val="0"/>
              </a:spcBef>
              <a:spcAft>
                <a:spcPts val="0"/>
              </a:spcAft>
              <a:buClr>
                <a:schemeClr val="accent1"/>
              </a:buClr>
              <a:buSzPts val="1800"/>
              <a:buChar char="—"/>
              <a:defRPr/>
            </a:lvl3pPr>
            <a:lvl4pPr marL="1828800" lvl="3" indent="-342900" algn="l">
              <a:spcBef>
                <a:spcPts val="0"/>
              </a:spcBef>
              <a:spcAft>
                <a:spcPts val="0"/>
              </a:spcAft>
              <a:buClr>
                <a:schemeClr val="accent1"/>
              </a:buClr>
              <a:buSzPts val="1800"/>
              <a:buChar char="–"/>
              <a:defRPr/>
            </a:lvl4pPr>
            <a:lvl5pPr marL="2286000" lvl="4" indent="-228600" algn="l">
              <a:spcBef>
                <a:spcPts val="600"/>
              </a:spcBef>
              <a:spcAft>
                <a:spcPts val="0"/>
              </a:spcAft>
              <a:buClr>
                <a:schemeClr val="accent1"/>
              </a:buClr>
              <a:buSzPts val="1800"/>
              <a:buNone/>
              <a:defRPr/>
            </a:lvl5pPr>
            <a:lvl6pPr marL="2743200" lvl="5" indent="-228600" algn="l">
              <a:lnSpc>
                <a:spcPct val="100000"/>
              </a:lnSpc>
              <a:spcBef>
                <a:spcPts val="600"/>
              </a:spcBef>
              <a:spcAft>
                <a:spcPts val="0"/>
              </a:spcAft>
              <a:buClr>
                <a:schemeClr val="accent1"/>
              </a:buClr>
              <a:buSzPts val="1800"/>
              <a:buNone/>
              <a:defRPr/>
            </a:lvl6pPr>
            <a:lvl7pPr marL="3200400" lvl="6" indent="-342900" algn="l">
              <a:lnSpc>
                <a:spcPct val="100000"/>
              </a:lnSpc>
              <a:spcBef>
                <a:spcPts val="0"/>
              </a:spcBef>
              <a:spcAft>
                <a:spcPts val="0"/>
              </a:spcAft>
              <a:buClr>
                <a:schemeClr val="accent1"/>
              </a:buClr>
              <a:buSzPts val="1800"/>
              <a:buChar char="—"/>
              <a:defRPr/>
            </a:lvl7pPr>
            <a:lvl8pPr marL="3657600" lvl="7" indent="-342900" algn="l">
              <a:lnSpc>
                <a:spcPct val="100000"/>
              </a:lnSpc>
              <a:spcBef>
                <a:spcPts val="0"/>
              </a:spcBef>
              <a:spcAft>
                <a:spcPts val="0"/>
              </a:spcAft>
              <a:buClr>
                <a:schemeClr val="accent1"/>
              </a:buClr>
              <a:buSzPts val="1800"/>
              <a:buChar char="–"/>
              <a:defRPr/>
            </a:lvl8pPr>
            <a:lvl9pPr marL="4114800" lvl="8" indent="-342900" algn="l">
              <a:lnSpc>
                <a:spcPct val="100000"/>
              </a:lnSpc>
              <a:spcBef>
                <a:spcPts val="0"/>
              </a:spcBef>
              <a:spcAft>
                <a:spcPts val="0"/>
              </a:spcAft>
              <a:buClr>
                <a:schemeClr val="accent1"/>
              </a:buClr>
              <a:buSzPts val="1800"/>
              <a:buChar char="▪"/>
              <a:defRPr/>
            </a:lvl9pPr>
          </a:lstStyle>
          <a:p>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6_Titel und 18 Bilder">
  <p:cSld name="6_Titel und 18 Bilder">
    <p:spTree>
      <p:nvGrpSpPr>
        <p:cNvPr id="1" name="Shape 211"/>
        <p:cNvGrpSpPr/>
        <p:nvPr/>
      </p:nvGrpSpPr>
      <p:grpSpPr>
        <a:xfrm>
          <a:off x="0" y="0"/>
          <a:ext cx="0" cy="0"/>
          <a:chOff x="0" y="0"/>
          <a:chExt cx="0" cy="0"/>
        </a:xfrm>
      </p:grpSpPr>
      <p:sp>
        <p:nvSpPr>
          <p:cNvPr id="212" name="Google Shape;212;p35"/>
          <p:cNvSpPr txBox="1">
            <a:spLocks noGrp="1"/>
          </p:cNvSpPr>
          <p:nvPr>
            <p:ph type="title"/>
          </p:nvPr>
        </p:nvSpPr>
        <p:spPr>
          <a:xfrm>
            <a:off x="874712" y="346076"/>
            <a:ext cx="10580687" cy="509588"/>
          </a:xfrm>
          <a:prstGeom prst="rect">
            <a:avLst/>
          </a:prstGeom>
          <a:noFill/>
          <a:ln>
            <a:noFill/>
          </a:ln>
        </p:spPr>
        <p:txBody>
          <a:bodyPr spcFirstLastPara="1" wrap="square" lIns="0" tIns="0" rIns="0" bIns="0" anchor="t" anchorCtr="0">
            <a:noAutofit/>
          </a:bodyPr>
          <a:lstStyle>
            <a:lvl1pPr lvl="0" algn="l">
              <a:spcBef>
                <a:spcPts val="0"/>
              </a:spcBef>
              <a:spcAft>
                <a:spcPts val="0"/>
              </a:spcAft>
              <a:buClr>
                <a:schemeClr val="accent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13" name="Google Shape;213;p35"/>
          <p:cNvSpPr>
            <a:spLocks noGrp="1"/>
          </p:cNvSpPr>
          <p:nvPr>
            <p:ph type="pic" idx="2"/>
          </p:nvPr>
        </p:nvSpPr>
        <p:spPr>
          <a:xfrm>
            <a:off x="879785" y="1039484"/>
            <a:ext cx="1566000" cy="1566000"/>
          </a:xfrm>
          <a:prstGeom prst="rect">
            <a:avLst/>
          </a:prstGeom>
          <a:solidFill>
            <a:srgbClr val="F2F2F2"/>
          </a:solidFill>
          <a:ln>
            <a:noFill/>
          </a:ln>
        </p:spPr>
      </p:sp>
      <p:sp>
        <p:nvSpPr>
          <p:cNvPr id="214" name="Google Shape;214;p35"/>
          <p:cNvSpPr>
            <a:spLocks noGrp="1"/>
          </p:cNvSpPr>
          <p:nvPr>
            <p:ph type="pic" idx="3"/>
          </p:nvPr>
        </p:nvSpPr>
        <p:spPr>
          <a:xfrm>
            <a:off x="2579023" y="1039484"/>
            <a:ext cx="1566000" cy="1566000"/>
          </a:xfrm>
          <a:prstGeom prst="rect">
            <a:avLst/>
          </a:prstGeom>
          <a:solidFill>
            <a:srgbClr val="F2F2F2"/>
          </a:solidFill>
          <a:ln>
            <a:noFill/>
          </a:ln>
        </p:spPr>
      </p:sp>
      <p:sp>
        <p:nvSpPr>
          <p:cNvPr id="215" name="Google Shape;215;p35"/>
          <p:cNvSpPr>
            <a:spLocks noGrp="1"/>
          </p:cNvSpPr>
          <p:nvPr>
            <p:ph type="pic" idx="4"/>
          </p:nvPr>
        </p:nvSpPr>
        <p:spPr>
          <a:xfrm>
            <a:off x="4278261" y="1039484"/>
            <a:ext cx="1566000" cy="1566000"/>
          </a:xfrm>
          <a:prstGeom prst="rect">
            <a:avLst/>
          </a:prstGeom>
          <a:solidFill>
            <a:srgbClr val="F2F2F2"/>
          </a:solidFill>
          <a:ln>
            <a:noFill/>
          </a:ln>
        </p:spPr>
      </p:sp>
      <p:sp>
        <p:nvSpPr>
          <p:cNvPr id="216" name="Google Shape;216;p35"/>
          <p:cNvSpPr>
            <a:spLocks noGrp="1"/>
          </p:cNvSpPr>
          <p:nvPr>
            <p:ph type="pic" idx="5"/>
          </p:nvPr>
        </p:nvSpPr>
        <p:spPr>
          <a:xfrm>
            <a:off x="5977499" y="1039484"/>
            <a:ext cx="1566000" cy="1566000"/>
          </a:xfrm>
          <a:prstGeom prst="rect">
            <a:avLst/>
          </a:prstGeom>
          <a:solidFill>
            <a:srgbClr val="F2F2F2"/>
          </a:solidFill>
          <a:ln>
            <a:noFill/>
          </a:ln>
        </p:spPr>
      </p:sp>
      <p:sp>
        <p:nvSpPr>
          <p:cNvPr id="217" name="Google Shape;217;p35"/>
          <p:cNvSpPr>
            <a:spLocks noGrp="1"/>
          </p:cNvSpPr>
          <p:nvPr>
            <p:ph type="pic" idx="6"/>
          </p:nvPr>
        </p:nvSpPr>
        <p:spPr>
          <a:xfrm>
            <a:off x="7676735" y="1037468"/>
            <a:ext cx="1566000" cy="1566000"/>
          </a:xfrm>
          <a:prstGeom prst="rect">
            <a:avLst/>
          </a:prstGeom>
          <a:solidFill>
            <a:srgbClr val="F2F2F2"/>
          </a:solidFill>
          <a:ln>
            <a:noFill/>
          </a:ln>
        </p:spPr>
      </p:sp>
      <p:sp>
        <p:nvSpPr>
          <p:cNvPr id="218" name="Google Shape;218;p35"/>
          <p:cNvSpPr>
            <a:spLocks noGrp="1"/>
          </p:cNvSpPr>
          <p:nvPr>
            <p:ph type="pic" idx="7"/>
          </p:nvPr>
        </p:nvSpPr>
        <p:spPr>
          <a:xfrm>
            <a:off x="887333" y="2749075"/>
            <a:ext cx="1566000" cy="1566000"/>
          </a:xfrm>
          <a:prstGeom prst="rect">
            <a:avLst/>
          </a:prstGeom>
          <a:solidFill>
            <a:srgbClr val="F2F2F2"/>
          </a:solidFill>
          <a:ln>
            <a:noFill/>
          </a:ln>
        </p:spPr>
      </p:sp>
      <p:sp>
        <p:nvSpPr>
          <p:cNvPr id="219" name="Google Shape;219;p35"/>
          <p:cNvSpPr>
            <a:spLocks noGrp="1"/>
          </p:cNvSpPr>
          <p:nvPr>
            <p:ph type="pic" idx="8"/>
          </p:nvPr>
        </p:nvSpPr>
        <p:spPr>
          <a:xfrm>
            <a:off x="2586571" y="2749075"/>
            <a:ext cx="1566000" cy="1566000"/>
          </a:xfrm>
          <a:prstGeom prst="rect">
            <a:avLst/>
          </a:prstGeom>
          <a:solidFill>
            <a:srgbClr val="F2F2F2"/>
          </a:solidFill>
          <a:ln>
            <a:noFill/>
          </a:ln>
        </p:spPr>
      </p:sp>
      <p:sp>
        <p:nvSpPr>
          <p:cNvPr id="220" name="Google Shape;220;p35"/>
          <p:cNvSpPr>
            <a:spLocks noGrp="1"/>
          </p:cNvSpPr>
          <p:nvPr>
            <p:ph type="pic" idx="9"/>
          </p:nvPr>
        </p:nvSpPr>
        <p:spPr>
          <a:xfrm>
            <a:off x="4285809" y="2749075"/>
            <a:ext cx="1566000" cy="1566000"/>
          </a:xfrm>
          <a:prstGeom prst="rect">
            <a:avLst/>
          </a:prstGeom>
          <a:solidFill>
            <a:srgbClr val="F2F2F2"/>
          </a:solidFill>
          <a:ln>
            <a:noFill/>
          </a:ln>
        </p:spPr>
      </p:sp>
      <p:sp>
        <p:nvSpPr>
          <p:cNvPr id="221" name="Google Shape;221;p35"/>
          <p:cNvSpPr>
            <a:spLocks noGrp="1"/>
          </p:cNvSpPr>
          <p:nvPr>
            <p:ph type="pic" idx="13"/>
          </p:nvPr>
        </p:nvSpPr>
        <p:spPr>
          <a:xfrm>
            <a:off x="5985047" y="2749075"/>
            <a:ext cx="1566000" cy="1566000"/>
          </a:xfrm>
          <a:prstGeom prst="rect">
            <a:avLst/>
          </a:prstGeom>
          <a:solidFill>
            <a:srgbClr val="F2F2F2"/>
          </a:solidFill>
          <a:ln>
            <a:noFill/>
          </a:ln>
        </p:spPr>
      </p:sp>
      <p:sp>
        <p:nvSpPr>
          <p:cNvPr id="222" name="Google Shape;222;p35"/>
          <p:cNvSpPr>
            <a:spLocks noGrp="1"/>
          </p:cNvSpPr>
          <p:nvPr>
            <p:ph type="pic" idx="14"/>
          </p:nvPr>
        </p:nvSpPr>
        <p:spPr>
          <a:xfrm>
            <a:off x="7684283" y="2747059"/>
            <a:ext cx="1566000" cy="1566000"/>
          </a:xfrm>
          <a:prstGeom prst="rect">
            <a:avLst/>
          </a:prstGeom>
          <a:solidFill>
            <a:srgbClr val="F2F2F2"/>
          </a:solidFill>
          <a:ln>
            <a:noFill/>
          </a:ln>
        </p:spPr>
      </p:sp>
      <p:sp>
        <p:nvSpPr>
          <p:cNvPr id="223" name="Google Shape;223;p35"/>
          <p:cNvSpPr>
            <a:spLocks noGrp="1"/>
          </p:cNvSpPr>
          <p:nvPr>
            <p:ph type="pic" idx="15"/>
          </p:nvPr>
        </p:nvSpPr>
        <p:spPr>
          <a:xfrm>
            <a:off x="885829" y="4449615"/>
            <a:ext cx="1566000" cy="1566000"/>
          </a:xfrm>
          <a:prstGeom prst="rect">
            <a:avLst/>
          </a:prstGeom>
          <a:solidFill>
            <a:srgbClr val="F2F2F2"/>
          </a:solidFill>
          <a:ln>
            <a:noFill/>
          </a:ln>
        </p:spPr>
      </p:sp>
      <p:sp>
        <p:nvSpPr>
          <p:cNvPr id="224" name="Google Shape;224;p35"/>
          <p:cNvSpPr>
            <a:spLocks noGrp="1"/>
          </p:cNvSpPr>
          <p:nvPr>
            <p:ph type="pic" idx="16"/>
          </p:nvPr>
        </p:nvSpPr>
        <p:spPr>
          <a:xfrm>
            <a:off x="2585067" y="4449615"/>
            <a:ext cx="1566000" cy="1566000"/>
          </a:xfrm>
          <a:prstGeom prst="rect">
            <a:avLst/>
          </a:prstGeom>
          <a:solidFill>
            <a:srgbClr val="F2F2F2"/>
          </a:solidFill>
          <a:ln>
            <a:noFill/>
          </a:ln>
        </p:spPr>
      </p:sp>
      <p:sp>
        <p:nvSpPr>
          <p:cNvPr id="225" name="Google Shape;225;p35"/>
          <p:cNvSpPr>
            <a:spLocks noGrp="1"/>
          </p:cNvSpPr>
          <p:nvPr>
            <p:ph type="pic" idx="17"/>
          </p:nvPr>
        </p:nvSpPr>
        <p:spPr>
          <a:xfrm>
            <a:off x="4284305" y="4449615"/>
            <a:ext cx="1566000" cy="1566000"/>
          </a:xfrm>
          <a:prstGeom prst="rect">
            <a:avLst/>
          </a:prstGeom>
          <a:solidFill>
            <a:srgbClr val="F2F2F2"/>
          </a:solidFill>
          <a:ln>
            <a:noFill/>
          </a:ln>
        </p:spPr>
      </p:sp>
      <p:sp>
        <p:nvSpPr>
          <p:cNvPr id="226" name="Google Shape;226;p35"/>
          <p:cNvSpPr>
            <a:spLocks noGrp="1"/>
          </p:cNvSpPr>
          <p:nvPr>
            <p:ph type="pic" idx="18"/>
          </p:nvPr>
        </p:nvSpPr>
        <p:spPr>
          <a:xfrm>
            <a:off x="5983543" y="4449615"/>
            <a:ext cx="1566000" cy="1566000"/>
          </a:xfrm>
          <a:prstGeom prst="rect">
            <a:avLst/>
          </a:prstGeom>
          <a:solidFill>
            <a:srgbClr val="F2F2F2"/>
          </a:solidFill>
          <a:ln>
            <a:noFill/>
          </a:ln>
        </p:spPr>
      </p:sp>
      <p:sp>
        <p:nvSpPr>
          <p:cNvPr id="227" name="Google Shape;227;p35"/>
          <p:cNvSpPr>
            <a:spLocks noGrp="1"/>
          </p:cNvSpPr>
          <p:nvPr>
            <p:ph type="pic" idx="19"/>
          </p:nvPr>
        </p:nvSpPr>
        <p:spPr>
          <a:xfrm>
            <a:off x="7682779" y="4447599"/>
            <a:ext cx="1566000" cy="1566000"/>
          </a:xfrm>
          <a:prstGeom prst="rect">
            <a:avLst/>
          </a:prstGeom>
          <a:solidFill>
            <a:srgbClr val="F2F2F2"/>
          </a:solidFill>
          <a:ln>
            <a:noFill/>
          </a:ln>
        </p:spPr>
      </p:sp>
      <p:sp>
        <p:nvSpPr>
          <p:cNvPr id="228" name="Google Shape;228;p35"/>
          <p:cNvSpPr>
            <a:spLocks noGrp="1"/>
          </p:cNvSpPr>
          <p:nvPr>
            <p:ph type="pic" idx="20"/>
          </p:nvPr>
        </p:nvSpPr>
        <p:spPr>
          <a:xfrm>
            <a:off x="9385079" y="1037468"/>
            <a:ext cx="1566000" cy="1566000"/>
          </a:xfrm>
          <a:prstGeom prst="rect">
            <a:avLst/>
          </a:prstGeom>
          <a:solidFill>
            <a:srgbClr val="F2F2F2"/>
          </a:solidFill>
          <a:ln>
            <a:noFill/>
          </a:ln>
        </p:spPr>
      </p:sp>
      <p:sp>
        <p:nvSpPr>
          <p:cNvPr id="229" name="Google Shape;229;p35"/>
          <p:cNvSpPr>
            <a:spLocks noGrp="1"/>
          </p:cNvSpPr>
          <p:nvPr>
            <p:ph type="pic" idx="21"/>
          </p:nvPr>
        </p:nvSpPr>
        <p:spPr>
          <a:xfrm>
            <a:off x="9385079" y="2747059"/>
            <a:ext cx="1566000" cy="1566000"/>
          </a:xfrm>
          <a:prstGeom prst="rect">
            <a:avLst/>
          </a:prstGeom>
          <a:solidFill>
            <a:srgbClr val="F2F2F2"/>
          </a:solidFill>
          <a:ln>
            <a:noFill/>
          </a:ln>
        </p:spPr>
      </p:sp>
      <p:sp>
        <p:nvSpPr>
          <p:cNvPr id="230" name="Google Shape;230;p35"/>
          <p:cNvSpPr>
            <a:spLocks noGrp="1"/>
          </p:cNvSpPr>
          <p:nvPr>
            <p:ph type="pic" idx="22"/>
          </p:nvPr>
        </p:nvSpPr>
        <p:spPr>
          <a:xfrm>
            <a:off x="9383575" y="4447599"/>
            <a:ext cx="1566000" cy="1566000"/>
          </a:xfrm>
          <a:prstGeom prst="rect">
            <a:avLst/>
          </a:prstGeom>
          <a:solidFill>
            <a:srgbClr val="F2F2F2"/>
          </a:solidFill>
          <a:ln>
            <a:noFill/>
          </a:ln>
        </p:spPr>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matchingName="6_Titel und 8 Bilder">
  <p:cSld name="6_Titel und 8 Bilder">
    <p:spTree>
      <p:nvGrpSpPr>
        <p:cNvPr id="1" name="Shape 231"/>
        <p:cNvGrpSpPr/>
        <p:nvPr/>
      </p:nvGrpSpPr>
      <p:grpSpPr>
        <a:xfrm>
          <a:off x="0" y="0"/>
          <a:ext cx="0" cy="0"/>
          <a:chOff x="0" y="0"/>
          <a:chExt cx="0" cy="0"/>
        </a:xfrm>
      </p:grpSpPr>
      <p:sp>
        <p:nvSpPr>
          <p:cNvPr id="232" name="Google Shape;232;p36"/>
          <p:cNvSpPr txBox="1">
            <a:spLocks noGrp="1"/>
          </p:cNvSpPr>
          <p:nvPr>
            <p:ph type="title"/>
          </p:nvPr>
        </p:nvSpPr>
        <p:spPr>
          <a:xfrm>
            <a:off x="874712" y="346076"/>
            <a:ext cx="10580687" cy="509588"/>
          </a:xfrm>
          <a:prstGeom prst="rect">
            <a:avLst/>
          </a:prstGeom>
          <a:noFill/>
          <a:ln>
            <a:noFill/>
          </a:ln>
        </p:spPr>
        <p:txBody>
          <a:bodyPr spcFirstLastPara="1" wrap="square" lIns="0" tIns="0" rIns="0" bIns="0" anchor="t" anchorCtr="0">
            <a:noAutofit/>
          </a:bodyPr>
          <a:lstStyle>
            <a:lvl1pPr lvl="0" algn="l">
              <a:spcBef>
                <a:spcPts val="0"/>
              </a:spcBef>
              <a:spcAft>
                <a:spcPts val="0"/>
              </a:spcAft>
              <a:buClr>
                <a:schemeClr val="accent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33" name="Google Shape;233;p36"/>
          <p:cNvSpPr>
            <a:spLocks noGrp="1"/>
          </p:cNvSpPr>
          <p:nvPr>
            <p:ph type="pic" idx="2"/>
          </p:nvPr>
        </p:nvSpPr>
        <p:spPr>
          <a:xfrm>
            <a:off x="879785" y="1030288"/>
            <a:ext cx="2498415" cy="2341891"/>
          </a:xfrm>
          <a:prstGeom prst="rect">
            <a:avLst/>
          </a:prstGeom>
          <a:solidFill>
            <a:srgbClr val="F2F2F2"/>
          </a:solidFill>
          <a:ln>
            <a:noFill/>
          </a:ln>
        </p:spPr>
      </p:sp>
      <p:sp>
        <p:nvSpPr>
          <p:cNvPr id="234" name="Google Shape;234;p36"/>
          <p:cNvSpPr>
            <a:spLocks noGrp="1"/>
          </p:cNvSpPr>
          <p:nvPr>
            <p:ph type="pic" idx="3"/>
          </p:nvPr>
        </p:nvSpPr>
        <p:spPr>
          <a:xfrm>
            <a:off x="3575257" y="1030288"/>
            <a:ext cx="2498415" cy="2341891"/>
          </a:xfrm>
          <a:prstGeom prst="rect">
            <a:avLst/>
          </a:prstGeom>
          <a:solidFill>
            <a:srgbClr val="F2F2F2"/>
          </a:solidFill>
          <a:ln>
            <a:noFill/>
          </a:ln>
        </p:spPr>
      </p:sp>
      <p:sp>
        <p:nvSpPr>
          <p:cNvPr id="235" name="Google Shape;235;p36"/>
          <p:cNvSpPr>
            <a:spLocks noGrp="1"/>
          </p:cNvSpPr>
          <p:nvPr>
            <p:ph type="pic" idx="4"/>
          </p:nvPr>
        </p:nvSpPr>
        <p:spPr>
          <a:xfrm>
            <a:off x="6270729" y="1030288"/>
            <a:ext cx="2498415" cy="2341891"/>
          </a:xfrm>
          <a:prstGeom prst="rect">
            <a:avLst/>
          </a:prstGeom>
          <a:solidFill>
            <a:srgbClr val="F2F2F2"/>
          </a:solidFill>
          <a:ln>
            <a:noFill/>
          </a:ln>
        </p:spPr>
      </p:sp>
      <p:sp>
        <p:nvSpPr>
          <p:cNvPr id="236" name="Google Shape;236;p36"/>
          <p:cNvSpPr>
            <a:spLocks noGrp="1"/>
          </p:cNvSpPr>
          <p:nvPr>
            <p:ph type="pic" idx="5"/>
          </p:nvPr>
        </p:nvSpPr>
        <p:spPr>
          <a:xfrm>
            <a:off x="8966200" y="1030288"/>
            <a:ext cx="2498415" cy="2341891"/>
          </a:xfrm>
          <a:prstGeom prst="rect">
            <a:avLst/>
          </a:prstGeom>
          <a:solidFill>
            <a:srgbClr val="F2F2F2"/>
          </a:solidFill>
          <a:ln>
            <a:noFill/>
          </a:ln>
        </p:spPr>
      </p:sp>
      <p:sp>
        <p:nvSpPr>
          <p:cNvPr id="237" name="Google Shape;237;p36"/>
          <p:cNvSpPr>
            <a:spLocks noGrp="1"/>
          </p:cNvSpPr>
          <p:nvPr>
            <p:ph type="pic" idx="6"/>
          </p:nvPr>
        </p:nvSpPr>
        <p:spPr>
          <a:xfrm>
            <a:off x="880142" y="3572347"/>
            <a:ext cx="2498415" cy="2341891"/>
          </a:xfrm>
          <a:prstGeom prst="rect">
            <a:avLst/>
          </a:prstGeom>
          <a:solidFill>
            <a:srgbClr val="F2F2F2"/>
          </a:solidFill>
          <a:ln>
            <a:noFill/>
          </a:ln>
        </p:spPr>
      </p:sp>
      <p:sp>
        <p:nvSpPr>
          <p:cNvPr id="238" name="Google Shape;238;p36"/>
          <p:cNvSpPr>
            <a:spLocks noGrp="1"/>
          </p:cNvSpPr>
          <p:nvPr>
            <p:ph type="pic" idx="7"/>
          </p:nvPr>
        </p:nvSpPr>
        <p:spPr>
          <a:xfrm>
            <a:off x="3575614" y="3572347"/>
            <a:ext cx="2498415" cy="2341891"/>
          </a:xfrm>
          <a:prstGeom prst="rect">
            <a:avLst/>
          </a:prstGeom>
          <a:solidFill>
            <a:srgbClr val="F2F2F2"/>
          </a:solidFill>
          <a:ln>
            <a:noFill/>
          </a:ln>
        </p:spPr>
      </p:sp>
      <p:sp>
        <p:nvSpPr>
          <p:cNvPr id="239" name="Google Shape;239;p36"/>
          <p:cNvSpPr>
            <a:spLocks noGrp="1"/>
          </p:cNvSpPr>
          <p:nvPr>
            <p:ph type="pic" idx="8"/>
          </p:nvPr>
        </p:nvSpPr>
        <p:spPr>
          <a:xfrm>
            <a:off x="6271086" y="3572347"/>
            <a:ext cx="2498415" cy="2341891"/>
          </a:xfrm>
          <a:prstGeom prst="rect">
            <a:avLst/>
          </a:prstGeom>
          <a:solidFill>
            <a:srgbClr val="F2F2F2"/>
          </a:solidFill>
          <a:ln>
            <a:noFill/>
          </a:ln>
        </p:spPr>
      </p:sp>
      <p:sp>
        <p:nvSpPr>
          <p:cNvPr id="240" name="Google Shape;240;p36"/>
          <p:cNvSpPr>
            <a:spLocks noGrp="1"/>
          </p:cNvSpPr>
          <p:nvPr>
            <p:ph type="pic" idx="9"/>
          </p:nvPr>
        </p:nvSpPr>
        <p:spPr>
          <a:xfrm>
            <a:off x="8966557" y="3572347"/>
            <a:ext cx="2498415" cy="2341891"/>
          </a:xfrm>
          <a:prstGeom prst="rect">
            <a:avLst/>
          </a:prstGeom>
          <a:solidFill>
            <a:srgbClr val="F2F2F2"/>
          </a:solidFill>
          <a:ln>
            <a:noFill/>
          </a:ln>
        </p:spPr>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matchingName="6_Titel und 6 Bilder_">
  <p:cSld name="6_Titel und 6 Bilder_">
    <p:spTree>
      <p:nvGrpSpPr>
        <p:cNvPr id="1" name="Shape 241"/>
        <p:cNvGrpSpPr/>
        <p:nvPr/>
      </p:nvGrpSpPr>
      <p:grpSpPr>
        <a:xfrm>
          <a:off x="0" y="0"/>
          <a:ext cx="0" cy="0"/>
          <a:chOff x="0" y="0"/>
          <a:chExt cx="0" cy="0"/>
        </a:xfrm>
      </p:grpSpPr>
      <p:sp>
        <p:nvSpPr>
          <p:cNvPr id="242" name="Google Shape;242;p37"/>
          <p:cNvSpPr txBox="1">
            <a:spLocks noGrp="1"/>
          </p:cNvSpPr>
          <p:nvPr>
            <p:ph type="title"/>
          </p:nvPr>
        </p:nvSpPr>
        <p:spPr>
          <a:xfrm>
            <a:off x="874712" y="346076"/>
            <a:ext cx="10580687" cy="509588"/>
          </a:xfrm>
          <a:prstGeom prst="rect">
            <a:avLst/>
          </a:prstGeom>
          <a:noFill/>
          <a:ln>
            <a:noFill/>
          </a:ln>
        </p:spPr>
        <p:txBody>
          <a:bodyPr spcFirstLastPara="1" wrap="square" lIns="0" tIns="0" rIns="0" bIns="0" anchor="t" anchorCtr="0">
            <a:noAutofit/>
          </a:bodyPr>
          <a:lstStyle>
            <a:lvl1pPr lvl="0" algn="l">
              <a:spcBef>
                <a:spcPts val="0"/>
              </a:spcBef>
              <a:spcAft>
                <a:spcPts val="0"/>
              </a:spcAft>
              <a:buClr>
                <a:schemeClr val="accent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43" name="Google Shape;243;p37"/>
          <p:cNvSpPr>
            <a:spLocks noGrp="1"/>
          </p:cNvSpPr>
          <p:nvPr>
            <p:ph type="pic" idx="2"/>
          </p:nvPr>
        </p:nvSpPr>
        <p:spPr>
          <a:xfrm>
            <a:off x="9703" y="1057584"/>
            <a:ext cx="4050000" cy="2520000"/>
          </a:xfrm>
          <a:prstGeom prst="rect">
            <a:avLst/>
          </a:prstGeom>
          <a:solidFill>
            <a:srgbClr val="F2F2F2"/>
          </a:solidFill>
          <a:ln>
            <a:noFill/>
          </a:ln>
        </p:spPr>
      </p:sp>
      <p:sp>
        <p:nvSpPr>
          <p:cNvPr id="244" name="Google Shape;244;p37"/>
          <p:cNvSpPr>
            <a:spLocks noGrp="1"/>
          </p:cNvSpPr>
          <p:nvPr>
            <p:ph type="pic" idx="3"/>
          </p:nvPr>
        </p:nvSpPr>
        <p:spPr>
          <a:xfrm>
            <a:off x="4081331" y="1057584"/>
            <a:ext cx="4050000" cy="2520000"/>
          </a:xfrm>
          <a:prstGeom prst="rect">
            <a:avLst/>
          </a:prstGeom>
          <a:solidFill>
            <a:srgbClr val="F2F2F2"/>
          </a:solidFill>
          <a:ln>
            <a:noFill/>
          </a:ln>
        </p:spPr>
      </p:sp>
      <p:sp>
        <p:nvSpPr>
          <p:cNvPr id="245" name="Google Shape;245;p37"/>
          <p:cNvSpPr>
            <a:spLocks noGrp="1"/>
          </p:cNvSpPr>
          <p:nvPr>
            <p:ph type="pic" idx="4"/>
          </p:nvPr>
        </p:nvSpPr>
        <p:spPr>
          <a:xfrm>
            <a:off x="8152960" y="1057584"/>
            <a:ext cx="4050000" cy="2520000"/>
          </a:xfrm>
          <a:prstGeom prst="rect">
            <a:avLst/>
          </a:prstGeom>
          <a:solidFill>
            <a:srgbClr val="F2F2F2"/>
          </a:solidFill>
          <a:ln>
            <a:noFill/>
          </a:ln>
        </p:spPr>
      </p:sp>
      <p:sp>
        <p:nvSpPr>
          <p:cNvPr id="246" name="Google Shape;246;p37"/>
          <p:cNvSpPr>
            <a:spLocks noGrp="1"/>
          </p:cNvSpPr>
          <p:nvPr>
            <p:ph type="pic" idx="5"/>
          </p:nvPr>
        </p:nvSpPr>
        <p:spPr>
          <a:xfrm>
            <a:off x="5151" y="3602514"/>
            <a:ext cx="4050000" cy="2520000"/>
          </a:xfrm>
          <a:prstGeom prst="rect">
            <a:avLst/>
          </a:prstGeom>
          <a:solidFill>
            <a:srgbClr val="F2F2F2"/>
          </a:solidFill>
          <a:ln>
            <a:noFill/>
          </a:ln>
        </p:spPr>
      </p:sp>
      <p:sp>
        <p:nvSpPr>
          <p:cNvPr id="247" name="Google Shape;247;p37"/>
          <p:cNvSpPr>
            <a:spLocks noGrp="1"/>
          </p:cNvSpPr>
          <p:nvPr>
            <p:ph type="pic" idx="6"/>
          </p:nvPr>
        </p:nvSpPr>
        <p:spPr>
          <a:xfrm>
            <a:off x="4076779" y="3602514"/>
            <a:ext cx="4050000" cy="2520000"/>
          </a:xfrm>
          <a:prstGeom prst="rect">
            <a:avLst/>
          </a:prstGeom>
          <a:solidFill>
            <a:srgbClr val="F2F2F2"/>
          </a:solidFill>
          <a:ln>
            <a:noFill/>
          </a:ln>
        </p:spPr>
      </p:sp>
      <p:sp>
        <p:nvSpPr>
          <p:cNvPr id="248" name="Google Shape;248;p37"/>
          <p:cNvSpPr>
            <a:spLocks noGrp="1"/>
          </p:cNvSpPr>
          <p:nvPr>
            <p:ph type="pic" idx="7"/>
          </p:nvPr>
        </p:nvSpPr>
        <p:spPr>
          <a:xfrm>
            <a:off x="8148408" y="3602514"/>
            <a:ext cx="4050000" cy="2520000"/>
          </a:xfrm>
          <a:prstGeom prst="rect">
            <a:avLst/>
          </a:prstGeom>
          <a:solidFill>
            <a:srgbClr val="F2F2F2"/>
          </a:solidFill>
          <a:ln>
            <a:noFill/>
          </a:ln>
        </p:spPr>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matchingName="2_Nur Titel">
  <p:cSld name="2_Nur Titel">
    <p:spTree>
      <p:nvGrpSpPr>
        <p:cNvPr id="1" name="Shape 249"/>
        <p:cNvGrpSpPr/>
        <p:nvPr/>
      </p:nvGrpSpPr>
      <p:grpSpPr>
        <a:xfrm>
          <a:off x="0" y="0"/>
          <a:ext cx="0" cy="0"/>
          <a:chOff x="0" y="0"/>
          <a:chExt cx="0" cy="0"/>
        </a:xfrm>
      </p:grpSpPr>
      <p:sp>
        <p:nvSpPr>
          <p:cNvPr id="250" name="Google Shape;250;p38"/>
          <p:cNvSpPr txBox="1">
            <a:spLocks noGrp="1"/>
          </p:cNvSpPr>
          <p:nvPr>
            <p:ph type="title"/>
          </p:nvPr>
        </p:nvSpPr>
        <p:spPr>
          <a:xfrm>
            <a:off x="874712" y="346076"/>
            <a:ext cx="10580687" cy="509588"/>
          </a:xfrm>
          <a:prstGeom prst="rect">
            <a:avLst/>
          </a:prstGeom>
          <a:noFill/>
          <a:ln>
            <a:noFill/>
          </a:ln>
        </p:spPr>
        <p:txBody>
          <a:bodyPr spcFirstLastPara="1" wrap="square" lIns="0" tIns="0" rIns="0" bIns="0" anchor="t" anchorCtr="0">
            <a:noAutofit/>
          </a:bodyPr>
          <a:lstStyle>
            <a:lvl1pPr lvl="0" algn="l">
              <a:spcBef>
                <a:spcPts val="0"/>
              </a:spcBef>
              <a:spcAft>
                <a:spcPts val="0"/>
              </a:spcAft>
              <a:buClr>
                <a:schemeClr val="accent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matchingName="1_Nur Titel">
  <p:cSld name="1_Nur Titel">
    <p:spTree>
      <p:nvGrpSpPr>
        <p:cNvPr id="1" name="Shape 251"/>
        <p:cNvGrpSpPr/>
        <p:nvPr/>
      </p:nvGrpSpPr>
      <p:grpSpPr>
        <a:xfrm>
          <a:off x="0" y="0"/>
          <a:ext cx="0" cy="0"/>
          <a:chOff x="0" y="0"/>
          <a:chExt cx="0" cy="0"/>
        </a:xfrm>
      </p:grpSpPr>
      <p:sp>
        <p:nvSpPr>
          <p:cNvPr id="252" name="Google Shape;252;p39"/>
          <p:cNvSpPr txBox="1">
            <a:spLocks noGrp="1"/>
          </p:cNvSpPr>
          <p:nvPr>
            <p:ph type="title"/>
          </p:nvPr>
        </p:nvSpPr>
        <p:spPr>
          <a:xfrm>
            <a:off x="874712" y="346076"/>
            <a:ext cx="10580687" cy="509588"/>
          </a:xfrm>
          <a:prstGeom prst="rect">
            <a:avLst/>
          </a:prstGeom>
          <a:noFill/>
          <a:ln>
            <a:noFill/>
          </a:ln>
        </p:spPr>
        <p:txBody>
          <a:bodyPr spcFirstLastPara="1" wrap="square" lIns="0" tIns="0" rIns="0" bIns="0" anchor="t" anchorCtr="0">
            <a:noAutofit/>
          </a:bodyPr>
          <a:lstStyle>
            <a:lvl1pPr lvl="0" algn="l">
              <a:spcBef>
                <a:spcPts val="0"/>
              </a:spcBef>
              <a:spcAft>
                <a:spcPts val="0"/>
              </a:spcAft>
              <a:buClr>
                <a:schemeClr val="accent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53" name="Google Shape;253;p39"/>
          <p:cNvSpPr>
            <a:spLocks noGrp="1"/>
          </p:cNvSpPr>
          <p:nvPr>
            <p:ph type="pic" idx="2"/>
          </p:nvPr>
        </p:nvSpPr>
        <p:spPr>
          <a:xfrm>
            <a:off x="0" y="1030288"/>
            <a:ext cx="12192000" cy="5099050"/>
          </a:xfrm>
          <a:prstGeom prst="rect">
            <a:avLst/>
          </a:prstGeom>
          <a:noFill/>
          <a:ln>
            <a:noFill/>
          </a:ln>
        </p:spPr>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matchingName="Leer">
  <p:cSld name="Leer">
    <p:spTree>
      <p:nvGrpSpPr>
        <p:cNvPr id="1" name="Shape 254"/>
        <p:cNvGrpSpPr/>
        <p:nvPr/>
      </p:nvGrpSpPr>
      <p:grpSpPr>
        <a:xfrm>
          <a:off x="0" y="0"/>
          <a:ext cx="0" cy="0"/>
          <a:chOff x="0" y="0"/>
          <a:chExt cx="0" cy="0"/>
        </a:xfrm>
      </p:grpSpPr>
      <p:sp>
        <p:nvSpPr>
          <p:cNvPr id="255" name="Google Shape;255;p40"/>
          <p:cNvSpPr>
            <a:spLocks noGrp="1"/>
          </p:cNvSpPr>
          <p:nvPr>
            <p:ph type="pic" idx="2"/>
          </p:nvPr>
        </p:nvSpPr>
        <p:spPr>
          <a:xfrm>
            <a:off x="0" y="6"/>
            <a:ext cx="12192000" cy="6129331"/>
          </a:xfrm>
          <a:prstGeom prst="rect">
            <a:avLst/>
          </a:prstGeom>
          <a:noFill/>
          <a:ln>
            <a:noFill/>
          </a:ln>
        </p:spPr>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matchingName="Benutzerdefiniertes Layout">
  <p:cSld name="Benutzerdefiniertes Layout">
    <p:spTree>
      <p:nvGrpSpPr>
        <p:cNvPr id="1" name="Shape 256"/>
        <p:cNvGrpSpPr/>
        <p:nvPr/>
      </p:nvGrpSpPr>
      <p:grpSpPr>
        <a:xfrm>
          <a:off x="0" y="0"/>
          <a:ext cx="0" cy="0"/>
          <a:chOff x="0" y="0"/>
          <a:chExt cx="0" cy="0"/>
        </a:xfrm>
      </p:grpSpPr>
      <p:sp>
        <p:nvSpPr>
          <p:cNvPr id="257" name="Google Shape;257;p41"/>
          <p:cNvSpPr/>
          <p:nvPr/>
        </p:nvSpPr>
        <p:spPr>
          <a:xfrm>
            <a:off x="0" y="2"/>
            <a:ext cx="12192000" cy="6129336"/>
          </a:xfrm>
          <a:prstGeom prst="rect">
            <a:avLst/>
          </a:prstGeom>
          <a:gradFill>
            <a:gsLst>
              <a:gs pos="0">
                <a:schemeClr val="accent2"/>
              </a:gs>
              <a:gs pos="14000">
                <a:schemeClr val="accent2"/>
              </a:gs>
              <a:gs pos="100000">
                <a:schemeClr val="accent1"/>
              </a:gs>
            </a:gsLst>
            <a:lin ang="150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Open Sans"/>
              <a:ea typeface="Open Sans"/>
              <a:cs typeface="Open Sans"/>
              <a:sym typeface="Open Sans"/>
            </a:endParaRPr>
          </a:p>
        </p:txBody>
      </p:sp>
      <p:sp>
        <p:nvSpPr>
          <p:cNvPr id="258" name="Google Shape;258;p41"/>
          <p:cNvSpPr txBox="1">
            <a:spLocks noGrp="1"/>
          </p:cNvSpPr>
          <p:nvPr>
            <p:ph type="title"/>
          </p:nvPr>
        </p:nvSpPr>
        <p:spPr>
          <a:xfrm>
            <a:off x="882771" y="3835706"/>
            <a:ext cx="3881437" cy="492443"/>
          </a:xfrm>
          <a:prstGeom prst="rect">
            <a:avLst/>
          </a:prstGeom>
          <a:noFill/>
          <a:ln>
            <a:noFill/>
          </a:ln>
        </p:spPr>
        <p:txBody>
          <a:bodyPr spcFirstLastPara="1" wrap="square" lIns="0" tIns="0" rIns="0" bIns="0" anchor="t" anchorCtr="0">
            <a:spAutoFit/>
          </a:bodyPr>
          <a:lstStyle>
            <a:lvl1pPr lvl="0" algn="l">
              <a:spcBef>
                <a:spcPts val="0"/>
              </a:spcBef>
              <a:spcAft>
                <a:spcPts val="0"/>
              </a:spcAft>
              <a:buClr>
                <a:schemeClr val="lt1"/>
              </a:buClr>
              <a:buSzPts val="3200"/>
              <a:buFont typeface="Open Sans"/>
              <a:buNone/>
              <a:defRPr sz="3200" b="1">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59" name="Google Shape;259;p41"/>
          <p:cNvSpPr txBox="1">
            <a:spLocks noGrp="1"/>
          </p:cNvSpPr>
          <p:nvPr>
            <p:ph type="body" idx="1"/>
          </p:nvPr>
        </p:nvSpPr>
        <p:spPr>
          <a:xfrm>
            <a:off x="882770" y="4375609"/>
            <a:ext cx="4694293" cy="492443"/>
          </a:xfrm>
          <a:prstGeom prst="rect">
            <a:avLst/>
          </a:prstGeom>
          <a:noFill/>
          <a:ln>
            <a:noFill/>
          </a:ln>
        </p:spPr>
        <p:txBody>
          <a:bodyPr spcFirstLastPara="1" wrap="square" lIns="0" tIns="0" rIns="0" bIns="0" anchor="t" anchorCtr="0">
            <a:spAutoFit/>
          </a:bodyPr>
          <a:lstStyle>
            <a:lvl1pPr marL="457200" lvl="0" indent="-228600" algn="l">
              <a:spcBef>
                <a:spcPts val="600"/>
              </a:spcBef>
              <a:spcAft>
                <a:spcPts val="0"/>
              </a:spcAft>
              <a:buClr>
                <a:schemeClr val="lt1"/>
              </a:buClr>
              <a:buSzPts val="3200"/>
              <a:buNone/>
              <a:defRPr sz="3200" b="0">
                <a:solidFill>
                  <a:schemeClr val="lt1"/>
                </a:solidFill>
              </a:defRPr>
            </a:lvl1pPr>
            <a:lvl2pPr marL="914400" lvl="1" indent="-228600" algn="l">
              <a:spcBef>
                <a:spcPts val="600"/>
              </a:spcBef>
              <a:spcAft>
                <a:spcPts val="0"/>
              </a:spcAft>
              <a:buClr>
                <a:schemeClr val="accent1"/>
              </a:buClr>
              <a:buSzPts val="1800"/>
              <a:buNone/>
              <a:defRPr/>
            </a:lvl2pPr>
            <a:lvl3pPr marL="1371600" lvl="2" indent="-228600" algn="l">
              <a:spcBef>
                <a:spcPts val="0"/>
              </a:spcBef>
              <a:spcAft>
                <a:spcPts val="0"/>
              </a:spcAft>
              <a:buClr>
                <a:schemeClr val="accent1"/>
              </a:buClr>
              <a:buSzPts val="1600"/>
              <a:buNone/>
              <a:defRPr/>
            </a:lvl3pPr>
            <a:lvl4pPr marL="1828800" lvl="3" indent="-228600" algn="l">
              <a:spcBef>
                <a:spcPts val="0"/>
              </a:spcBef>
              <a:spcAft>
                <a:spcPts val="0"/>
              </a:spcAft>
              <a:buClr>
                <a:schemeClr val="accent1"/>
              </a:buClr>
              <a:buSzPts val="1600"/>
              <a:buNone/>
              <a:defRPr/>
            </a:lvl4pPr>
            <a:lvl5pPr marL="2286000" lvl="4" indent="-228600" algn="l">
              <a:spcBef>
                <a:spcPts val="600"/>
              </a:spcBef>
              <a:spcAft>
                <a:spcPts val="0"/>
              </a:spcAft>
              <a:buClr>
                <a:schemeClr val="accent1"/>
              </a:buClr>
              <a:buSzPts val="1800"/>
              <a:buNone/>
              <a:defRPr/>
            </a:lvl5pPr>
            <a:lvl6pPr marL="2743200" lvl="5" indent="-228600" algn="l">
              <a:lnSpc>
                <a:spcPct val="100000"/>
              </a:lnSpc>
              <a:spcBef>
                <a:spcPts val="600"/>
              </a:spcBef>
              <a:spcAft>
                <a:spcPts val="0"/>
              </a:spcAft>
              <a:buClr>
                <a:schemeClr val="accent1"/>
              </a:buClr>
              <a:buSzPts val="1800"/>
              <a:buNone/>
              <a:defRPr/>
            </a:lvl6pPr>
            <a:lvl7pPr marL="3200400" lvl="6" indent="-342900" algn="l">
              <a:lnSpc>
                <a:spcPct val="100000"/>
              </a:lnSpc>
              <a:spcBef>
                <a:spcPts val="0"/>
              </a:spcBef>
              <a:spcAft>
                <a:spcPts val="0"/>
              </a:spcAft>
              <a:buClr>
                <a:schemeClr val="accent1"/>
              </a:buClr>
              <a:buSzPts val="1800"/>
              <a:buChar char="—"/>
              <a:defRPr/>
            </a:lvl7pPr>
            <a:lvl8pPr marL="3657600" lvl="7" indent="-342900" algn="l">
              <a:lnSpc>
                <a:spcPct val="100000"/>
              </a:lnSpc>
              <a:spcBef>
                <a:spcPts val="0"/>
              </a:spcBef>
              <a:spcAft>
                <a:spcPts val="0"/>
              </a:spcAft>
              <a:buClr>
                <a:schemeClr val="accent1"/>
              </a:buClr>
              <a:buSzPts val="1800"/>
              <a:buChar char="–"/>
              <a:defRPr/>
            </a:lvl8pPr>
            <a:lvl9pPr marL="4114800" lvl="8" indent="-342900" algn="l">
              <a:lnSpc>
                <a:spcPct val="100000"/>
              </a:lnSpc>
              <a:spcBef>
                <a:spcPts val="0"/>
              </a:spcBef>
              <a:spcAft>
                <a:spcPts val="0"/>
              </a:spcAft>
              <a:buClr>
                <a:schemeClr val="accent1"/>
              </a:buClr>
              <a:buSzPts val="1800"/>
              <a:buChar char="▪"/>
              <a:defRPr/>
            </a:lvl9pPr>
          </a:lstStyle>
          <a:p>
            <a:endParaRPr/>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matchingName="1_Benutzerdefiniertes Layout">
  <p:cSld name="1_Benutzerdefiniertes Layout">
    <p:spTree>
      <p:nvGrpSpPr>
        <p:cNvPr id="1" name="Shape 260"/>
        <p:cNvGrpSpPr/>
        <p:nvPr/>
      </p:nvGrpSpPr>
      <p:grpSpPr>
        <a:xfrm>
          <a:off x="0" y="0"/>
          <a:ext cx="0" cy="0"/>
          <a:chOff x="0" y="0"/>
          <a:chExt cx="0" cy="0"/>
        </a:xfrm>
      </p:grpSpPr>
      <p:sp>
        <p:nvSpPr>
          <p:cNvPr id="261" name="Google Shape;261;p42"/>
          <p:cNvSpPr/>
          <p:nvPr/>
        </p:nvSpPr>
        <p:spPr>
          <a:xfrm>
            <a:off x="0" y="2"/>
            <a:ext cx="12192000" cy="6129336"/>
          </a:xfrm>
          <a:prstGeom prst="rect">
            <a:avLst/>
          </a:prstGeom>
          <a:gradFill>
            <a:gsLst>
              <a:gs pos="0">
                <a:schemeClr val="accent2"/>
              </a:gs>
              <a:gs pos="14000">
                <a:schemeClr val="accent2"/>
              </a:gs>
              <a:gs pos="100000">
                <a:schemeClr val="accent1"/>
              </a:gs>
            </a:gsLst>
            <a:lin ang="150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Open Sans"/>
              <a:ea typeface="Open Sans"/>
              <a:cs typeface="Open Sans"/>
              <a:sym typeface="Open Sans"/>
            </a:endParaRPr>
          </a:p>
        </p:txBody>
      </p:sp>
      <p:sp>
        <p:nvSpPr>
          <p:cNvPr id="262" name="Google Shape;262;p42"/>
          <p:cNvSpPr txBox="1">
            <a:spLocks noGrp="1"/>
          </p:cNvSpPr>
          <p:nvPr>
            <p:ph type="title"/>
          </p:nvPr>
        </p:nvSpPr>
        <p:spPr>
          <a:xfrm>
            <a:off x="882771" y="3835706"/>
            <a:ext cx="3941317" cy="492443"/>
          </a:xfrm>
          <a:prstGeom prst="rect">
            <a:avLst/>
          </a:prstGeom>
          <a:solidFill>
            <a:schemeClr val="lt1">
              <a:alpha val="89803"/>
            </a:schemeClr>
          </a:solidFill>
          <a:ln>
            <a:noFill/>
          </a:ln>
        </p:spPr>
        <p:txBody>
          <a:bodyPr spcFirstLastPara="1" wrap="square" lIns="72000" tIns="0" rIns="36000" bIns="0" anchor="t" anchorCtr="0">
            <a:spAutoFit/>
          </a:bodyPr>
          <a:lstStyle>
            <a:lvl1pPr lvl="0" algn="l">
              <a:spcBef>
                <a:spcPts val="0"/>
              </a:spcBef>
              <a:spcAft>
                <a:spcPts val="0"/>
              </a:spcAft>
              <a:buClr>
                <a:schemeClr val="accent1"/>
              </a:buClr>
              <a:buSzPts val="3200"/>
              <a:buFont typeface="Open Sans"/>
              <a:buNone/>
              <a:defRPr sz="3200" b="1">
                <a:solidFill>
                  <a:schemeClr val="accen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63" name="Google Shape;263;p42"/>
          <p:cNvSpPr txBox="1">
            <a:spLocks noGrp="1"/>
          </p:cNvSpPr>
          <p:nvPr>
            <p:ph type="body" idx="1"/>
          </p:nvPr>
        </p:nvSpPr>
        <p:spPr>
          <a:xfrm>
            <a:off x="882770" y="4375609"/>
            <a:ext cx="4803348" cy="492443"/>
          </a:xfrm>
          <a:prstGeom prst="rect">
            <a:avLst/>
          </a:prstGeom>
          <a:solidFill>
            <a:schemeClr val="lt1">
              <a:alpha val="89803"/>
            </a:schemeClr>
          </a:solidFill>
          <a:ln>
            <a:noFill/>
          </a:ln>
        </p:spPr>
        <p:txBody>
          <a:bodyPr spcFirstLastPara="1" wrap="square" lIns="72000" tIns="0" rIns="36000" bIns="0" anchor="t" anchorCtr="0">
            <a:spAutoFit/>
          </a:bodyPr>
          <a:lstStyle>
            <a:lvl1pPr marL="457200" lvl="0" indent="-228600" algn="l">
              <a:spcBef>
                <a:spcPts val="600"/>
              </a:spcBef>
              <a:spcAft>
                <a:spcPts val="0"/>
              </a:spcAft>
              <a:buClr>
                <a:schemeClr val="accent1"/>
              </a:buClr>
              <a:buSzPts val="3200"/>
              <a:buNone/>
              <a:defRPr sz="3200" b="0">
                <a:solidFill>
                  <a:schemeClr val="accent1"/>
                </a:solidFill>
              </a:defRPr>
            </a:lvl1pPr>
            <a:lvl2pPr marL="914400" lvl="1" indent="-228600" algn="l">
              <a:spcBef>
                <a:spcPts val="600"/>
              </a:spcBef>
              <a:spcAft>
                <a:spcPts val="0"/>
              </a:spcAft>
              <a:buClr>
                <a:schemeClr val="accent1"/>
              </a:buClr>
              <a:buSzPts val="1800"/>
              <a:buNone/>
              <a:defRPr/>
            </a:lvl2pPr>
            <a:lvl3pPr marL="1371600" lvl="2" indent="-228600" algn="l">
              <a:spcBef>
                <a:spcPts val="0"/>
              </a:spcBef>
              <a:spcAft>
                <a:spcPts val="0"/>
              </a:spcAft>
              <a:buClr>
                <a:schemeClr val="accent1"/>
              </a:buClr>
              <a:buSzPts val="1600"/>
              <a:buNone/>
              <a:defRPr/>
            </a:lvl3pPr>
            <a:lvl4pPr marL="1828800" lvl="3" indent="-228600" algn="l">
              <a:spcBef>
                <a:spcPts val="0"/>
              </a:spcBef>
              <a:spcAft>
                <a:spcPts val="0"/>
              </a:spcAft>
              <a:buClr>
                <a:schemeClr val="accent1"/>
              </a:buClr>
              <a:buSzPts val="1600"/>
              <a:buNone/>
              <a:defRPr/>
            </a:lvl4pPr>
            <a:lvl5pPr marL="2286000" lvl="4" indent="-228600" algn="l">
              <a:spcBef>
                <a:spcPts val="600"/>
              </a:spcBef>
              <a:spcAft>
                <a:spcPts val="0"/>
              </a:spcAft>
              <a:buClr>
                <a:schemeClr val="accent1"/>
              </a:buClr>
              <a:buSzPts val="1800"/>
              <a:buNone/>
              <a:defRPr/>
            </a:lvl5pPr>
            <a:lvl6pPr marL="2743200" lvl="5" indent="-228600" algn="l">
              <a:lnSpc>
                <a:spcPct val="100000"/>
              </a:lnSpc>
              <a:spcBef>
                <a:spcPts val="600"/>
              </a:spcBef>
              <a:spcAft>
                <a:spcPts val="0"/>
              </a:spcAft>
              <a:buClr>
                <a:schemeClr val="accent1"/>
              </a:buClr>
              <a:buSzPts val="1800"/>
              <a:buNone/>
              <a:defRPr/>
            </a:lvl6pPr>
            <a:lvl7pPr marL="3200400" lvl="6" indent="-342900" algn="l">
              <a:lnSpc>
                <a:spcPct val="100000"/>
              </a:lnSpc>
              <a:spcBef>
                <a:spcPts val="0"/>
              </a:spcBef>
              <a:spcAft>
                <a:spcPts val="0"/>
              </a:spcAft>
              <a:buClr>
                <a:schemeClr val="accent1"/>
              </a:buClr>
              <a:buSzPts val="1800"/>
              <a:buChar char="—"/>
              <a:defRPr/>
            </a:lvl7pPr>
            <a:lvl8pPr marL="3657600" lvl="7" indent="-342900" algn="l">
              <a:lnSpc>
                <a:spcPct val="100000"/>
              </a:lnSpc>
              <a:spcBef>
                <a:spcPts val="0"/>
              </a:spcBef>
              <a:spcAft>
                <a:spcPts val="0"/>
              </a:spcAft>
              <a:buClr>
                <a:schemeClr val="accent1"/>
              </a:buClr>
              <a:buSzPts val="1800"/>
              <a:buChar char="–"/>
              <a:defRPr/>
            </a:lvl8pPr>
            <a:lvl9pPr marL="4114800" lvl="8" indent="-342900" algn="l">
              <a:lnSpc>
                <a:spcPct val="100000"/>
              </a:lnSpc>
              <a:spcBef>
                <a:spcPts val="0"/>
              </a:spcBef>
              <a:spcAft>
                <a:spcPts val="0"/>
              </a:spcAft>
              <a:buClr>
                <a:schemeClr val="accent1"/>
              </a:buClr>
              <a:buSzPts val="1800"/>
              <a:buChar char="▪"/>
              <a:defRPr/>
            </a:lvl9pPr>
          </a:lstStyle>
          <a:p>
            <a:endParaRPr/>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matchingName="2_Benutzerdefiniertes Layout">
  <p:cSld name="2_Benutzerdefiniertes Layout">
    <p:spTree>
      <p:nvGrpSpPr>
        <p:cNvPr id="1" name="Shape 264"/>
        <p:cNvGrpSpPr/>
        <p:nvPr/>
      </p:nvGrpSpPr>
      <p:grpSpPr>
        <a:xfrm>
          <a:off x="0" y="0"/>
          <a:ext cx="0" cy="0"/>
          <a:chOff x="0" y="0"/>
          <a:chExt cx="0" cy="0"/>
        </a:xfrm>
      </p:grpSpPr>
      <p:sp>
        <p:nvSpPr>
          <p:cNvPr id="265" name="Google Shape;265;p43"/>
          <p:cNvSpPr/>
          <p:nvPr/>
        </p:nvSpPr>
        <p:spPr>
          <a:xfrm>
            <a:off x="0" y="2"/>
            <a:ext cx="12192000" cy="6129336"/>
          </a:xfrm>
          <a:prstGeom prst="rect">
            <a:avLst/>
          </a:prstGeom>
          <a:gradFill>
            <a:gsLst>
              <a:gs pos="0">
                <a:schemeClr val="accent5"/>
              </a:gs>
              <a:gs pos="14000">
                <a:schemeClr val="accent5"/>
              </a:gs>
              <a:gs pos="100000">
                <a:schemeClr val="accent4"/>
              </a:gs>
            </a:gsLst>
            <a:lin ang="150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Open Sans"/>
              <a:ea typeface="Open Sans"/>
              <a:cs typeface="Open Sans"/>
              <a:sym typeface="Open Sans"/>
            </a:endParaRPr>
          </a:p>
        </p:txBody>
      </p:sp>
      <p:sp>
        <p:nvSpPr>
          <p:cNvPr id="266" name="Google Shape;266;p43"/>
          <p:cNvSpPr txBox="1">
            <a:spLocks noGrp="1"/>
          </p:cNvSpPr>
          <p:nvPr>
            <p:ph type="title"/>
          </p:nvPr>
        </p:nvSpPr>
        <p:spPr>
          <a:xfrm>
            <a:off x="882771" y="3835706"/>
            <a:ext cx="3881437" cy="492443"/>
          </a:xfrm>
          <a:prstGeom prst="rect">
            <a:avLst/>
          </a:prstGeom>
          <a:noFill/>
          <a:ln>
            <a:noFill/>
          </a:ln>
        </p:spPr>
        <p:txBody>
          <a:bodyPr spcFirstLastPara="1" wrap="square" lIns="0" tIns="0" rIns="0" bIns="0" anchor="t" anchorCtr="0">
            <a:spAutoFit/>
          </a:bodyPr>
          <a:lstStyle>
            <a:lvl1pPr lvl="0" algn="l">
              <a:spcBef>
                <a:spcPts val="0"/>
              </a:spcBef>
              <a:spcAft>
                <a:spcPts val="0"/>
              </a:spcAft>
              <a:buClr>
                <a:schemeClr val="lt1"/>
              </a:buClr>
              <a:buSzPts val="3200"/>
              <a:buFont typeface="Open Sans"/>
              <a:buNone/>
              <a:defRPr sz="3200" b="1">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67" name="Google Shape;267;p43"/>
          <p:cNvSpPr txBox="1">
            <a:spLocks noGrp="1"/>
          </p:cNvSpPr>
          <p:nvPr>
            <p:ph type="body" idx="1"/>
          </p:nvPr>
        </p:nvSpPr>
        <p:spPr>
          <a:xfrm>
            <a:off x="882770" y="4375609"/>
            <a:ext cx="4694293" cy="492443"/>
          </a:xfrm>
          <a:prstGeom prst="rect">
            <a:avLst/>
          </a:prstGeom>
          <a:noFill/>
          <a:ln>
            <a:noFill/>
          </a:ln>
        </p:spPr>
        <p:txBody>
          <a:bodyPr spcFirstLastPara="1" wrap="square" lIns="0" tIns="0" rIns="0" bIns="0" anchor="t" anchorCtr="0">
            <a:spAutoFit/>
          </a:bodyPr>
          <a:lstStyle>
            <a:lvl1pPr marL="457200" lvl="0" indent="-228600" algn="l">
              <a:spcBef>
                <a:spcPts val="600"/>
              </a:spcBef>
              <a:spcAft>
                <a:spcPts val="0"/>
              </a:spcAft>
              <a:buClr>
                <a:schemeClr val="lt1"/>
              </a:buClr>
              <a:buSzPts val="3200"/>
              <a:buNone/>
              <a:defRPr sz="3200" b="0">
                <a:solidFill>
                  <a:schemeClr val="lt1"/>
                </a:solidFill>
              </a:defRPr>
            </a:lvl1pPr>
            <a:lvl2pPr marL="914400" lvl="1" indent="-228600" algn="l">
              <a:spcBef>
                <a:spcPts val="600"/>
              </a:spcBef>
              <a:spcAft>
                <a:spcPts val="0"/>
              </a:spcAft>
              <a:buClr>
                <a:schemeClr val="accent1"/>
              </a:buClr>
              <a:buSzPts val="1800"/>
              <a:buNone/>
              <a:defRPr/>
            </a:lvl2pPr>
            <a:lvl3pPr marL="1371600" lvl="2" indent="-228600" algn="l">
              <a:spcBef>
                <a:spcPts val="0"/>
              </a:spcBef>
              <a:spcAft>
                <a:spcPts val="0"/>
              </a:spcAft>
              <a:buClr>
                <a:schemeClr val="accent1"/>
              </a:buClr>
              <a:buSzPts val="1600"/>
              <a:buNone/>
              <a:defRPr/>
            </a:lvl3pPr>
            <a:lvl4pPr marL="1828800" lvl="3" indent="-228600" algn="l">
              <a:spcBef>
                <a:spcPts val="0"/>
              </a:spcBef>
              <a:spcAft>
                <a:spcPts val="0"/>
              </a:spcAft>
              <a:buClr>
                <a:schemeClr val="accent1"/>
              </a:buClr>
              <a:buSzPts val="1600"/>
              <a:buNone/>
              <a:defRPr/>
            </a:lvl4pPr>
            <a:lvl5pPr marL="2286000" lvl="4" indent="-228600" algn="l">
              <a:spcBef>
                <a:spcPts val="600"/>
              </a:spcBef>
              <a:spcAft>
                <a:spcPts val="0"/>
              </a:spcAft>
              <a:buClr>
                <a:schemeClr val="accent1"/>
              </a:buClr>
              <a:buSzPts val="1800"/>
              <a:buNone/>
              <a:defRPr/>
            </a:lvl5pPr>
            <a:lvl6pPr marL="2743200" lvl="5" indent="-228600" algn="l">
              <a:lnSpc>
                <a:spcPct val="100000"/>
              </a:lnSpc>
              <a:spcBef>
                <a:spcPts val="600"/>
              </a:spcBef>
              <a:spcAft>
                <a:spcPts val="0"/>
              </a:spcAft>
              <a:buClr>
                <a:schemeClr val="accent1"/>
              </a:buClr>
              <a:buSzPts val="1800"/>
              <a:buNone/>
              <a:defRPr/>
            </a:lvl6pPr>
            <a:lvl7pPr marL="3200400" lvl="6" indent="-342900" algn="l">
              <a:lnSpc>
                <a:spcPct val="100000"/>
              </a:lnSpc>
              <a:spcBef>
                <a:spcPts val="0"/>
              </a:spcBef>
              <a:spcAft>
                <a:spcPts val="0"/>
              </a:spcAft>
              <a:buClr>
                <a:schemeClr val="accent1"/>
              </a:buClr>
              <a:buSzPts val="1800"/>
              <a:buChar char="—"/>
              <a:defRPr/>
            </a:lvl7pPr>
            <a:lvl8pPr marL="3657600" lvl="7" indent="-342900" algn="l">
              <a:lnSpc>
                <a:spcPct val="100000"/>
              </a:lnSpc>
              <a:spcBef>
                <a:spcPts val="0"/>
              </a:spcBef>
              <a:spcAft>
                <a:spcPts val="0"/>
              </a:spcAft>
              <a:buClr>
                <a:schemeClr val="accent1"/>
              </a:buClr>
              <a:buSzPts val="1800"/>
              <a:buChar char="–"/>
              <a:defRPr/>
            </a:lvl8pPr>
            <a:lvl9pPr marL="4114800" lvl="8" indent="-342900" algn="l">
              <a:lnSpc>
                <a:spcPct val="100000"/>
              </a:lnSpc>
              <a:spcBef>
                <a:spcPts val="0"/>
              </a:spcBef>
              <a:spcAft>
                <a:spcPts val="0"/>
              </a:spcAft>
              <a:buClr>
                <a:schemeClr val="accent1"/>
              </a:buClr>
              <a:buSzPts val="1800"/>
              <a:buChar char="▪"/>
              <a:defRPr/>
            </a:lvl9pPr>
          </a:lstStyle>
          <a:p>
            <a:endParaRPr/>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matchingName="3_Benutzerdefiniertes Layout">
  <p:cSld name="3_Benutzerdefiniertes Layout">
    <p:spTree>
      <p:nvGrpSpPr>
        <p:cNvPr id="1" name="Shape 268"/>
        <p:cNvGrpSpPr/>
        <p:nvPr/>
      </p:nvGrpSpPr>
      <p:grpSpPr>
        <a:xfrm>
          <a:off x="0" y="0"/>
          <a:ext cx="0" cy="0"/>
          <a:chOff x="0" y="0"/>
          <a:chExt cx="0" cy="0"/>
        </a:xfrm>
      </p:grpSpPr>
      <p:sp>
        <p:nvSpPr>
          <p:cNvPr id="269" name="Google Shape;269;p44"/>
          <p:cNvSpPr>
            <a:spLocks noGrp="1"/>
          </p:cNvSpPr>
          <p:nvPr>
            <p:ph type="pic" idx="2"/>
          </p:nvPr>
        </p:nvSpPr>
        <p:spPr>
          <a:xfrm>
            <a:off x="0" y="0"/>
            <a:ext cx="12192000" cy="6129338"/>
          </a:xfrm>
          <a:prstGeom prst="rect">
            <a:avLst/>
          </a:prstGeom>
          <a:solidFill>
            <a:srgbClr val="F2F2F2"/>
          </a:solidFill>
          <a:ln>
            <a:noFill/>
          </a:ln>
        </p:spPr>
      </p:sp>
      <p:sp>
        <p:nvSpPr>
          <p:cNvPr id="270" name="Google Shape;270;p44"/>
          <p:cNvSpPr txBox="1">
            <a:spLocks noGrp="1"/>
          </p:cNvSpPr>
          <p:nvPr>
            <p:ph type="title"/>
          </p:nvPr>
        </p:nvSpPr>
        <p:spPr>
          <a:xfrm>
            <a:off x="882771" y="3835706"/>
            <a:ext cx="3941317" cy="492443"/>
          </a:xfrm>
          <a:prstGeom prst="rect">
            <a:avLst/>
          </a:prstGeom>
          <a:solidFill>
            <a:schemeClr val="lt1">
              <a:alpha val="89803"/>
            </a:schemeClr>
          </a:solidFill>
          <a:ln>
            <a:noFill/>
          </a:ln>
        </p:spPr>
        <p:txBody>
          <a:bodyPr spcFirstLastPara="1" wrap="square" lIns="72000" tIns="0" rIns="36000" bIns="0" anchor="t" anchorCtr="0">
            <a:spAutoFit/>
          </a:bodyPr>
          <a:lstStyle>
            <a:lvl1pPr lvl="0" algn="l">
              <a:spcBef>
                <a:spcPts val="0"/>
              </a:spcBef>
              <a:spcAft>
                <a:spcPts val="0"/>
              </a:spcAft>
              <a:buClr>
                <a:schemeClr val="accent1"/>
              </a:buClr>
              <a:buSzPts val="3200"/>
              <a:buFont typeface="Open Sans"/>
              <a:buNone/>
              <a:defRPr sz="3200" b="1">
                <a:solidFill>
                  <a:schemeClr val="accen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71" name="Google Shape;271;p44"/>
          <p:cNvSpPr txBox="1">
            <a:spLocks noGrp="1"/>
          </p:cNvSpPr>
          <p:nvPr>
            <p:ph type="body" idx="1"/>
          </p:nvPr>
        </p:nvSpPr>
        <p:spPr>
          <a:xfrm>
            <a:off x="882770" y="4375609"/>
            <a:ext cx="4803348" cy="492443"/>
          </a:xfrm>
          <a:prstGeom prst="rect">
            <a:avLst/>
          </a:prstGeom>
          <a:solidFill>
            <a:schemeClr val="lt1">
              <a:alpha val="89803"/>
            </a:schemeClr>
          </a:solidFill>
          <a:ln>
            <a:noFill/>
          </a:ln>
        </p:spPr>
        <p:txBody>
          <a:bodyPr spcFirstLastPara="1" wrap="square" lIns="72000" tIns="0" rIns="36000" bIns="0" anchor="t" anchorCtr="0">
            <a:spAutoFit/>
          </a:bodyPr>
          <a:lstStyle>
            <a:lvl1pPr marL="457200" lvl="0" indent="-228600" algn="l">
              <a:spcBef>
                <a:spcPts val="600"/>
              </a:spcBef>
              <a:spcAft>
                <a:spcPts val="0"/>
              </a:spcAft>
              <a:buClr>
                <a:schemeClr val="accent1"/>
              </a:buClr>
              <a:buSzPts val="3200"/>
              <a:buNone/>
              <a:defRPr sz="3200" b="0">
                <a:solidFill>
                  <a:schemeClr val="accent1"/>
                </a:solidFill>
              </a:defRPr>
            </a:lvl1pPr>
            <a:lvl2pPr marL="914400" lvl="1" indent="-228600" algn="l">
              <a:spcBef>
                <a:spcPts val="600"/>
              </a:spcBef>
              <a:spcAft>
                <a:spcPts val="0"/>
              </a:spcAft>
              <a:buClr>
                <a:schemeClr val="accent1"/>
              </a:buClr>
              <a:buSzPts val="1800"/>
              <a:buNone/>
              <a:defRPr/>
            </a:lvl2pPr>
            <a:lvl3pPr marL="1371600" lvl="2" indent="-228600" algn="l">
              <a:spcBef>
                <a:spcPts val="0"/>
              </a:spcBef>
              <a:spcAft>
                <a:spcPts val="0"/>
              </a:spcAft>
              <a:buClr>
                <a:schemeClr val="accent1"/>
              </a:buClr>
              <a:buSzPts val="1600"/>
              <a:buNone/>
              <a:defRPr/>
            </a:lvl3pPr>
            <a:lvl4pPr marL="1828800" lvl="3" indent="-228600" algn="l">
              <a:spcBef>
                <a:spcPts val="0"/>
              </a:spcBef>
              <a:spcAft>
                <a:spcPts val="0"/>
              </a:spcAft>
              <a:buClr>
                <a:schemeClr val="accent1"/>
              </a:buClr>
              <a:buSzPts val="1600"/>
              <a:buNone/>
              <a:defRPr/>
            </a:lvl4pPr>
            <a:lvl5pPr marL="2286000" lvl="4" indent="-228600" algn="l">
              <a:spcBef>
                <a:spcPts val="600"/>
              </a:spcBef>
              <a:spcAft>
                <a:spcPts val="0"/>
              </a:spcAft>
              <a:buClr>
                <a:schemeClr val="accent1"/>
              </a:buClr>
              <a:buSzPts val="1800"/>
              <a:buNone/>
              <a:defRPr/>
            </a:lvl5pPr>
            <a:lvl6pPr marL="2743200" lvl="5" indent="-228600" algn="l">
              <a:lnSpc>
                <a:spcPct val="100000"/>
              </a:lnSpc>
              <a:spcBef>
                <a:spcPts val="600"/>
              </a:spcBef>
              <a:spcAft>
                <a:spcPts val="0"/>
              </a:spcAft>
              <a:buClr>
                <a:schemeClr val="accent1"/>
              </a:buClr>
              <a:buSzPts val="1800"/>
              <a:buNone/>
              <a:defRPr/>
            </a:lvl6pPr>
            <a:lvl7pPr marL="3200400" lvl="6" indent="-342900" algn="l">
              <a:lnSpc>
                <a:spcPct val="100000"/>
              </a:lnSpc>
              <a:spcBef>
                <a:spcPts val="0"/>
              </a:spcBef>
              <a:spcAft>
                <a:spcPts val="0"/>
              </a:spcAft>
              <a:buClr>
                <a:schemeClr val="accent1"/>
              </a:buClr>
              <a:buSzPts val="1800"/>
              <a:buChar char="—"/>
              <a:defRPr/>
            </a:lvl7pPr>
            <a:lvl8pPr marL="3657600" lvl="7" indent="-342900" algn="l">
              <a:lnSpc>
                <a:spcPct val="100000"/>
              </a:lnSpc>
              <a:spcBef>
                <a:spcPts val="0"/>
              </a:spcBef>
              <a:spcAft>
                <a:spcPts val="0"/>
              </a:spcAft>
              <a:buClr>
                <a:schemeClr val="accent1"/>
              </a:buClr>
              <a:buSzPts val="1800"/>
              <a:buChar char="–"/>
              <a:defRPr/>
            </a:lvl8pPr>
            <a:lvl9pPr marL="4114800" lvl="8" indent="-342900" algn="l">
              <a:lnSpc>
                <a:spcPct val="100000"/>
              </a:lnSpc>
              <a:spcBef>
                <a:spcPts val="0"/>
              </a:spcBef>
              <a:spcAft>
                <a:spcPts val="0"/>
              </a:spcAft>
              <a:buClr>
                <a:schemeClr val="accent1"/>
              </a:buClr>
              <a:buSzPts val="1800"/>
              <a:buChar char="▪"/>
              <a:defRPr/>
            </a:lvl9pPr>
          </a:lstStyle>
          <a:p>
            <a:endParaRPr/>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matchingName="1_Titel und Inhalt" type="blank">
  <p:cSld name="BLANK">
    <p:spTree>
      <p:nvGrpSpPr>
        <p:cNvPr id="1" name="Shape 272"/>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 Type="http://schemas.openxmlformats.org/officeDocument/2006/relationships/slideLayout" Target="../slideLayouts/slideLayout3.xml"/><Relationship Id="rId21" Type="http://schemas.openxmlformats.org/officeDocument/2006/relationships/slideLayout" Target="../slideLayouts/slideLayout21.xml"/><Relationship Id="rId34" Type="http://schemas.openxmlformats.org/officeDocument/2006/relationships/image" Target="../media/image2.png"/><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image" Target="../media/image1.png"/><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slideLayout" Target="../slideLayouts/slideLayout29.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theme" Target="../theme/theme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image" Target="../media/image3.png"/><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pic>
        <p:nvPicPr>
          <p:cNvPr id="10" name="Google Shape;10;p14"/>
          <p:cNvPicPr preferRelativeResize="0"/>
          <p:nvPr/>
        </p:nvPicPr>
        <p:blipFill rotWithShape="1">
          <a:blip r:embed="rId33">
            <a:alphaModFix/>
          </a:blip>
          <a:srcRect/>
          <a:stretch/>
        </p:blipFill>
        <p:spPr>
          <a:xfrm>
            <a:off x="8720637" y="6334048"/>
            <a:ext cx="1443709" cy="353925"/>
          </a:xfrm>
          <a:prstGeom prst="rect">
            <a:avLst/>
          </a:prstGeom>
          <a:noFill/>
          <a:ln>
            <a:noFill/>
          </a:ln>
        </p:spPr>
      </p:pic>
      <p:sp>
        <p:nvSpPr>
          <p:cNvPr id="11" name="Google Shape;11;p14"/>
          <p:cNvSpPr txBox="1">
            <a:spLocks noGrp="1"/>
          </p:cNvSpPr>
          <p:nvPr>
            <p:ph type="title"/>
          </p:nvPr>
        </p:nvSpPr>
        <p:spPr>
          <a:xfrm>
            <a:off x="874712" y="346075"/>
            <a:ext cx="10580687" cy="684213"/>
          </a:xfrm>
          <a:prstGeom prst="rect">
            <a:avLst/>
          </a:prstGeom>
          <a:noFill/>
          <a:ln>
            <a:noFill/>
          </a:ln>
        </p:spPr>
        <p:txBody>
          <a:bodyPr spcFirstLastPara="1" wrap="square" lIns="0" tIns="0" rIns="0" bIns="0" anchor="t" anchorCtr="0">
            <a:noAutofit/>
          </a:bodyPr>
          <a:lstStyle>
            <a:lvl1pPr marR="0" lvl="0" algn="l" rtl="0">
              <a:spcBef>
                <a:spcPts val="0"/>
              </a:spcBef>
              <a:spcAft>
                <a:spcPts val="0"/>
              </a:spcAft>
              <a:buClr>
                <a:schemeClr val="accent1"/>
              </a:buClr>
              <a:buSzPts val="2400"/>
              <a:buFont typeface="Open Sans"/>
              <a:buNone/>
              <a:defRPr sz="2400" b="1" i="0" u="none" strike="noStrike" cap="none">
                <a:solidFill>
                  <a:schemeClr val="accent1"/>
                </a:solidFill>
                <a:latin typeface="Open Sans"/>
                <a:ea typeface="Open Sans"/>
                <a:cs typeface="Open Sans"/>
                <a:sym typeface="Open Sans"/>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12" name="Google Shape;12;p14"/>
          <p:cNvSpPr txBox="1">
            <a:spLocks noGrp="1"/>
          </p:cNvSpPr>
          <p:nvPr>
            <p:ph type="body" idx="1"/>
          </p:nvPr>
        </p:nvSpPr>
        <p:spPr>
          <a:xfrm>
            <a:off x="874712" y="1481138"/>
            <a:ext cx="10580687" cy="4360861"/>
          </a:xfrm>
          <a:prstGeom prst="rect">
            <a:avLst/>
          </a:prstGeom>
          <a:noFill/>
          <a:ln>
            <a:noFill/>
          </a:ln>
        </p:spPr>
        <p:txBody>
          <a:bodyPr spcFirstLastPara="1" wrap="square" lIns="0" tIns="0" rIns="0" bIns="0" anchor="t" anchorCtr="0">
            <a:noAutofit/>
          </a:bodyPr>
          <a:lstStyle>
            <a:lvl1pPr marL="457200" marR="0" lvl="0" indent="-228600" algn="l" rtl="0">
              <a:spcBef>
                <a:spcPts val="600"/>
              </a:spcBef>
              <a:spcAft>
                <a:spcPts val="0"/>
              </a:spcAft>
              <a:buClr>
                <a:schemeClr val="accent1"/>
              </a:buClr>
              <a:buSzPts val="1600"/>
              <a:buFont typeface="Arial"/>
              <a:buNone/>
              <a:defRPr sz="1600" b="1" i="0" u="none" strike="noStrike" cap="none">
                <a:solidFill>
                  <a:schemeClr val="accent1"/>
                </a:solidFill>
                <a:latin typeface="Open Sans"/>
                <a:ea typeface="Open Sans"/>
                <a:cs typeface="Open Sans"/>
                <a:sym typeface="Open Sans"/>
              </a:defRPr>
            </a:lvl1pPr>
            <a:lvl2pPr marL="914400" marR="0" lvl="1" indent="-228600" algn="l" rtl="0">
              <a:spcBef>
                <a:spcPts val="600"/>
              </a:spcBef>
              <a:spcAft>
                <a:spcPts val="0"/>
              </a:spcAft>
              <a:buClr>
                <a:schemeClr val="accent1"/>
              </a:buClr>
              <a:buSzPts val="1600"/>
              <a:buFont typeface="Open Sans"/>
              <a:buNone/>
              <a:defRPr sz="1600" b="0" i="0" u="none" strike="noStrike" cap="none">
                <a:solidFill>
                  <a:schemeClr val="accent1"/>
                </a:solidFill>
                <a:latin typeface="Open Sans"/>
                <a:ea typeface="Open Sans"/>
                <a:cs typeface="Open Sans"/>
                <a:sym typeface="Open Sans"/>
              </a:defRPr>
            </a:lvl2pPr>
            <a:lvl3pPr marL="1371600" marR="0" lvl="2" indent="-330200" algn="l" rtl="0">
              <a:spcBef>
                <a:spcPts val="0"/>
              </a:spcBef>
              <a:spcAft>
                <a:spcPts val="0"/>
              </a:spcAft>
              <a:buClr>
                <a:schemeClr val="accent1"/>
              </a:buClr>
              <a:buSzPts val="1600"/>
              <a:buFont typeface="Arial"/>
              <a:buChar char="—"/>
              <a:defRPr sz="1600" b="0" i="0" u="none" strike="noStrike" cap="none">
                <a:solidFill>
                  <a:schemeClr val="accent1"/>
                </a:solidFill>
                <a:latin typeface="Open Sans"/>
                <a:ea typeface="Open Sans"/>
                <a:cs typeface="Open Sans"/>
                <a:sym typeface="Open Sans"/>
              </a:defRPr>
            </a:lvl3pPr>
            <a:lvl4pPr marL="1828800" marR="0" lvl="3" indent="-330200" algn="l" rtl="0">
              <a:spcBef>
                <a:spcPts val="0"/>
              </a:spcBef>
              <a:spcAft>
                <a:spcPts val="0"/>
              </a:spcAft>
              <a:buClr>
                <a:schemeClr val="accent1"/>
              </a:buClr>
              <a:buSzPts val="1600"/>
              <a:buFont typeface="Open Sans"/>
              <a:buChar char="–"/>
              <a:defRPr sz="1600" b="0" i="0" u="none" strike="noStrike" cap="none">
                <a:solidFill>
                  <a:schemeClr val="accent1"/>
                </a:solidFill>
                <a:latin typeface="Open Sans"/>
                <a:ea typeface="Open Sans"/>
                <a:cs typeface="Open Sans"/>
                <a:sym typeface="Open Sans"/>
              </a:defRPr>
            </a:lvl4pPr>
            <a:lvl5pPr marL="2286000" marR="0" lvl="4" indent="-228600" algn="l" rtl="0">
              <a:spcBef>
                <a:spcPts val="600"/>
              </a:spcBef>
              <a:spcAft>
                <a:spcPts val="0"/>
              </a:spcAft>
              <a:buClr>
                <a:schemeClr val="accent1"/>
              </a:buClr>
              <a:buSzPts val="1400"/>
              <a:buFont typeface="Noto Sans Symbols"/>
              <a:buNone/>
              <a:defRPr sz="1400" b="1" i="0" u="none" strike="noStrike" cap="none">
                <a:solidFill>
                  <a:schemeClr val="accent1"/>
                </a:solidFill>
                <a:latin typeface="Open Sans"/>
                <a:ea typeface="Open Sans"/>
                <a:cs typeface="Open Sans"/>
                <a:sym typeface="Open Sans"/>
              </a:defRPr>
            </a:lvl5pPr>
            <a:lvl6pPr marL="2743200" marR="0" lvl="5" indent="-228600" algn="l" rtl="0">
              <a:lnSpc>
                <a:spcPct val="100000"/>
              </a:lnSpc>
              <a:spcBef>
                <a:spcPts val="600"/>
              </a:spcBef>
              <a:spcAft>
                <a:spcPts val="0"/>
              </a:spcAft>
              <a:buClr>
                <a:schemeClr val="accent1"/>
              </a:buClr>
              <a:buSzPts val="1400"/>
              <a:buFont typeface="Arial"/>
              <a:buNone/>
              <a:defRPr sz="1400" b="0" i="0" u="none" strike="noStrike" cap="none">
                <a:solidFill>
                  <a:schemeClr val="accent1"/>
                </a:solidFill>
                <a:latin typeface="Open Sans"/>
                <a:ea typeface="Open Sans"/>
                <a:cs typeface="Open Sans"/>
                <a:sym typeface="Open Sans"/>
              </a:defRPr>
            </a:lvl6pPr>
            <a:lvl7pPr marL="3200400" marR="0" lvl="6" indent="-317500" algn="l" rtl="0">
              <a:lnSpc>
                <a:spcPct val="100000"/>
              </a:lnSpc>
              <a:spcBef>
                <a:spcPts val="0"/>
              </a:spcBef>
              <a:spcAft>
                <a:spcPts val="0"/>
              </a:spcAft>
              <a:buClr>
                <a:schemeClr val="accent1"/>
              </a:buClr>
              <a:buSzPts val="1400"/>
              <a:buFont typeface="Arial"/>
              <a:buChar char="—"/>
              <a:defRPr sz="1400" b="0" i="0" u="none" strike="noStrike" cap="none">
                <a:solidFill>
                  <a:schemeClr val="accent1"/>
                </a:solidFill>
                <a:latin typeface="Open Sans"/>
                <a:ea typeface="Open Sans"/>
                <a:cs typeface="Open Sans"/>
                <a:sym typeface="Open Sans"/>
              </a:defRPr>
            </a:lvl7pPr>
            <a:lvl8pPr marL="3657600" marR="0" lvl="7" indent="-317500" algn="l" rtl="0">
              <a:lnSpc>
                <a:spcPct val="100000"/>
              </a:lnSpc>
              <a:spcBef>
                <a:spcPts val="0"/>
              </a:spcBef>
              <a:spcAft>
                <a:spcPts val="0"/>
              </a:spcAft>
              <a:buClr>
                <a:schemeClr val="accent1"/>
              </a:buClr>
              <a:buSzPts val="1400"/>
              <a:buFont typeface="Open Sans"/>
              <a:buChar char="–"/>
              <a:defRPr sz="1400" b="0" i="0" u="none" strike="noStrike" cap="none">
                <a:solidFill>
                  <a:schemeClr val="accent1"/>
                </a:solidFill>
                <a:latin typeface="Open Sans"/>
                <a:ea typeface="Open Sans"/>
                <a:cs typeface="Open Sans"/>
                <a:sym typeface="Open Sans"/>
              </a:defRPr>
            </a:lvl8pPr>
            <a:lvl9pPr marL="4114800" marR="0" lvl="8" indent="-317500" algn="l" rtl="0">
              <a:lnSpc>
                <a:spcPct val="100000"/>
              </a:lnSpc>
              <a:spcBef>
                <a:spcPts val="0"/>
              </a:spcBef>
              <a:spcAft>
                <a:spcPts val="0"/>
              </a:spcAft>
              <a:buClr>
                <a:schemeClr val="accent1"/>
              </a:buClr>
              <a:buSzPts val="1400"/>
              <a:buFont typeface="Noto Sans Symbols"/>
              <a:buChar char="▪"/>
              <a:defRPr sz="1400" b="0" i="0" u="none" strike="noStrike" cap="none">
                <a:solidFill>
                  <a:schemeClr val="accent1"/>
                </a:solidFill>
                <a:latin typeface="Open Sans"/>
                <a:ea typeface="Open Sans"/>
                <a:cs typeface="Open Sans"/>
                <a:sym typeface="Open Sans"/>
              </a:defRPr>
            </a:lvl9pPr>
          </a:lstStyle>
          <a:p>
            <a:endParaRPr/>
          </a:p>
        </p:txBody>
      </p:sp>
      <p:sp>
        <p:nvSpPr>
          <p:cNvPr id="13" name="Google Shape;13;p14"/>
          <p:cNvSpPr txBox="1"/>
          <p:nvPr/>
        </p:nvSpPr>
        <p:spPr>
          <a:xfrm>
            <a:off x="2477770" y="6319798"/>
            <a:ext cx="4485005" cy="369332"/>
          </a:xfrm>
          <a:prstGeom prst="rect">
            <a:avLst/>
          </a:prstGeom>
          <a:noFill/>
          <a:ln>
            <a:noFill/>
          </a:ln>
        </p:spPr>
        <p:txBody>
          <a:bodyPr spcFirstLastPara="1" wrap="square" lIns="0" tIns="0" rIns="0" bIns="0" anchor="b" anchorCtr="0">
            <a:spAutoFit/>
          </a:bodyPr>
          <a:lstStyle/>
          <a:p>
            <a:pPr marL="0" marR="0" lvl="0" indent="0" algn="l" rtl="0">
              <a:lnSpc>
                <a:spcPct val="100000"/>
              </a:lnSpc>
              <a:spcBef>
                <a:spcPts val="0"/>
              </a:spcBef>
              <a:spcAft>
                <a:spcPts val="0"/>
              </a:spcAft>
              <a:buClr>
                <a:schemeClr val="dk2"/>
              </a:buClr>
              <a:buSzPts val="800"/>
              <a:buFont typeface="Open Sans"/>
              <a:buNone/>
            </a:pPr>
            <a:r>
              <a:rPr lang="en-DE" sz="800" b="0" i="0" u="none" strike="noStrike" cap="none">
                <a:solidFill>
                  <a:schemeClr val="dk2"/>
                </a:solidFill>
                <a:latin typeface="Open Sans"/>
                <a:ea typeface="Open Sans"/>
                <a:cs typeface="Open Sans"/>
                <a:sym typeface="Open Sans"/>
              </a:rPr>
              <a:t>Research Task in Air Transport and Logistics</a:t>
            </a:r>
            <a:endParaRPr/>
          </a:p>
          <a:p>
            <a:pPr marL="0" marR="0" lvl="0" indent="0" algn="l" rtl="0">
              <a:lnSpc>
                <a:spcPct val="100000"/>
              </a:lnSpc>
              <a:spcBef>
                <a:spcPts val="0"/>
              </a:spcBef>
              <a:spcAft>
                <a:spcPts val="0"/>
              </a:spcAft>
              <a:buClr>
                <a:schemeClr val="dk2"/>
              </a:buClr>
              <a:buSzPts val="800"/>
              <a:buFont typeface="Open Sans"/>
              <a:buNone/>
            </a:pPr>
            <a:r>
              <a:rPr lang="en-DE" sz="800" b="0" i="0" u="none" strike="noStrike" cap="none">
                <a:solidFill>
                  <a:schemeClr val="dk2"/>
                </a:solidFill>
                <a:latin typeface="Open Sans"/>
                <a:ea typeface="Open Sans"/>
                <a:cs typeface="Open Sans"/>
                <a:sym typeface="Open Sans"/>
              </a:rPr>
              <a:t>Energy Consumption Modeling for UAVs Based on Flight Data and Mission Parameters</a:t>
            </a:r>
            <a:endParaRPr sz="800" b="0" i="0" u="none" strike="noStrike" cap="none">
              <a:solidFill>
                <a:schemeClr val="dk2"/>
              </a:solidFill>
              <a:latin typeface="Open Sans"/>
              <a:ea typeface="Open Sans"/>
              <a:cs typeface="Open Sans"/>
              <a:sym typeface="Open Sans"/>
            </a:endParaRPr>
          </a:p>
          <a:p>
            <a:pPr marL="0" marR="0" lvl="0" indent="0" algn="l" rtl="0">
              <a:lnSpc>
                <a:spcPct val="100000"/>
              </a:lnSpc>
              <a:spcBef>
                <a:spcPts val="0"/>
              </a:spcBef>
              <a:spcAft>
                <a:spcPts val="0"/>
              </a:spcAft>
              <a:buClr>
                <a:schemeClr val="dk2"/>
              </a:buClr>
              <a:buSzPts val="800"/>
              <a:buFont typeface="Open Sans"/>
              <a:buNone/>
            </a:pPr>
            <a:r>
              <a:rPr lang="en-DE" sz="800" b="0" i="0" u="none" strike="noStrike" cap="none">
                <a:solidFill>
                  <a:schemeClr val="dk2"/>
                </a:solidFill>
                <a:latin typeface="Open Sans"/>
                <a:ea typeface="Open Sans"/>
                <a:cs typeface="Open Sans"/>
                <a:sym typeface="Open Sans"/>
              </a:rPr>
              <a:t>Group 4</a:t>
            </a:r>
            <a:endParaRPr sz="800" b="0" i="0" u="none" strike="noStrike" cap="none">
              <a:solidFill>
                <a:schemeClr val="dk2"/>
              </a:solidFill>
              <a:latin typeface="Open Sans"/>
              <a:ea typeface="Open Sans"/>
              <a:cs typeface="Open Sans"/>
              <a:sym typeface="Open Sans"/>
            </a:endParaRPr>
          </a:p>
        </p:txBody>
      </p:sp>
      <p:sp>
        <p:nvSpPr>
          <p:cNvPr id="14" name="Google Shape;14;p14"/>
          <p:cNvSpPr txBox="1"/>
          <p:nvPr/>
        </p:nvSpPr>
        <p:spPr>
          <a:xfrm>
            <a:off x="7157720" y="6306444"/>
            <a:ext cx="704850" cy="369332"/>
          </a:xfrm>
          <a:prstGeom prst="rect">
            <a:avLst/>
          </a:prstGeom>
          <a:noFill/>
          <a:ln>
            <a:noFill/>
          </a:ln>
        </p:spPr>
        <p:txBody>
          <a:bodyPr spcFirstLastPara="1" wrap="square" lIns="0" tIns="0" rIns="0" bIns="0" anchor="b" anchorCtr="0">
            <a:spAutoFit/>
          </a:bodyPr>
          <a:lstStyle/>
          <a:p>
            <a:pPr marL="0" marR="0" lvl="0" indent="0" algn="l" rtl="0">
              <a:lnSpc>
                <a:spcPct val="100000"/>
              </a:lnSpc>
              <a:spcBef>
                <a:spcPts val="0"/>
              </a:spcBef>
              <a:spcAft>
                <a:spcPts val="0"/>
              </a:spcAft>
              <a:buClr>
                <a:schemeClr val="dk2"/>
              </a:buClr>
              <a:buSzPts val="800"/>
              <a:buFont typeface="Open Sans"/>
              <a:buNone/>
            </a:pPr>
            <a:br>
              <a:rPr lang="en-DE" sz="800" b="0" i="0" u="none" strike="noStrike" cap="none">
                <a:solidFill>
                  <a:schemeClr val="dk2"/>
                </a:solidFill>
                <a:latin typeface="Open Sans"/>
                <a:ea typeface="Open Sans"/>
                <a:cs typeface="Open Sans"/>
                <a:sym typeface="Open Sans"/>
              </a:rPr>
            </a:br>
            <a:r>
              <a:rPr lang="en-DE" sz="800" b="0" i="0" u="none" strike="noStrike" cap="none">
                <a:solidFill>
                  <a:schemeClr val="dk2"/>
                </a:solidFill>
                <a:latin typeface="Open Sans"/>
                <a:ea typeface="Open Sans"/>
                <a:cs typeface="Open Sans"/>
                <a:sym typeface="Open Sans"/>
              </a:rPr>
              <a:t>Slide </a:t>
            </a:r>
            <a:fld id="{00000000-1234-1234-1234-123412341234}" type="slidenum">
              <a:rPr lang="en-DE" sz="800" b="0" i="0" u="none" strike="noStrike" cap="none">
                <a:solidFill>
                  <a:schemeClr val="dk2"/>
                </a:solidFill>
                <a:latin typeface="Open Sans"/>
                <a:ea typeface="Open Sans"/>
                <a:cs typeface="Open Sans"/>
                <a:sym typeface="Open Sans"/>
              </a:rPr>
              <a:t>‹#›</a:t>
            </a:fld>
            <a:endParaRPr sz="800" b="0" i="0" u="none" strike="noStrike" cap="none">
              <a:solidFill>
                <a:schemeClr val="dk2"/>
              </a:solidFill>
              <a:latin typeface="Open Sans"/>
              <a:ea typeface="Open Sans"/>
              <a:cs typeface="Open Sans"/>
              <a:sym typeface="Open Sans"/>
            </a:endParaRPr>
          </a:p>
          <a:p>
            <a:pPr marL="0" marR="0" lvl="0" indent="0" algn="l" rtl="0">
              <a:lnSpc>
                <a:spcPct val="100000"/>
              </a:lnSpc>
              <a:spcBef>
                <a:spcPts val="0"/>
              </a:spcBef>
              <a:spcAft>
                <a:spcPts val="0"/>
              </a:spcAft>
              <a:buClr>
                <a:schemeClr val="dk1"/>
              </a:buClr>
              <a:buSzPts val="800"/>
              <a:buFont typeface="Open Sans"/>
              <a:buNone/>
            </a:pPr>
            <a:endParaRPr sz="800" b="0" i="0" u="none" strike="noStrike" cap="none">
              <a:solidFill>
                <a:schemeClr val="dk2"/>
              </a:solidFill>
              <a:latin typeface="Open Sans"/>
              <a:ea typeface="Open Sans"/>
              <a:cs typeface="Open Sans"/>
              <a:sym typeface="Open Sans"/>
            </a:endParaRPr>
          </a:p>
        </p:txBody>
      </p:sp>
      <p:pic>
        <p:nvPicPr>
          <p:cNvPr id="15" name="Google Shape;15;p14" descr="Logo. Schriftzug &quot;Technische Universität Dresden&quot;. Links davon befindet sich ein Achteck, das in zwei Bereiche aufgeteilt ist, die zusammen die Buchstaben &quot;T&quot; und &quot;U&quot; ergeben." title="Logo der TU Dresden"/>
          <p:cNvPicPr preferRelativeResize="0"/>
          <p:nvPr/>
        </p:nvPicPr>
        <p:blipFill rotWithShape="1">
          <a:blip r:embed="rId34">
            <a:alphaModFix/>
          </a:blip>
          <a:srcRect/>
          <a:stretch/>
        </p:blipFill>
        <p:spPr>
          <a:xfrm>
            <a:off x="504825" y="6334048"/>
            <a:ext cx="1116268" cy="324000"/>
          </a:xfrm>
          <a:prstGeom prst="rect">
            <a:avLst/>
          </a:prstGeom>
          <a:noFill/>
          <a:ln>
            <a:noFill/>
          </a:ln>
        </p:spPr>
      </p:pic>
      <p:pic>
        <p:nvPicPr>
          <p:cNvPr id="16" name="Google Shape;16;p14" descr="Logo. Acht unregelmäßige Dreiecksflächen sind, im Uhrzeigersinn einen Farbverlauf von dunkelblau bis hellgrün ergebend, zu einem regelmäßig achteckigen Ring angeordnet. Links daneben zweizeilig der Schriftzug &quot;DRESDEN concept" title="Logo Dresden concept"/>
          <p:cNvPicPr preferRelativeResize="0"/>
          <p:nvPr/>
        </p:nvPicPr>
        <p:blipFill rotWithShape="1">
          <a:blip r:embed="rId35">
            <a:alphaModFix/>
          </a:blip>
          <a:srcRect/>
          <a:stretch/>
        </p:blipFill>
        <p:spPr>
          <a:xfrm>
            <a:off x="10920730" y="6315776"/>
            <a:ext cx="972216" cy="360000"/>
          </a:xfrm>
          <a:prstGeom prst="rect">
            <a:avLst/>
          </a:prstGeom>
          <a:noFill/>
          <a:ln>
            <a:noFill/>
          </a:ln>
        </p:spPr>
      </p:pic>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 id="2147483666" r:id="rId18"/>
    <p:sldLayoutId id="2147483667" r:id="rId19"/>
    <p:sldLayoutId id="2147483668" r:id="rId20"/>
    <p:sldLayoutId id="2147483669" r:id="rId21"/>
    <p:sldLayoutId id="2147483670" r:id="rId22"/>
    <p:sldLayoutId id="2147483671" r:id="rId23"/>
    <p:sldLayoutId id="2147483672" r:id="rId24"/>
    <p:sldLayoutId id="2147483673" r:id="rId25"/>
    <p:sldLayoutId id="2147483674" r:id="rId26"/>
    <p:sldLayoutId id="2147483675" r:id="rId27"/>
    <p:sldLayoutId id="2147483676" r:id="rId28"/>
    <p:sldLayoutId id="2147483677" r:id="rId29"/>
    <p:sldLayoutId id="2147483678" r:id="rId30"/>
    <p:sldLayoutId id="2147483679" r:id="rId31"/>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extLst>
    <p:ext uri="{27BBF7A9-308A-43DC-89C8-2F10F3537804}">
      <p15:sldGuideLst xmlns:p15="http://schemas.microsoft.com/office/powerpoint/2012/main">
        <p15:guide id="1" pos="992">
          <p15:clr>
            <a:srgbClr val="F26B43"/>
          </p15:clr>
        </p15:guide>
        <p15:guide id="2" pos="1120">
          <p15:clr>
            <a:srgbClr val="F26B43"/>
          </p15:clr>
        </p15:guide>
        <p15:guide id="3" pos="1676">
          <p15:clr>
            <a:srgbClr val="F26B43"/>
          </p15:clr>
        </p15:guide>
        <p15:guide id="4" pos="1556">
          <p15:clr>
            <a:srgbClr val="F26B43"/>
          </p15:clr>
        </p15:guide>
        <p15:guide id="5" pos="2252">
          <p15:clr>
            <a:srgbClr val="F26B43"/>
          </p15:clr>
        </p15:guide>
        <p15:guide id="6" pos="2128">
          <p15:clr>
            <a:srgbClr val="F26B43"/>
          </p15:clr>
        </p15:guide>
        <p15:guide id="7" pos="3824">
          <p15:clr>
            <a:srgbClr val="F26B43"/>
          </p15:clr>
        </p15:guide>
        <p15:guide id="8" pos="3948">
          <p15:clr>
            <a:srgbClr val="F26B43"/>
          </p15:clr>
        </p15:guide>
        <p15:guide id="9" pos="4384">
          <p15:clr>
            <a:srgbClr val="F26B43"/>
          </p15:clr>
        </p15:guide>
        <p15:guide id="10" pos="4508">
          <p15:clr>
            <a:srgbClr val="F26B43"/>
          </p15:clr>
        </p15:guide>
        <p15:guide id="11" pos="6788">
          <p15:clr>
            <a:srgbClr val="F26B43"/>
          </p15:clr>
        </p15:guide>
        <p15:guide id="12" pos="6656">
          <p15:clr>
            <a:srgbClr val="F26B43"/>
          </p15:clr>
        </p15:guide>
        <p15:guide id="13" pos="4960">
          <p15:clr>
            <a:srgbClr val="F26B43"/>
          </p15:clr>
        </p15:guide>
        <p15:guide id="14" pos="5084">
          <p15:clr>
            <a:srgbClr val="F26B43"/>
          </p15:clr>
        </p15:guide>
        <p15:guide id="15" orient="horz" pos="538">
          <p15:clr>
            <a:srgbClr val="F26B43"/>
          </p15:clr>
        </p15:guide>
        <p15:guide id="16" pos="551">
          <p15:clr>
            <a:srgbClr val="F26B43"/>
          </p15:clr>
        </p15:guide>
        <p15:guide id="17" pos="6085">
          <p15:clr>
            <a:srgbClr val="F26B43"/>
          </p15:clr>
        </p15:guide>
        <p15:guide id="18" pos="6216">
          <p15:clr>
            <a:srgbClr val="F26B43"/>
          </p15:clr>
        </p15:guide>
        <p15:guide id="19" pos="2692">
          <p15:clr>
            <a:srgbClr val="F26B43"/>
          </p15:clr>
        </p15:guide>
        <p15:guide id="20" pos="2808">
          <p15:clr>
            <a:srgbClr val="F26B43"/>
          </p15:clr>
        </p15:guide>
        <p15:guide id="21" pos="3260">
          <p15:clr>
            <a:srgbClr val="F26B43"/>
          </p15:clr>
        </p15:guide>
        <p15:guide id="22" pos="3380">
          <p15:clr>
            <a:srgbClr val="F26B43"/>
          </p15:clr>
        </p15:guide>
        <p15:guide id="23" pos="5520">
          <p15:clr>
            <a:srgbClr val="F26B43"/>
          </p15:clr>
        </p15:guide>
        <p15:guide id="24" orient="horz" pos="933">
          <p15:clr>
            <a:srgbClr val="F26B43"/>
          </p15:clr>
        </p15:guide>
        <p15:guide id="25" orient="horz" pos="759">
          <p15:clr>
            <a:srgbClr val="F26B43"/>
          </p15:clr>
        </p15:guide>
        <p15:guide id="26" orient="horz" pos="218">
          <p15:clr>
            <a:srgbClr val="F26B43"/>
          </p15:clr>
        </p15:guide>
        <p15:guide id="27" orient="horz" pos="3680">
          <p15:clr>
            <a:srgbClr val="F26B43"/>
          </p15:clr>
        </p15:guide>
        <p15:guide id="28" orient="horz" pos="3861">
          <p15:clr>
            <a:srgbClr val="F26B43"/>
          </p15:clr>
        </p15:guide>
        <p15:guide id="29" orient="horz" pos="2130">
          <p15:clr>
            <a:srgbClr val="F26B43"/>
          </p15:clr>
        </p15:guide>
        <p15:guide id="30" pos="5648">
          <p15:clr>
            <a:srgbClr val="F26B43"/>
          </p15:clr>
        </p15:guide>
        <p15:guide id="31" orient="horz" pos="649">
          <p15:clr>
            <a:srgbClr val="F26B43"/>
          </p15:clr>
        </p15:guide>
        <p15:guide id="32" pos="7216">
          <p15:clr>
            <a:srgbClr val="F26B43"/>
          </p15:clr>
        </p15:guide>
        <p15:guide id="33" orient="horz" pos="3988">
          <p15:clr>
            <a:srgbClr val="F26B43"/>
          </p15:clr>
        </p15:guide>
        <p15:guide id="34" orient="horz" pos="4196">
          <p15:clr>
            <a:srgbClr val="F26B43"/>
          </p15:clr>
        </p15:guide>
        <p15:guide id="35" pos="318">
          <p15:clr>
            <a:srgbClr val="F26B43"/>
          </p15:clr>
        </p15:guide>
        <p15:guide id="36" orient="horz" pos="4116">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9.png"/></Relationships>
</file>

<file path=ppt/slides/_rels/slide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5.xml"/><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6.xml"/><Relationship Id="rId1" Type="http://schemas.openxmlformats.org/officeDocument/2006/relationships/slideLayout" Target="../slideLayouts/slideLayout14.xml"/></Relationships>
</file>

<file path=ppt/slides/_rels/slide7.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7.xml"/><Relationship Id="rId1" Type="http://schemas.openxmlformats.org/officeDocument/2006/relationships/slideLayout" Target="../slideLayouts/slideLayout4.xml"/><Relationship Id="rId5" Type="http://schemas.openxmlformats.org/officeDocument/2006/relationships/image" Target="../media/image15.png"/><Relationship Id="rId4" Type="http://schemas.openxmlformats.org/officeDocument/2006/relationships/image" Target="../media/image14.png"/></Relationships>
</file>

<file path=ppt/slides/_rels/slide8.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8.xml"/><Relationship Id="rId1" Type="http://schemas.openxmlformats.org/officeDocument/2006/relationships/slideLayout" Target="../slideLayouts/slideLayout3.xml"/><Relationship Id="rId4" Type="http://schemas.openxmlformats.org/officeDocument/2006/relationships/image" Target="../media/image17.svg"/></Relationships>
</file>

<file path=ppt/slides/_rels/slide9.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9.xml"/><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1.xml"/><Relationship Id="rId1" Type="http://schemas.openxmlformats.org/officeDocument/2006/relationships/slideLayout" Target="../slideLayouts/slideLayout4.xml"/><Relationship Id="rId4" Type="http://schemas.openxmlformats.org/officeDocument/2006/relationships/image" Target="../media/image20.png"/></Relationships>
</file>

<file path=ppt/slides/_rels/slide12.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2.xml"/><Relationship Id="rId1" Type="http://schemas.openxmlformats.org/officeDocument/2006/relationships/slideLayout" Target="../slideLayouts/slideLayout4.xml"/><Relationship Id="rId5" Type="http://schemas.openxmlformats.org/officeDocument/2006/relationships/image" Target="../media/image23.png"/><Relationship Id="rId4" Type="http://schemas.openxmlformats.org/officeDocument/2006/relationships/image" Target="../media/image22.png"/></Relationships>
</file>

<file path=ppt/slides/_rels/slide13.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13.xml"/><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14.xml"/><Relationship Id="rId1" Type="http://schemas.openxmlformats.org/officeDocument/2006/relationships/slideLayout" Target="../slideLayouts/slideLayout3.xml"/><Relationship Id="rId4" Type="http://schemas.openxmlformats.org/officeDocument/2006/relationships/image" Target="../media/image26.sv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pic>
        <p:nvPicPr>
          <p:cNvPr id="278" name="Google Shape;278;p1"/>
          <p:cNvPicPr preferRelativeResize="0"/>
          <p:nvPr/>
        </p:nvPicPr>
        <p:blipFill rotWithShape="1">
          <a:blip r:embed="rId3">
            <a:alphaModFix/>
          </a:blip>
          <a:srcRect/>
          <a:stretch/>
        </p:blipFill>
        <p:spPr>
          <a:xfrm>
            <a:off x="9330603" y="5558862"/>
            <a:ext cx="2480398" cy="608068"/>
          </a:xfrm>
          <a:prstGeom prst="rect">
            <a:avLst/>
          </a:prstGeom>
          <a:noFill/>
          <a:ln>
            <a:noFill/>
          </a:ln>
        </p:spPr>
      </p:pic>
      <p:sp>
        <p:nvSpPr>
          <p:cNvPr id="279" name="Google Shape;279;p1"/>
          <p:cNvSpPr txBox="1">
            <a:spLocks noGrp="1"/>
          </p:cNvSpPr>
          <p:nvPr>
            <p:ph type="body" idx="1"/>
          </p:nvPr>
        </p:nvSpPr>
        <p:spPr>
          <a:xfrm>
            <a:off x="882808" y="2852116"/>
            <a:ext cx="773353" cy="246221"/>
          </a:xfrm>
          <a:prstGeom prst="rect">
            <a:avLst/>
          </a:prstGeom>
          <a:noFill/>
          <a:ln>
            <a:noFill/>
          </a:ln>
        </p:spPr>
        <p:txBody>
          <a:bodyPr spcFirstLastPara="1" wrap="square" lIns="0" tIns="0" rIns="0" bIns="0" anchor="t" anchorCtr="0">
            <a:spAutoFit/>
          </a:bodyPr>
          <a:lstStyle/>
          <a:p>
            <a:pPr marL="0" lvl="0" indent="0" algn="l" rtl="0">
              <a:spcBef>
                <a:spcPts val="0"/>
              </a:spcBef>
              <a:spcAft>
                <a:spcPts val="0"/>
              </a:spcAft>
              <a:buClr>
                <a:schemeClr val="lt1"/>
              </a:buClr>
              <a:buSzPts val="1600"/>
              <a:buNone/>
            </a:pPr>
            <a:r>
              <a:rPr lang="en-DE" b="0"/>
              <a:t>Group 4</a:t>
            </a:r>
            <a:endParaRPr/>
          </a:p>
        </p:txBody>
      </p:sp>
      <p:sp>
        <p:nvSpPr>
          <p:cNvPr id="280" name="Google Shape;280;p1"/>
          <p:cNvSpPr txBox="1">
            <a:spLocks noGrp="1"/>
          </p:cNvSpPr>
          <p:nvPr>
            <p:ph type="title"/>
          </p:nvPr>
        </p:nvSpPr>
        <p:spPr>
          <a:xfrm>
            <a:off x="882771" y="3835706"/>
            <a:ext cx="6297365" cy="984885"/>
          </a:xfrm>
          <a:prstGeom prst="rect">
            <a:avLst/>
          </a:prstGeom>
          <a:noFill/>
          <a:ln>
            <a:noFill/>
          </a:ln>
        </p:spPr>
        <p:txBody>
          <a:bodyPr spcFirstLastPara="1" wrap="square" lIns="0" tIns="0" rIns="0" bIns="0" anchor="t" anchorCtr="0">
            <a:spAutoFit/>
          </a:bodyPr>
          <a:lstStyle/>
          <a:p>
            <a:pPr marL="0" lvl="0" indent="0" algn="l" rtl="0">
              <a:spcBef>
                <a:spcPts val="0"/>
              </a:spcBef>
              <a:spcAft>
                <a:spcPts val="0"/>
              </a:spcAft>
              <a:buClr>
                <a:schemeClr val="lt1"/>
              </a:buClr>
              <a:buSzPts val="3200"/>
              <a:buFont typeface="Open Sans"/>
              <a:buNone/>
            </a:pPr>
            <a:r>
              <a:rPr lang="en-DE"/>
              <a:t>Research Task in Air Transport </a:t>
            </a:r>
            <a:br>
              <a:rPr lang="en-DE"/>
            </a:br>
            <a:r>
              <a:rPr lang="en-DE"/>
              <a:t>and Logistics</a:t>
            </a:r>
            <a:endParaRPr/>
          </a:p>
        </p:txBody>
      </p:sp>
      <p:sp>
        <p:nvSpPr>
          <p:cNvPr id="281" name="Google Shape;281;p1"/>
          <p:cNvSpPr txBox="1">
            <a:spLocks noGrp="1"/>
          </p:cNvSpPr>
          <p:nvPr>
            <p:ph type="subTitle" idx="2"/>
          </p:nvPr>
        </p:nvSpPr>
        <p:spPr>
          <a:xfrm>
            <a:off x="882772" y="5028236"/>
            <a:ext cx="2425344" cy="246221"/>
          </a:xfrm>
          <a:prstGeom prst="rect">
            <a:avLst/>
          </a:prstGeom>
          <a:noFill/>
          <a:ln>
            <a:noFill/>
          </a:ln>
        </p:spPr>
        <p:txBody>
          <a:bodyPr spcFirstLastPara="1" wrap="square" lIns="0" tIns="0" rIns="0" bIns="0" anchor="t" anchorCtr="0">
            <a:spAutoFit/>
          </a:bodyPr>
          <a:lstStyle/>
          <a:p>
            <a:pPr marL="0" lvl="0" indent="0" algn="l" rtl="0">
              <a:spcBef>
                <a:spcPts val="0"/>
              </a:spcBef>
              <a:spcAft>
                <a:spcPts val="0"/>
              </a:spcAft>
              <a:buClr>
                <a:schemeClr val="lt1"/>
              </a:buClr>
              <a:buSzPts val="1600"/>
              <a:buNone/>
            </a:pPr>
            <a:r>
              <a:rPr lang="en-DE"/>
              <a:t>Winter Semester 2025/26</a:t>
            </a:r>
            <a:endParaRPr/>
          </a:p>
        </p:txBody>
      </p:sp>
      <p:sp>
        <p:nvSpPr>
          <p:cNvPr id="282" name="Google Shape;282;p1"/>
          <p:cNvSpPr txBox="1">
            <a:spLocks noGrp="1"/>
          </p:cNvSpPr>
          <p:nvPr>
            <p:ph type="body" idx="3"/>
          </p:nvPr>
        </p:nvSpPr>
        <p:spPr>
          <a:xfrm>
            <a:off x="882808" y="3138045"/>
            <a:ext cx="4459811" cy="246221"/>
          </a:xfrm>
          <a:prstGeom prst="rect">
            <a:avLst/>
          </a:prstGeom>
          <a:noFill/>
          <a:ln>
            <a:noFill/>
          </a:ln>
        </p:spPr>
        <p:txBody>
          <a:bodyPr spcFirstLastPara="1" wrap="square" lIns="0" tIns="0" rIns="0" bIns="0" anchor="t" anchorCtr="0">
            <a:spAutoFit/>
          </a:bodyPr>
          <a:lstStyle/>
          <a:p>
            <a:pPr marL="0" lvl="0" indent="0" algn="l" rtl="0">
              <a:spcBef>
                <a:spcPts val="0"/>
              </a:spcBef>
              <a:spcAft>
                <a:spcPts val="0"/>
              </a:spcAft>
              <a:buClr>
                <a:schemeClr val="lt1"/>
              </a:buClr>
              <a:buSzPts val="1600"/>
              <a:buNone/>
            </a:pPr>
            <a:r>
              <a:rPr lang="en-DE"/>
              <a:t>Chair of Air Transport Technology and Logistics</a:t>
            </a:r>
            <a:endParaRPr/>
          </a:p>
        </p:txBody>
      </p:sp>
      <p:sp>
        <p:nvSpPr>
          <p:cNvPr id="283" name="Google Shape;283;p1"/>
          <p:cNvSpPr txBox="1">
            <a:spLocks noGrp="1"/>
          </p:cNvSpPr>
          <p:nvPr>
            <p:ph type="body" idx="5"/>
          </p:nvPr>
        </p:nvSpPr>
        <p:spPr>
          <a:xfrm>
            <a:off x="882808" y="5312641"/>
            <a:ext cx="1800173" cy="246221"/>
          </a:xfrm>
          <a:prstGeom prst="rect">
            <a:avLst/>
          </a:prstGeom>
          <a:noFill/>
          <a:ln>
            <a:noFill/>
          </a:ln>
        </p:spPr>
        <p:txBody>
          <a:bodyPr spcFirstLastPara="1" wrap="square" lIns="0" tIns="0" rIns="0" bIns="0" anchor="t" anchorCtr="0">
            <a:spAutoFit/>
          </a:bodyPr>
          <a:lstStyle/>
          <a:p>
            <a:pPr marL="0" lvl="0" indent="0" algn="l" rtl="0">
              <a:spcBef>
                <a:spcPts val="0"/>
              </a:spcBef>
              <a:spcAft>
                <a:spcPts val="0"/>
              </a:spcAft>
              <a:buClr>
                <a:schemeClr val="lt1"/>
              </a:buClr>
              <a:buSzPts val="1600"/>
              <a:buNone/>
            </a:pPr>
            <a:r>
              <a:rPr lang="en-DE"/>
              <a:t>09 December 2025</a:t>
            </a:r>
            <a:endParaRPr/>
          </a:p>
        </p:txBody>
      </p:sp>
      <p:pic>
        <p:nvPicPr>
          <p:cNvPr id="284" name="Google Shape;284;p1"/>
          <p:cNvPicPr preferRelativeResize="0"/>
          <p:nvPr/>
        </p:nvPicPr>
        <p:blipFill rotWithShape="1">
          <a:blip r:embed="rId4">
            <a:alphaModFix/>
          </a:blip>
          <a:srcRect/>
          <a:stretch/>
        </p:blipFill>
        <p:spPr>
          <a:xfrm>
            <a:off x="7642311" y="2253317"/>
            <a:ext cx="4168690" cy="2774919"/>
          </a:xfrm>
          <a:prstGeom prst="rect">
            <a:avLst/>
          </a:prstGeom>
          <a:solidFill>
            <a:srgbClr val="0070C0"/>
          </a:solidFill>
          <a:ln>
            <a:noFill/>
          </a:ln>
          <a:effectLst>
            <a:reflection stA="50000" endA="300" endPos="55500" dist="101600" dir="5400000" sy="-100000" algn="bl" rotWithShape="0"/>
          </a:effectLst>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blipFill>
          <a:blip r:embed="rId3">
            <a:alphaModFix amt="49000"/>
          </a:blip>
          <a:stretch>
            <a:fillRect/>
          </a:stretch>
        </a:blipFill>
        <a:effectLst/>
      </p:bgPr>
    </p:bg>
    <p:spTree>
      <p:nvGrpSpPr>
        <p:cNvPr id="1" name="Shape 288"/>
        <p:cNvGrpSpPr/>
        <p:nvPr/>
      </p:nvGrpSpPr>
      <p:grpSpPr>
        <a:xfrm>
          <a:off x="0" y="0"/>
          <a:ext cx="0" cy="0"/>
          <a:chOff x="0" y="0"/>
          <a:chExt cx="0" cy="0"/>
        </a:xfrm>
      </p:grpSpPr>
      <p:sp>
        <p:nvSpPr>
          <p:cNvPr id="289" name="Google Shape;289;p2"/>
          <p:cNvSpPr txBox="1"/>
          <p:nvPr/>
        </p:nvSpPr>
        <p:spPr>
          <a:xfrm>
            <a:off x="872288" y="1603283"/>
            <a:ext cx="5460379" cy="4900893"/>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DE" sz="2400" b="1" i="0" u="none" strike="noStrike" cap="none">
                <a:solidFill>
                  <a:srgbClr val="00345A"/>
                </a:solidFill>
                <a:latin typeface="Open Sans"/>
                <a:ea typeface="Open Sans"/>
                <a:cs typeface="Open Sans"/>
                <a:sym typeface="Open Sans"/>
              </a:rPr>
              <a:t>Table of Content</a:t>
            </a:r>
            <a:endParaRPr sz="2400" b="1" i="0" u="none" strike="noStrike">
              <a:solidFill>
                <a:srgbClr val="00345A"/>
              </a:solidFill>
              <a:latin typeface="Open Sans"/>
              <a:ea typeface="Open Sans"/>
              <a:cs typeface="Open Sans"/>
              <a:sym typeface="Open Sans"/>
            </a:endParaRPr>
          </a:p>
          <a:p>
            <a:pPr marL="0" marR="0" lvl="0" indent="0" algn="l" rtl="0">
              <a:spcBef>
                <a:spcPts val="0"/>
              </a:spcBef>
              <a:spcAft>
                <a:spcPts val="0"/>
              </a:spcAft>
              <a:buNone/>
            </a:pPr>
            <a:endParaRPr sz="2000" b="1">
              <a:solidFill>
                <a:srgbClr val="004586"/>
              </a:solidFill>
              <a:latin typeface="Helvetica Neue"/>
              <a:ea typeface="Helvetica Neue"/>
              <a:cs typeface="Helvetica Neue"/>
              <a:sym typeface="Helvetica Neue"/>
            </a:endParaRPr>
          </a:p>
          <a:p>
            <a:pPr marL="0" marR="0" lvl="0" indent="0" algn="l" rtl="0">
              <a:spcBef>
                <a:spcPts val="0"/>
              </a:spcBef>
              <a:spcAft>
                <a:spcPts val="0"/>
              </a:spcAft>
              <a:buNone/>
            </a:pPr>
            <a:endParaRPr sz="2000">
              <a:solidFill>
                <a:srgbClr val="004586"/>
              </a:solidFill>
              <a:latin typeface="Open Sans"/>
              <a:ea typeface="Open Sans"/>
              <a:cs typeface="Open Sans"/>
              <a:sym typeface="Open Sans"/>
            </a:endParaRPr>
          </a:p>
          <a:p>
            <a:pPr marL="457200" marR="0" lvl="0" indent="-457200" algn="l" rtl="0">
              <a:lnSpc>
                <a:spcPct val="150000"/>
              </a:lnSpc>
              <a:spcBef>
                <a:spcPts val="0"/>
              </a:spcBef>
              <a:spcAft>
                <a:spcPts val="0"/>
              </a:spcAft>
              <a:buClr>
                <a:srgbClr val="004586"/>
              </a:buClr>
              <a:buSzPts val="2000"/>
              <a:buFont typeface="Open Sans"/>
              <a:buAutoNum type="arabicPeriod"/>
            </a:pPr>
            <a:r>
              <a:rPr lang="en-DE" sz="2000" b="0" i="0">
                <a:solidFill>
                  <a:srgbClr val="004586"/>
                </a:solidFill>
                <a:latin typeface="Open Sans"/>
                <a:ea typeface="Open Sans"/>
                <a:cs typeface="Open Sans"/>
                <a:sym typeface="Open Sans"/>
              </a:rPr>
              <a:t>Provided Data</a:t>
            </a:r>
            <a:endParaRPr sz="2000" b="0" i="0">
              <a:solidFill>
                <a:srgbClr val="004586"/>
              </a:solidFill>
              <a:latin typeface="Open Sans"/>
              <a:ea typeface="Open Sans"/>
              <a:cs typeface="Open Sans"/>
              <a:sym typeface="Open Sans"/>
            </a:endParaRPr>
          </a:p>
          <a:p>
            <a:pPr marL="457200" marR="0" lvl="0" indent="-457200" algn="l" rtl="0">
              <a:lnSpc>
                <a:spcPct val="150000"/>
              </a:lnSpc>
              <a:spcBef>
                <a:spcPts val="225"/>
              </a:spcBef>
              <a:spcAft>
                <a:spcPts val="0"/>
              </a:spcAft>
              <a:buClr>
                <a:srgbClr val="004586"/>
              </a:buClr>
              <a:buSzPts val="2000"/>
              <a:buFont typeface="Open Sans"/>
              <a:buAutoNum type="arabicPeriod"/>
            </a:pPr>
            <a:r>
              <a:rPr lang="en-DE" sz="2000">
                <a:solidFill>
                  <a:srgbClr val="004586"/>
                </a:solidFill>
                <a:latin typeface="Open Sans"/>
                <a:ea typeface="Open Sans"/>
                <a:cs typeface="Open Sans"/>
                <a:sym typeface="Open Sans"/>
              </a:rPr>
              <a:t>Data Cleaning &amp; Feature Extraction</a:t>
            </a:r>
            <a:endParaRPr sz="2000" b="0" i="0">
              <a:solidFill>
                <a:srgbClr val="004586"/>
              </a:solidFill>
              <a:latin typeface="Open Sans"/>
              <a:ea typeface="Open Sans"/>
              <a:cs typeface="Open Sans"/>
              <a:sym typeface="Open Sans"/>
            </a:endParaRPr>
          </a:p>
          <a:p>
            <a:pPr marL="457200" marR="0" lvl="0" indent="-457200" algn="l" rtl="0">
              <a:lnSpc>
                <a:spcPct val="150000"/>
              </a:lnSpc>
              <a:spcBef>
                <a:spcPts val="225"/>
              </a:spcBef>
              <a:spcAft>
                <a:spcPts val="0"/>
              </a:spcAft>
              <a:buClr>
                <a:srgbClr val="004586"/>
              </a:buClr>
              <a:buSzPts val="2000"/>
              <a:buFont typeface="Open Sans"/>
              <a:buAutoNum type="arabicPeriod"/>
            </a:pPr>
            <a:r>
              <a:rPr lang="en-DE" sz="2000">
                <a:solidFill>
                  <a:srgbClr val="004586"/>
                </a:solidFill>
                <a:latin typeface="Open Sans"/>
                <a:ea typeface="Open Sans"/>
                <a:cs typeface="Open Sans"/>
                <a:sym typeface="Open Sans"/>
              </a:rPr>
              <a:t>Definition of different phase of flight</a:t>
            </a:r>
            <a:endParaRPr sz="2000" b="0" i="0">
              <a:solidFill>
                <a:srgbClr val="004586"/>
              </a:solidFill>
              <a:latin typeface="Open Sans"/>
              <a:ea typeface="Open Sans"/>
              <a:cs typeface="Open Sans"/>
              <a:sym typeface="Open Sans"/>
            </a:endParaRPr>
          </a:p>
          <a:p>
            <a:pPr marL="457200" marR="0" lvl="0" indent="-457200" algn="l" rtl="0">
              <a:lnSpc>
                <a:spcPct val="150000"/>
              </a:lnSpc>
              <a:spcBef>
                <a:spcPts val="225"/>
              </a:spcBef>
              <a:spcAft>
                <a:spcPts val="0"/>
              </a:spcAft>
              <a:buClr>
                <a:srgbClr val="004586"/>
              </a:buClr>
              <a:buSzPts val="2000"/>
              <a:buFont typeface="Open Sans"/>
              <a:buAutoNum type="arabicPeriod"/>
            </a:pPr>
            <a:r>
              <a:rPr lang="en-DE" sz="2000" b="0" i="0">
                <a:solidFill>
                  <a:srgbClr val="004586"/>
                </a:solidFill>
                <a:latin typeface="Open Sans"/>
                <a:ea typeface="Open Sans"/>
                <a:cs typeface="Open Sans"/>
                <a:sym typeface="Open Sans"/>
              </a:rPr>
              <a:t>Phase Segmentation</a:t>
            </a:r>
            <a:endParaRPr/>
          </a:p>
          <a:p>
            <a:pPr marL="457200" marR="0" lvl="0" indent="-457200" algn="l" rtl="0">
              <a:lnSpc>
                <a:spcPct val="150000"/>
              </a:lnSpc>
              <a:spcBef>
                <a:spcPts val="225"/>
              </a:spcBef>
              <a:spcAft>
                <a:spcPts val="0"/>
              </a:spcAft>
              <a:buClr>
                <a:srgbClr val="004586"/>
              </a:buClr>
              <a:buSzPts val="2000"/>
              <a:buFont typeface="Open Sans"/>
              <a:buAutoNum type="arabicPeriod"/>
            </a:pPr>
            <a:r>
              <a:rPr lang="en-DE" sz="2000" b="0" i="0">
                <a:solidFill>
                  <a:srgbClr val="004586"/>
                </a:solidFill>
                <a:latin typeface="Open Sans"/>
                <a:ea typeface="Open Sans"/>
                <a:cs typeface="Open Sans"/>
                <a:sym typeface="Open Sans"/>
              </a:rPr>
              <a:t>Physics Based Parameter and Equation</a:t>
            </a:r>
            <a:endParaRPr/>
          </a:p>
          <a:p>
            <a:pPr marL="457200" marR="0" lvl="0" indent="-457200" algn="l" rtl="0">
              <a:lnSpc>
                <a:spcPct val="150000"/>
              </a:lnSpc>
              <a:spcBef>
                <a:spcPts val="225"/>
              </a:spcBef>
              <a:spcAft>
                <a:spcPts val="0"/>
              </a:spcAft>
              <a:buClr>
                <a:srgbClr val="004586"/>
              </a:buClr>
              <a:buSzPts val="2000"/>
              <a:buFont typeface="Open Sans"/>
              <a:buAutoNum type="arabicPeriod"/>
            </a:pPr>
            <a:r>
              <a:rPr lang="en-DE" sz="2000" b="0" i="0">
                <a:solidFill>
                  <a:srgbClr val="004586"/>
                </a:solidFill>
                <a:latin typeface="Open Sans"/>
                <a:ea typeface="Open Sans"/>
                <a:cs typeface="Open Sans"/>
                <a:sym typeface="Open Sans"/>
              </a:rPr>
              <a:t>Efficiency and </a:t>
            </a:r>
            <a:r>
              <a:rPr lang="en-DE" sz="2000">
                <a:solidFill>
                  <a:srgbClr val="004586"/>
                </a:solidFill>
                <a:latin typeface="Open Sans"/>
                <a:ea typeface="Open Sans"/>
                <a:cs typeface="Open Sans"/>
                <a:sym typeface="Open Sans"/>
              </a:rPr>
              <a:t>E</a:t>
            </a:r>
            <a:r>
              <a:rPr lang="en-DE" sz="2000" b="0" i="0">
                <a:solidFill>
                  <a:srgbClr val="004586"/>
                </a:solidFill>
                <a:latin typeface="Open Sans"/>
                <a:ea typeface="Open Sans"/>
                <a:cs typeface="Open Sans"/>
                <a:sym typeface="Open Sans"/>
              </a:rPr>
              <a:t>valuation Metrics</a:t>
            </a:r>
            <a:endParaRPr sz="2000" b="0" i="0">
              <a:solidFill>
                <a:srgbClr val="004586"/>
              </a:solidFill>
              <a:latin typeface="Open Sans"/>
              <a:ea typeface="Open Sans"/>
              <a:cs typeface="Open Sans"/>
              <a:sym typeface="Open Sans"/>
            </a:endParaRPr>
          </a:p>
          <a:p>
            <a:pPr marL="457200" marR="0" lvl="0" indent="-330200" algn="l" rtl="0">
              <a:lnSpc>
                <a:spcPct val="150000"/>
              </a:lnSpc>
              <a:spcBef>
                <a:spcPts val="225"/>
              </a:spcBef>
              <a:spcAft>
                <a:spcPts val="0"/>
              </a:spcAft>
              <a:buClr>
                <a:schemeClr val="dk1"/>
              </a:buClr>
              <a:buSzPts val="2000"/>
              <a:buFont typeface="Open Sans"/>
              <a:buNone/>
            </a:pPr>
            <a:endParaRPr sz="2000" b="0" i="0">
              <a:solidFill>
                <a:srgbClr val="004586"/>
              </a:solidFill>
              <a:latin typeface="Open Sans"/>
              <a:ea typeface="Open Sans"/>
              <a:cs typeface="Open Sans"/>
              <a:sym typeface="Open Sans"/>
            </a:endParaRPr>
          </a:p>
          <a:p>
            <a:pPr marL="457200" marR="0" lvl="0" indent="-330200" algn="l" rtl="0">
              <a:lnSpc>
                <a:spcPct val="150000"/>
              </a:lnSpc>
              <a:spcBef>
                <a:spcPts val="225"/>
              </a:spcBef>
              <a:spcAft>
                <a:spcPts val="0"/>
              </a:spcAft>
              <a:buClr>
                <a:schemeClr val="dk1"/>
              </a:buClr>
              <a:buSzPts val="2000"/>
              <a:buFont typeface="Open Sans"/>
              <a:buNone/>
            </a:pPr>
            <a:endParaRPr sz="2000" b="0" i="0">
              <a:solidFill>
                <a:srgbClr val="004586"/>
              </a:solidFill>
              <a:latin typeface="Open Sans"/>
              <a:ea typeface="Open Sans"/>
              <a:cs typeface="Open Sans"/>
              <a:sym typeface="Open Sans"/>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54E76A-34CB-F19C-DCFE-7821F64DD74C}"/>
              </a:ext>
            </a:extLst>
          </p:cNvPr>
          <p:cNvSpPr>
            <a:spLocks noGrp="1"/>
          </p:cNvSpPr>
          <p:nvPr>
            <p:ph type="title"/>
          </p:nvPr>
        </p:nvSpPr>
        <p:spPr/>
        <p:txBody>
          <a:bodyPr/>
          <a:lstStyle/>
          <a:p>
            <a:r>
              <a:rPr lang="de-DE" dirty="0"/>
              <a:t>Research Topic &amp; Motivation</a:t>
            </a:r>
            <a:endParaRPr lang="en-DE" dirty="0"/>
          </a:p>
        </p:txBody>
      </p:sp>
      <p:sp>
        <p:nvSpPr>
          <p:cNvPr id="3" name="Text Placeholder 2">
            <a:extLst>
              <a:ext uri="{FF2B5EF4-FFF2-40B4-BE49-F238E27FC236}">
                <a16:creationId xmlns:a16="http://schemas.microsoft.com/office/drawing/2014/main" id="{FA2AC09E-BFB3-E554-7C08-932B73ED958D}"/>
              </a:ext>
            </a:extLst>
          </p:cNvPr>
          <p:cNvSpPr>
            <a:spLocks noGrp="1"/>
          </p:cNvSpPr>
          <p:nvPr>
            <p:ph type="body" idx="1"/>
          </p:nvPr>
        </p:nvSpPr>
        <p:spPr/>
        <p:txBody>
          <a:bodyPr/>
          <a:lstStyle/>
          <a:p>
            <a:pPr marL="0" lvl="0" indent="0">
              <a:spcBef>
                <a:spcPts val="0"/>
              </a:spcBef>
              <a:buSzPts val="1600"/>
            </a:pPr>
            <a:r>
              <a:rPr lang="en-GB" dirty="0"/>
              <a:t>Research Topic: </a:t>
            </a:r>
          </a:p>
          <a:p>
            <a:pPr marL="0" lvl="0" indent="0">
              <a:spcBef>
                <a:spcPts val="1200"/>
              </a:spcBef>
              <a:buSzPts val="1600"/>
            </a:pPr>
            <a:r>
              <a:rPr lang="en-GB" b="0" dirty="0"/>
              <a:t>Energy consumption </a:t>
            </a:r>
            <a:r>
              <a:rPr lang="en-GB" b="0" dirty="0" err="1"/>
              <a:t>modeling</a:t>
            </a:r>
            <a:r>
              <a:rPr lang="en-GB" b="0" dirty="0"/>
              <a:t> for UAVs using flight data and mission parameters</a:t>
            </a:r>
            <a:endParaRPr lang="en-GB" dirty="0"/>
          </a:p>
          <a:p>
            <a:pPr marL="0" lvl="0" indent="0">
              <a:spcBef>
                <a:spcPts val="1200"/>
              </a:spcBef>
              <a:buSzPts val="1600"/>
            </a:pPr>
            <a:r>
              <a:rPr lang="en-GB" dirty="0"/>
              <a:t>Why </a:t>
            </a:r>
            <a:r>
              <a:rPr lang="en-DE" dirty="0"/>
              <a:t>t</a:t>
            </a:r>
            <a:r>
              <a:rPr lang="en-GB" dirty="0"/>
              <a:t>his </a:t>
            </a:r>
            <a:r>
              <a:rPr lang="en-DE" dirty="0"/>
              <a:t>r</a:t>
            </a:r>
            <a:r>
              <a:rPr lang="en-GB" dirty="0" err="1"/>
              <a:t>esearch</a:t>
            </a:r>
            <a:r>
              <a:rPr lang="en-GB" dirty="0"/>
              <a:t>?</a:t>
            </a:r>
          </a:p>
          <a:p>
            <a:pPr marL="285750" lvl="0" indent="-285750">
              <a:spcBef>
                <a:spcPts val="1200"/>
              </a:spcBef>
              <a:buSzPts val="1600"/>
              <a:buFont typeface="Arial"/>
              <a:buChar char="•"/>
            </a:pPr>
            <a:r>
              <a:rPr lang="en-GB" b="0" dirty="0"/>
              <a:t>Help to understand how speed, altitude, wind affect energy use</a:t>
            </a:r>
            <a:endParaRPr lang="en-GB" dirty="0"/>
          </a:p>
          <a:p>
            <a:pPr marL="285750" lvl="0" indent="-285750">
              <a:spcBef>
                <a:spcPts val="1200"/>
              </a:spcBef>
              <a:buSzPts val="1600"/>
              <a:buFont typeface="Arial"/>
              <a:buChar char="•"/>
            </a:pPr>
            <a:r>
              <a:rPr lang="en-GB" b="0" dirty="0"/>
              <a:t>Safe Return-to-Home(RTH) decision</a:t>
            </a:r>
            <a:endParaRPr lang="en-GB" dirty="0"/>
          </a:p>
          <a:p>
            <a:pPr marL="285750" lvl="0" indent="-285750">
              <a:spcBef>
                <a:spcPts val="1200"/>
              </a:spcBef>
              <a:buSzPts val="1600"/>
              <a:buFont typeface="Arial"/>
              <a:buChar char="•"/>
            </a:pPr>
            <a:r>
              <a:rPr lang="en-GB" b="0" dirty="0"/>
              <a:t>Support mission feasibility and endurance planning </a:t>
            </a:r>
          </a:p>
          <a:p>
            <a:endParaRPr lang="en-DE" dirty="0"/>
          </a:p>
        </p:txBody>
      </p:sp>
      <p:sp>
        <p:nvSpPr>
          <p:cNvPr id="4" name="Text Placeholder 3">
            <a:extLst>
              <a:ext uri="{FF2B5EF4-FFF2-40B4-BE49-F238E27FC236}">
                <a16:creationId xmlns:a16="http://schemas.microsoft.com/office/drawing/2014/main" id="{7586E355-1B1D-C263-1089-4C02156CE167}"/>
              </a:ext>
            </a:extLst>
          </p:cNvPr>
          <p:cNvSpPr>
            <a:spLocks noGrp="1"/>
          </p:cNvSpPr>
          <p:nvPr>
            <p:ph type="body" idx="2"/>
          </p:nvPr>
        </p:nvSpPr>
        <p:spPr/>
        <p:txBody>
          <a:bodyPr/>
          <a:lstStyle/>
          <a:p>
            <a:r>
              <a:rPr lang="de-DE" dirty="0"/>
              <a:t>How </a:t>
            </a:r>
            <a:r>
              <a:rPr lang="de-DE" dirty="0" err="1"/>
              <a:t>we</a:t>
            </a:r>
            <a:r>
              <a:rPr lang="de-DE" dirty="0"/>
              <a:t> </a:t>
            </a:r>
            <a:r>
              <a:rPr lang="de-DE" dirty="0" err="1"/>
              <a:t>are</a:t>
            </a:r>
            <a:r>
              <a:rPr lang="de-DE" dirty="0"/>
              <a:t> </a:t>
            </a:r>
            <a:r>
              <a:rPr lang="de-DE" dirty="0" err="1"/>
              <a:t>doing</a:t>
            </a:r>
            <a:r>
              <a:rPr lang="de-DE" dirty="0"/>
              <a:t> </a:t>
            </a:r>
            <a:r>
              <a:rPr lang="de-DE" dirty="0" err="1"/>
              <a:t>this</a:t>
            </a:r>
            <a:r>
              <a:rPr lang="de-DE" dirty="0"/>
              <a:t> </a:t>
            </a:r>
            <a:r>
              <a:rPr lang="de-DE" dirty="0" err="1"/>
              <a:t>research</a:t>
            </a:r>
            <a:r>
              <a:rPr lang="de-DE" dirty="0"/>
              <a:t>?</a:t>
            </a:r>
            <a:endParaRPr lang="en-DE" dirty="0"/>
          </a:p>
          <a:p>
            <a:endParaRPr lang="de-DE" dirty="0"/>
          </a:p>
          <a:p>
            <a:pPr marL="571500" indent="-342900">
              <a:buFont typeface="+mj-lt"/>
              <a:buAutoNum type="arabicPeriod"/>
            </a:pPr>
            <a:r>
              <a:rPr lang="de-DE" dirty="0"/>
              <a:t>Data </a:t>
            </a:r>
            <a:r>
              <a:rPr lang="de-DE" dirty="0" err="1"/>
              <a:t>collection</a:t>
            </a:r>
            <a:r>
              <a:rPr lang="de-DE" dirty="0"/>
              <a:t> and </a:t>
            </a:r>
            <a:r>
              <a:rPr lang="de-DE" dirty="0" err="1"/>
              <a:t>cleaning</a:t>
            </a:r>
            <a:endParaRPr lang="en-DE" dirty="0"/>
          </a:p>
          <a:p>
            <a:pPr marL="514350" indent="-285750">
              <a:buFont typeface="Arial" panose="020B0604020202020204" pitchFamily="34" charset="0"/>
              <a:buChar char="•"/>
            </a:pPr>
            <a:r>
              <a:rPr lang="de-DE" b="0" dirty="0"/>
              <a:t>Use UAV </a:t>
            </a:r>
            <a:r>
              <a:rPr lang="de-DE" b="0" dirty="0" err="1"/>
              <a:t>flight</a:t>
            </a:r>
            <a:r>
              <a:rPr lang="de-DE" b="0" dirty="0"/>
              <a:t> </a:t>
            </a:r>
            <a:r>
              <a:rPr lang="de-DE" b="0" dirty="0" err="1"/>
              <a:t>datasets</a:t>
            </a:r>
            <a:endParaRPr lang="de-DE" b="0" dirty="0"/>
          </a:p>
          <a:p>
            <a:r>
              <a:rPr lang="de-DE" dirty="0"/>
              <a:t>2</a:t>
            </a:r>
            <a:r>
              <a:rPr lang="en-DE" dirty="0"/>
              <a:t>.   </a:t>
            </a:r>
            <a:r>
              <a:rPr lang="de-DE" dirty="0"/>
              <a:t>Feature </a:t>
            </a:r>
            <a:r>
              <a:rPr lang="de-DE" dirty="0" err="1"/>
              <a:t>extraction</a:t>
            </a:r>
            <a:r>
              <a:rPr lang="de-DE" dirty="0"/>
              <a:t> and </a:t>
            </a:r>
            <a:r>
              <a:rPr lang="de-DE" dirty="0" err="1"/>
              <a:t>data</a:t>
            </a:r>
            <a:r>
              <a:rPr lang="de-DE" dirty="0"/>
              <a:t> </a:t>
            </a:r>
            <a:r>
              <a:rPr lang="de-DE" dirty="0" err="1"/>
              <a:t>segmentation</a:t>
            </a:r>
            <a:endParaRPr lang="de-DE" dirty="0"/>
          </a:p>
          <a:p>
            <a:pPr marL="514350" indent="-285750">
              <a:buFont typeface="Arial" panose="020B0604020202020204" pitchFamily="34" charset="0"/>
              <a:buChar char="•"/>
            </a:pPr>
            <a:r>
              <a:rPr lang="en-DE" b="0" dirty="0"/>
              <a:t> </a:t>
            </a:r>
            <a:r>
              <a:rPr lang="de-DE" b="0" dirty="0"/>
              <a:t>Segment </a:t>
            </a:r>
            <a:r>
              <a:rPr lang="de-DE" b="0" dirty="0" err="1"/>
              <a:t>flights</a:t>
            </a:r>
            <a:r>
              <a:rPr lang="de-DE" b="0" dirty="0"/>
              <a:t>(</a:t>
            </a:r>
            <a:r>
              <a:rPr lang="de-DE" b="0" dirty="0" err="1"/>
              <a:t>climb</a:t>
            </a:r>
            <a:r>
              <a:rPr lang="de-DE" b="0" dirty="0"/>
              <a:t>, cruise, </a:t>
            </a:r>
            <a:r>
              <a:rPr lang="de-DE" b="0" dirty="0" err="1"/>
              <a:t>hover</a:t>
            </a:r>
            <a:r>
              <a:rPr lang="de-DE" b="0" dirty="0"/>
              <a:t>, </a:t>
            </a:r>
            <a:r>
              <a:rPr lang="de-DE" b="0" dirty="0" err="1"/>
              <a:t>descent</a:t>
            </a:r>
            <a:r>
              <a:rPr lang="de-DE" b="0" dirty="0"/>
              <a:t>, </a:t>
            </a:r>
            <a:r>
              <a:rPr lang="de-DE" b="0" dirty="0" err="1"/>
              <a:t>taxi</a:t>
            </a:r>
            <a:r>
              <a:rPr lang="de-DE" b="0" dirty="0"/>
              <a:t>)</a:t>
            </a:r>
          </a:p>
          <a:p>
            <a:r>
              <a:rPr lang="de-DE" dirty="0"/>
              <a:t>3. </a:t>
            </a:r>
            <a:r>
              <a:rPr lang="en-DE" dirty="0"/>
              <a:t>  </a:t>
            </a:r>
            <a:r>
              <a:rPr lang="de-DE" dirty="0"/>
              <a:t>Model </a:t>
            </a:r>
            <a:r>
              <a:rPr lang="de-DE" dirty="0" err="1"/>
              <a:t>development</a:t>
            </a:r>
            <a:endParaRPr lang="de-DE" dirty="0"/>
          </a:p>
          <a:p>
            <a:pPr marL="514350" indent="-285750">
              <a:buFont typeface="Arial" panose="020B0604020202020204" pitchFamily="34" charset="0"/>
              <a:buChar char="•"/>
            </a:pPr>
            <a:r>
              <a:rPr lang="de-DE" b="0" dirty="0" err="1"/>
              <a:t>Build</a:t>
            </a:r>
            <a:r>
              <a:rPr lang="de-DE" b="0" dirty="0"/>
              <a:t> </a:t>
            </a:r>
            <a:r>
              <a:rPr lang="de-DE" b="0" dirty="0" err="1"/>
              <a:t>physics-based</a:t>
            </a:r>
            <a:r>
              <a:rPr lang="de-DE" b="0" dirty="0"/>
              <a:t> </a:t>
            </a:r>
            <a:r>
              <a:rPr lang="de-DE" b="0" dirty="0" err="1"/>
              <a:t>model</a:t>
            </a:r>
            <a:endParaRPr lang="de-DE" b="0" dirty="0"/>
          </a:p>
          <a:p>
            <a:pPr marL="514350" indent="-285750">
              <a:buFont typeface="Arial" panose="020B0604020202020204" pitchFamily="34" charset="0"/>
              <a:buChar char="•"/>
            </a:pPr>
            <a:r>
              <a:rPr lang="de-DE" b="0" dirty="0" err="1"/>
              <a:t>Build</a:t>
            </a:r>
            <a:r>
              <a:rPr lang="de-DE" b="0" dirty="0"/>
              <a:t>  </a:t>
            </a:r>
            <a:r>
              <a:rPr lang="de-DE" b="0" dirty="0" err="1"/>
              <a:t>data-driven</a:t>
            </a:r>
            <a:r>
              <a:rPr lang="de-DE" b="0" dirty="0"/>
              <a:t> </a:t>
            </a:r>
            <a:r>
              <a:rPr lang="de-DE" b="0" dirty="0" err="1"/>
              <a:t>model</a:t>
            </a:r>
            <a:endParaRPr lang="de-DE" b="0" dirty="0"/>
          </a:p>
          <a:p>
            <a:r>
              <a:rPr lang="de-DE" dirty="0"/>
              <a:t>4. </a:t>
            </a:r>
            <a:r>
              <a:rPr lang="en-DE" dirty="0"/>
              <a:t>  </a:t>
            </a:r>
            <a:r>
              <a:rPr lang="de-DE" dirty="0"/>
              <a:t>Validation &amp; </a:t>
            </a:r>
            <a:r>
              <a:rPr lang="de-DE" dirty="0" err="1"/>
              <a:t>Comparison</a:t>
            </a:r>
            <a:endParaRPr lang="de-DE" dirty="0"/>
          </a:p>
          <a:p>
            <a:pPr marL="514350" indent="-285750">
              <a:buFont typeface="Arial" panose="020B0604020202020204" pitchFamily="34" charset="0"/>
              <a:buChar char="•"/>
            </a:pPr>
            <a:r>
              <a:rPr lang="de-DE" b="0" dirty="0" err="1"/>
              <a:t>Compare</a:t>
            </a:r>
            <a:r>
              <a:rPr lang="de-DE" b="0" dirty="0"/>
              <a:t> </a:t>
            </a:r>
            <a:r>
              <a:rPr lang="de-DE" b="0" dirty="0" err="1"/>
              <a:t>prediction</a:t>
            </a:r>
            <a:r>
              <a:rPr lang="de-DE" b="0" dirty="0"/>
              <a:t> </a:t>
            </a:r>
            <a:r>
              <a:rPr lang="de-DE" b="0" dirty="0" err="1"/>
              <a:t>using</a:t>
            </a:r>
            <a:r>
              <a:rPr lang="de-DE" b="0" dirty="0"/>
              <a:t> MAE, RMSE, MAPE</a:t>
            </a:r>
          </a:p>
          <a:p>
            <a:endParaRPr lang="en-DE" dirty="0"/>
          </a:p>
        </p:txBody>
      </p:sp>
    </p:spTree>
    <p:extLst>
      <p:ext uri="{BB962C8B-B14F-4D97-AF65-F5344CB8AC3E}">
        <p14:creationId xmlns:p14="http://schemas.microsoft.com/office/powerpoint/2010/main" val="5655371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299"/>
        <p:cNvGrpSpPr/>
        <p:nvPr/>
      </p:nvGrpSpPr>
      <p:grpSpPr>
        <a:xfrm>
          <a:off x="0" y="0"/>
          <a:ext cx="0" cy="0"/>
          <a:chOff x="0" y="0"/>
          <a:chExt cx="0" cy="0"/>
        </a:xfrm>
      </p:grpSpPr>
      <p:sp>
        <p:nvSpPr>
          <p:cNvPr id="300" name="Google Shape;300;p4"/>
          <p:cNvSpPr txBox="1">
            <a:spLocks noGrp="1"/>
          </p:cNvSpPr>
          <p:nvPr>
            <p:ph type="title"/>
          </p:nvPr>
        </p:nvSpPr>
        <p:spPr>
          <a:xfrm>
            <a:off x="874712" y="346075"/>
            <a:ext cx="10580687" cy="684213"/>
          </a:xfrm>
          <a:prstGeom prst="rect">
            <a:avLst/>
          </a:prstGeom>
          <a:noFill/>
          <a:ln>
            <a:noFill/>
          </a:ln>
        </p:spPr>
        <p:txBody>
          <a:bodyPr spcFirstLastPara="1" wrap="square" lIns="0" tIns="0" rIns="0" bIns="0" anchor="t" anchorCtr="0">
            <a:noAutofit/>
          </a:bodyPr>
          <a:lstStyle/>
          <a:p>
            <a:pPr marL="0" lvl="0" indent="0" algn="l" rtl="0">
              <a:spcBef>
                <a:spcPts val="0"/>
              </a:spcBef>
              <a:spcAft>
                <a:spcPts val="0"/>
              </a:spcAft>
              <a:buClr>
                <a:schemeClr val="accent1"/>
              </a:buClr>
              <a:buSzPts val="2400"/>
              <a:buFont typeface="Open Sans"/>
              <a:buNone/>
            </a:pPr>
            <a:r>
              <a:rPr lang="en-DE"/>
              <a:t>Provided Data</a:t>
            </a:r>
            <a:endParaRPr/>
          </a:p>
        </p:txBody>
      </p:sp>
      <p:sp>
        <p:nvSpPr>
          <p:cNvPr id="301" name="Google Shape;301;p4"/>
          <p:cNvSpPr txBox="1">
            <a:spLocks noGrp="1"/>
          </p:cNvSpPr>
          <p:nvPr>
            <p:ph type="body" idx="1"/>
          </p:nvPr>
        </p:nvSpPr>
        <p:spPr>
          <a:xfrm>
            <a:off x="874710" y="1484313"/>
            <a:ext cx="3286631" cy="4344987"/>
          </a:xfrm>
          <a:prstGeom prst="rect">
            <a:avLst/>
          </a:prstGeom>
          <a:noFill/>
          <a:ln>
            <a:noFill/>
          </a:ln>
        </p:spPr>
        <p:txBody>
          <a:bodyPr spcFirstLastPara="1" wrap="square" lIns="0" tIns="0" rIns="0" bIns="0" anchor="t" anchorCtr="0">
            <a:noAutofit/>
          </a:bodyPr>
          <a:lstStyle/>
          <a:p>
            <a:pPr marL="0" lvl="0" indent="0" algn="l" rtl="0">
              <a:spcBef>
                <a:spcPts val="0"/>
              </a:spcBef>
              <a:spcAft>
                <a:spcPts val="0"/>
              </a:spcAft>
              <a:buClr>
                <a:schemeClr val="accent1"/>
              </a:buClr>
              <a:buSzPts val="1600"/>
              <a:buNone/>
            </a:pPr>
            <a:r>
              <a:rPr lang="en-DE"/>
              <a:t>Given UAV Flight Data includes:</a:t>
            </a:r>
            <a:endParaRPr/>
          </a:p>
          <a:p>
            <a:pPr marL="285750" lvl="0" indent="-285750" algn="l" rtl="0">
              <a:spcBef>
                <a:spcPts val="1200"/>
              </a:spcBef>
              <a:spcAft>
                <a:spcPts val="0"/>
              </a:spcAft>
              <a:buClr>
                <a:schemeClr val="accent1"/>
              </a:buClr>
              <a:buSzPts val="1600"/>
              <a:buFont typeface="Arial"/>
              <a:buChar char="•"/>
            </a:pPr>
            <a:r>
              <a:rPr lang="en-DE" b="0"/>
              <a:t>Fight number</a:t>
            </a:r>
            <a:endParaRPr b="0"/>
          </a:p>
          <a:p>
            <a:pPr marL="285750" lvl="0" indent="-285750" algn="l" rtl="0">
              <a:spcBef>
                <a:spcPts val="1200"/>
              </a:spcBef>
              <a:spcAft>
                <a:spcPts val="0"/>
              </a:spcAft>
              <a:buClr>
                <a:schemeClr val="accent1"/>
              </a:buClr>
              <a:buSzPts val="1600"/>
              <a:buFont typeface="Arial"/>
              <a:buChar char="•"/>
            </a:pPr>
            <a:r>
              <a:rPr lang="en-DE" b="0"/>
              <a:t>Date and time</a:t>
            </a:r>
            <a:endParaRPr/>
          </a:p>
          <a:p>
            <a:pPr marL="285750" lvl="0" indent="-285750" algn="l" rtl="0">
              <a:spcBef>
                <a:spcPts val="1200"/>
              </a:spcBef>
              <a:spcAft>
                <a:spcPts val="0"/>
              </a:spcAft>
              <a:buClr>
                <a:schemeClr val="accent1"/>
              </a:buClr>
              <a:buSzPts val="1600"/>
              <a:buFont typeface="Arial"/>
              <a:buChar char="•"/>
            </a:pPr>
            <a:r>
              <a:rPr lang="en-DE" b="0"/>
              <a:t>Predefined Altitude</a:t>
            </a:r>
            <a:endParaRPr b="0"/>
          </a:p>
          <a:p>
            <a:pPr marL="285750" lvl="0" indent="-285750" algn="l" rtl="0">
              <a:spcBef>
                <a:spcPts val="1200"/>
              </a:spcBef>
              <a:spcAft>
                <a:spcPts val="0"/>
              </a:spcAft>
              <a:buClr>
                <a:schemeClr val="accent1"/>
              </a:buClr>
              <a:buSzPts val="1600"/>
              <a:buFont typeface="Arial"/>
              <a:buChar char="•"/>
            </a:pPr>
            <a:r>
              <a:rPr lang="en-DE" b="0"/>
              <a:t>Position (x,y,z directions)</a:t>
            </a:r>
            <a:endParaRPr b="0"/>
          </a:p>
          <a:p>
            <a:pPr marL="285750" lvl="0" indent="-285750" algn="l" rtl="0">
              <a:spcBef>
                <a:spcPts val="1200"/>
              </a:spcBef>
              <a:spcAft>
                <a:spcPts val="0"/>
              </a:spcAft>
              <a:buClr>
                <a:schemeClr val="accent1"/>
              </a:buClr>
              <a:buSzPts val="1600"/>
              <a:buFont typeface="Arial"/>
              <a:buChar char="•"/>
            </a:pPr>
            <a:r>
              <a:rPr lang="en-DE" b="0"/>
              <a:t>Acceleration(x,y,z directions)</a:t>
            </a:r>
            <a:endParaRPr/>
          </a:p>
          <a:p>
            <a:pPr marL="285750" lvl="0" indent="-285750" algn="l" rtl="0">
              <a:spcBef>
                <a:spcPts val="1200"/>
              </a:spcBef>
              <a:spcAft>
                <a:spcPts val="0"/>
              </a:spcAft>
              <a:buClr>
                <a:schemeClr val="accent1"/>
              </a:buClr>
              <a:buSzPts val="1600"/>
              <a:buFont typeface="Arial"/>
              <a:buChar char="•"/>
            </a:pPr>
            <a:r>
              <a:rPr lang="en-DE" b="0"/>
              <a:t>Orientation (x,y,z,w direction)</a:t>
            </a:r>
            <a:endParaRPr/>
          </a:p>
          <a:p>
            <a:pPr marL="285750" lvl="0" indent="-285750" algn="l" rtl="0">
              <a:spcBef>
                <a:spcPts val="1200"/>
              </a:spcBef>
              <a:spcAft>
                <a:spcPts val="0"/>
              </a:spcAft>
              <a:buClr>
                <a:schemeClr val="accent1"/>
              </a:buClr>
              <a:buSzPts val="1600"/>
              <a:buFont typeface="Arial"/>
              <a:buChar char="•"/>
            </a:pPr>
            <a:r>
              <a:rPr lang="en-DE" b="0"/>
              <a:t>Battery status(voltage, current)</a:t>
            </a:r>
            <a:endParaRPr/>
          </a:p>
          <a:p>
            <a:pPr marL="285750" lvl="0" indent="-285750" algn="l" rtl="0">
              <a:spcBef>
                <a:spcPts val="1200"/>
              </a:spcBef>
              <a:spcAft>
                <a:spcPts val="0"/>
              </a:spcAft>
              <a:buClr>
                <a:schemeClr val="accent1"/>
              </a:buClr>
              <a:buSzPts val="1600"/>
              <a:buFont typeface="Arial"/>
              <a:buChar char="•"/>
            </a:pPr>
            <a:r>
              <a:rPr lang="en-DE" b="0"/>
              <a:t>Wind speed and angle</a:t>
            </a:r>
            <a:endParaRPr b="0"/>
          </a:p>
          <a:p>
            <a:pPr marL="285750" lvl="0" indent="-285750" algn="l" rtl="0">
              <a:spcBef>
                <a:spcPts val="1200"/>
              </a:spcBef>
              <a:spcAft>
                <a:spcPts val="0"/>
              </a:spcAft>
              <a:buClr>
                <a:schemeClr val="accent1"/>
              </a:buClr>
              <a:buSzPts val="1600"/>
              <a:buFont typeface="Arial"/>
              <a:buChar char="•"/>
            </a:pPr>
            <a:r>
              <a:rPr lang="en-DE" b="0"/>
              <a:t>Payload</a:t>
            </a:r>
            <a:endParaRPr b="0"/>
          </a:p>
          <a:p>
            <a:pPr marL="0" lvl="0" indent="0" algn="l" rtl="0">
              <a:spcBef>
                <a:spcPts val="1200"/>
              </a:spcBef>
              <a:spcAft>
                <a:spcPts val="0"/>
              </a:spcAft>
              <a:buClr>
                <a:schemeClr val="accent1"/>
              </a:buClr>
              <a:buSzPts val="1600"/>
              <a:buNone/>
            </a:pPr>
            <a:endParaRPr b="0"/>
          </a:p>
          <a:p>
            <a:pPr marL="0" lvl="0" indent="0" algn="l" rtl="0">
              <a:spcBef>
                <a:spcPts val="1200"/>
              </a:spcBef>
              <a:spcAft>
                <a:spcPts val="0"/>
              </a:spcAft>
              <a:buClr>
                <a:schemeClr val="accent1"/>
              </a:buClr>
              <a:buSzPts val="1600"/>
              <a:buNone/>
            </a:pPr>
            <a:endParaRPr/>
          </a:p>
        </p:txBody>
      </p:sp>
      <p:pic>
        <p:nvPicPr>
          <p:cNvPr id="302" name="Google Shape;302;p4" descr="A white text on a blue background&#10;&#10;AI-generated content may be incorrect."/>
          <p:cNvPicPr preferRelativeResize="0"/>
          <p:nvPr/>
        </p:nvPicPr>
        <p:blipFill rotWithShape="1">
          <a:blip r:embed="rId3">
            <a:alphaModFix/>
          </a:blip>
          <a:srcRect/>
          <a:stretch/>
        </p:blipFill>
        <p:spPr>
          <a:xfrm>
            <a:off x="4515155" y="1352756"/>
            <a:ext cx="6115904" cy="4391638"/>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306"/>
        <p:cNvGrpSpPr/>
        <p:nvPr/>
      </p:nvGrpSpPr>
      <p:grpSpPr>
        <a:xfrm>
          <a:off x="0" y="0"/>
          <a:ext cx="0" cy="0"/>
          <a:chOff x="0" y="0"/>
          <a:chExt cx="0" cy="0"/>
        </a:xfrm>
      </p:grpSpPr>
      <p:sp>
        <p:nvSpPr>
          <p:cNvPr id="307" name="Google Shape;307;p5"/>
          <p:cNvSpPr txBox="1">
            <a:spLocks noGrp="1"/>
          </p:cNvSpPr>
          <p:nvPr>
            <p:ph type="title"/>
          </p:nvPr>
        </p:nvSpPr>
        <p:spPr>
          <a:xfrm>
            <a:off x="874712" y="346075"/>
            <a:ext cx="10580687" cy="684213"/>
          </a:xfrm>
          <a:prstGeom prst="rect">
            <a:avLst/>
          </a:prstGeom>
          <a:noFill/>
          <a:ln>
            <a:noFill/>
          </a:ln>
        </p:spPr>
        <p:txBody>
          <a:bodyPr spcFirstLastPara="1" wrap="square" lIns="0" tIns="0" rIns="0" bIns="0" anchor="t" anchorCtr="0">
            <a:noAutofit/>
          </a:bodyPr>
          <a:lstStyle/>
          <a:p>
            <a:pPr marL="0" lvl="0" indent="0" algn="l" rtl="0">
              <a:spcBef>
                <a:spcPts val="0"/>
              </a:spcBef>
              <a:spcAft>
                <a:spcPts val="0"/>
              </a:spcAft>
              <a:buClr>
                <a:schemeClr val="accent1"/>
              </a:buClr>
              <a:buSzPts val="2400"/>
              <a:buFont typeface="Open Sans"/>
              <a:buNone/>
            </a:pPr>
            <a:r>
              <a:rPr lang="en-DE"/>
              <a:t>Data Cleaning &amp; Feature Extraction</a:t>
            </a:r>
            <a:endParaRPr/>
          </a:p>
        </p:txBody>
      </p:sp>
      <p:sp>
        <p:nvSpPr>
          <p:cNvPr id="308" name="Google Shape;308;p5"/>
          <p:cNvSpPr txBox="1">
            <a:spLocks noGrp="1"/>
          </p:cNvSpPr>
          <p:nvPr>
            <p:ph type="body" idx="1"/>
          </p:nvPr>
        </p:nvSpPr>
        <p:spPr>
          <a:xfrm>
            <a:off x="874713" y="1481138"/>
            <a:ext cx="5195887" cy="4360862"/>
          </a:xfrm>
          <a:prstGeom prst="rect">
            <a:avLst/>
          </a:prstGeom>
          <a:noFill/>
          <a:ln>
            <a:noFill/>
          </a:ln>
        </p:spPr>
        <p:txBody>
          <a:bodyPr spcFirstLastPara="1" wrap="square" lIns="0" tIns="0" rIns="0" bIns="0" anchor="t" anchorCtr="0">
            <a:noAutofit/>
          </a:bodyPr>
          <a:lstStyle/>
          <a:p>
            <a:pPr marL="0" lvl="0" indent="0" algn="l" rtl="0">
              <a:spcBef>
                <a:spcPts val="0"/>
              </a:spcBef>
              <a:spcAft>
                <a:spcPts val="0"/>
              </a:spcAft>
              <a:buClr>
                <a:schemeClr val="accent1"/>
              </a:buClr>
              <a:buSzPts val="1600"/>
              <a:buNone/>
            </a:pPr>
            <a:r>
              <a:rPr lang="en-DE"/>
              <a:t>Data cleaning Steps:</a:t>
            </a:r>
            <a:endParaRPr/>
          </a:p>
          <a:p>
            <a:pPr marL="0" lvl="0" indent="0" algn="l" rtl="0">
              <a:spcBef>
                <a:spcPts val="600"/>
              </a:spcBef>
              <a:spcAft>
                <a:spcPts val="0"/>
              </a:spcAft>
              <a:buClr>
                <a:schemeClr val="accent1"/>
              </a:buClr>
              <a:buSzPts val="1600"/>
              <a:buNone/>
            </a:pPr>
            <a:endParaRPr/>
          </a:p>
          <a:p>
            <a:pPr marL="285750" lvl="0" indent="-285750" algn="l" rtl="0">
              <a:spcBef>
                <a:spcPts val="600"/>
              </a:spcBef>
              <a:spcAft>
                <a:spcPts val="0"/>
              </a:spcAft>
              <a:buClr>
                <a:schemeClr val="accent1"/>
              </a:buClr>
              <a:buSzPts val="1600"/>
              <a:buFont typeface="Arial"/>
              <a:buChar char="•"/>
            </a:pPr>
            <a:r>
              <a:rPr lang="en-DE" b="0"/>
              <a:t>Converted date + time to unified timestamps</a:t>
            </a:r>
            <a:endParaRPr/>
          </a:p>
          <a:p>
            <a:pPr marL="285750" lvl="0" indent="-285750" algn="l" rtl="0">
              <a:spcBef>
                <a:spcPts val="600"/>
              </a:spcBef>
              <a:spcAft>
                <a:spcPts val="0"/>
              </a:spcAft>
              <a:buClr>
                <a:schemeClr val="accent1"/>
              </a:buClr>
              <a:buSzPts val="1600"/>
              <a:buFont typeface="Arial"/>
              <a:buChar char="•"/>
            </a:pPr>
            <a:r>
              <a:rPr lang="en-DE" b="0"/>
              <a:t>Removed duplicates and sorted by flight and time</a:t>
            </a:r>
            <a:endParaRPr/>
          </a:p>
          <a:p>
            <a:pPr marL="285750" lvl="0" indent="-285750" algn="l" rtl="0">
              <a:spcBef>
                <a:spcPts val="600"/>
              </a:spcBef>
              <a:spcAft>
                <a:spcPts val="0"/>
              </a:spcAft>
              <a:buClr>
                <a:schemeClr val="accent1"/>
              </a:buClr>
              <a:buSzPts val="1600"/>
              <a:buFont typeface="Arial"/>
              <a:buChar char="•"/>
            </a:pPr>
            <a:r>
              <a:rPr lang="en-DE" b="0"/>
              <a:t>Applied physical limits to remove impossible values</a:t>
            </a:r>
            <a:endParaRPr/>
          </a:p>
          <a:p>
            <a:pPr marL="285750" lvl="0" indent="-285750" algn="l" rtl="0">
              <a:spcBef>
                <a:spcPts val="600"/>
              </a:spcBef>
              <a:spcAft>
                <a:spcPts val="0"/>
              </a:spcAft>
              <a:buClr>
                <a:schemeClr val="accent1"/>
              </a:buClr>
              <a:buSzPts val="1600"/>
              <a:buFont typeface="Noto Sans Symbols"/>
              <a:buChar char="⮚"/>
            </a:pPr>
            <a:r>
              <a:rPr lang="en-DE" b="0"/>
              <a:t>Wind Speed &gt; 60m/s</a:t>
            </a:r>
            <a:endParaRPr/>
          </a:p>
          <a:p>
            <a:pPr marL="285750" lvl="0" indent="-285750" algn="l" rtl="0">
              <a:spcBef>
                <a:spcPts val="600"/>
              </a:spcBef>
              <a:spcAft>
                <a:spcPts val="0"/>
              </a:spcAft>
              <a:buClr>
                <a:schemeClr val="accent1"/>
              </a:buClr>
              <a:buSzPts val="1600"/>
              <a:buFont typeface="Noto Sans Symbols"/>
              <a:buChar char="⮚"/>
            </a:pPr>
            <a:r>
              <a:rPr lang="en-DE" b="0"/>
              <a:t>Battery voltage &gt; 30V</a:t>
            </a:r>
            <a:endParaRPr/>
          </a:p>
          <a:p>
            <a:pPr marL="285750" lvl="0" indent="-285750" algn="l" rtl="0">
              <a:spcBef>
                <a:spcPts val="600"/>
              </a:spcBef>
              <a:spcAft>
                <a:spcPts val="0"/>
              </a:spcAft>
              <a:buClr>
                <a:schemeClr val="accent1"/>
              </a:buClr>
              <a:buSzPts val="1600"/>
              <a:buFont typeface="Noto Sans Symbols"/>
              <a:buChar char="⮚"/>
            </a:pPr>
            <a:r>
              <a:rPr lang="en-DE" b="0"/>
              <a:t>Velocity &gt; 50 m/s </a:t>
            </a:r>
            <a:endParaRPr b="0"/>
          </a:p>
          <a:p>
            <a:pPr marL="0" lvl="0" indent="0" algn="l" rtl="0">
              <a:spcBef>
                <a:spcPts val="600"/>
              </a:spcBef>
              <a:spcAft>
                <a:spcPts val="0"/>
              </a:spcAft>
              <a:buClr>
                <a:schemeClr val="accent1"/>
              </a:buClr>
              <a:buSzPts val="1600"/>
              <a:buNone/>
            </a:pPr>
            <a:endParaRPr b="0"/>
          </a:p>
          <a:p>
            <a:pPr marL="0" lvl="0" indent="0" algn="l" rtl="0">
              <a:spcBef>
                <a:spcPts val="600"/>
              </a:spcBef>
              <a:spcAft>
                <a:spcPts val="0"/>
              </a:spcAft>
              <a:buClr>
                <a:schemeClr val="accent1"/>
              </a:buClr>
              <a:buSzPts val="1600"/>
              <a:buNone/>
            </a:pPr>
            <a:r>
              <a:rPr lang="en-DE"/>
              <a:t>Sanity check Results:  </a:t>
            </a:r>
            <a:r>
              <a:rPr lang="en-DE" b="0"/>
              <a:t>Already clean data set and ready to use.</a:t>
            </a:r>
            <a:endParaRPr/>
          </a:p>
          <a:p>
            <a:pPr marL="0" lvl="0" indent="0" algn="l" rtl="0">
              <a:spcBef>
                <a:spcPts val="600"/>
              </a:spcBef>
              <a:spcAft>
                <a:spcPts val="0"/>
              </a:spcAft>
              <a:buClr>
                <a:schemeClr val="accent1"/>
              </a:buClr>
              <a:buSzPts val="1600"/>
              <a:buNone/>
            </a:pPr>
            <a:endParaRPr/>
          </a:p>
        </p:txBody>
      </p:sp>
      <p:sp>
        <p:nvSpPr>
          <p:cNvPr id="309" name="Google Shape;309;p5"/>
          <p:cNvSpPr txBox="1">
            <a:spLocks noGrp="1"/>
          </p:cNvSpPr>
          <p:nvPr>
            <p:ph type="body" idx="2"/>
          </p:nvPr>
        </p:nvSpPr>
        <p:spPr>
          <a:xfrm>
            <a:off x="6267450" y="1481138"/>
            <a:ext cx="5195887" cy="4360862"/>
          </a:xfrm>
          <a:prstGeom prst="rect">
            <a:avLst/>
          </a:prstGeom>
          <a:blipFill rotWithShape="1">
            <a:blip r:embed="rId3">
              <a:alphaModFix/>
            </a:blip>
            <a:stretch>
              <a:fillRect l="-2346" t="-1537"/>
            </a:stretch>
          </a:blipFill>
          <a:ln>
            <a:noFill/>
          </a:ln>
        </p:spPr>
        <p:txBody>
          <a:bodyPr spcFirstLastPara="1" wrap="square" lIns="0" tIns="0" rIns="0" bIns="0" anchor="t" anchorCtr="0">
            <a:noAutofit/>
          </a:bodyPr>
          <a:lstStyle/>
          <a:p>
            <a:pPr marL="0" lvl="0" indent="0" algn="l" rtl="0">
              <a:spcBef>
                <a:spcPts val="0"/>
              </a:spcBef>
              <a:spcAft>
                <a:spcPts val="0"/>
              </a:spcAft>
              <a:buSzPts val="1600"/>
              <a:buNone/>
            </a:pPr>
            <a:r>
              <a:rPr lang="en-DE"/>
              <a:t> </a:t>
            </a:r>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314"/>
        <p:cNvGrpSpPr/>
        <p:nvPr/>
      </p:nvGrpSpPr>
      <p:grpSpPr>
        <a:xfrm>
          <a:off x="0" y="0"/>
          <a:ext cx="0" cy="0"/>
          <a:chOff x="0" y="0"/>
          <a:chExt cx="0" cy="0"/>
        </a:xfrm>
      </p:grpSpPr>
      <p:sp>
        <p:nvSpPr>
          <p:cNvPr id="315" name="Google Shape;315;p6"/>
          <p:cNvSpPr txBox="1">
            <a:spLocks noGrp="1"/>
          </p:cNvSpPr>
          <p:nvPr>
            <p:ph type="title"/>
          </p:nvPr>
        </p:nvSpPr>
        <p:spPr>
          <a:xfrm>
            <a:off x="874712" y="346075"/>
            <a:ext cx="10580687" cy="684213"/>
          </a:xfrm>
        </p:spPr>
        <p:txBody>
          <a:bodyPr spcFirstLastPara="1" wrap="square" lIns="0" tIns="0" rIns="0" bIns="0" anchor="t" anchorCtr="0">
            <a:normAutofit/>
          </a:bodyPr>
          <a:lstStyle/>
          <a:p>
            <a:pPr marL="0" lvl="0" indent="0" rtl="0">
              <a:spcBef>
                <a:spcPts val="0"/>
              </a:spcBef>
              <a:spcAft>
                <a:spcPts val="0"/>
              </a:spcAft>
              <a:buClr>
                <a:schemeClr val="accent1"/>
              </a:buClr>
              <a:buSzPts val="2400"/>
              <a:buFont typeface="Open Sans"/>
              <a:buNone/>
            </a:pPr>
            <a:r>
              <a:rPr lang="en-DE"/>
              <a:t>Use of vertical speed v</a:t>
            </a:r>
            <a:r>
              <a:rPr lang="en-DE" baseline="-25000"/>
              <a:t>v</a:t>
            </a:r>
            <a:r>
              <a:rPr lang="en-DE"/>
              <a:t> from altitude instead of raw v</a:t>
            </a:r>
            <a:r>
              <a:rPr lang="en-DE" baseline="-25000"/>
              <a:t>z</a:t>
            </a:r>
          </a:p>
        </p:txBody>
      </p:sp>
      <p:pic>
        <p:nvPicPr>
          <p:cNvPr id="5" name="Picture 4">
            <a:extLst>
              <a:ext uri="{FF2B5EF4-FFF2-40B4-BE49-F238E27FC236}">
                <a16:creationId xmlns:a16="http://schemas.microsoft.com/office/drawing/2014/main" id="{F8B1781E-C743-DFB9-4731-38C2349F6BEA}"/>
              </a:ext>
            </a:extLst>
          </p:cNvPr>
          <p:cNvPicPr>
            <a:picLocks noChangeAspect="1"/>
          </p:cNvPicPr>
          <p:nvPr/>
        </p:nvPicPr>
        <p:blipFill>
          <a:blip r:embed="rId3"/>
          <a:stretch>
            <a:fillRect/>
          </a:stretch>
        </p:blipFill>
        <p:spPr>
          <a:xfrm>
            <a:off x="6378575" y="1484314"/>
            <a:ext cx="4965697" cy="4344985"/>
          </a:xfrm>
          <a:prstGeom prst="rect">
            <a:avLst/>
          </a:prstGeom>
          <a:noFill/>
          <a:ln>
            <a:noFill/>
          </a:ln>
        </p:spPr>
      </p:pic>
      <p:sp>
        <p:nvSpPr>
          <p:cNvPr id="316" name="Google Shape;316;p6"/>
          <p:cNvSpPr txBox="1">
            <a:spLocks noGrp="1"/>
          </p:cNvSpPr>
          <p:nvPr>
            <p:ph type="body" idx="1"/>
          </p:nvPr>
        </p:nvSpPr>
        <p:spPr>
          <a:xfrm>
            <a:off x="874713" y="1484313"/>
            <a:ext cx="5195887" cy="4357687"/>
          </a:xfrm>
        </p:spPr>
        <p:txBody>
          <a:bodyPr spcFirstLastPara="1" wrap="square" lIns="0" tIns="0" rIns="0" bIns="0" anchor="t" anchorCtr="0">
            <a:normAutofit/>
          </a:bodyPr>
          <a:lstStyle/>
          <a:p>
            <a:pPr marL="0" lvl="0" indent="0" rtl="0">
              <a:spcBef>
                <a:spcPts val="0"/>
              </a:spcBef>
              <a:spcAft>
                <a:spcPts val="0"/>
              </a:spcAft>
              <a:buClr>
                <a:schemeClr val="accent1"/>
              </a:buClr>
              <a:buSzPts val="1600"/>
              <a:buNone/>
            </a:pPr>
            <a:r>
              <a:rPr lang="en-DE" dirty="0"/>
              <a:t>Reason:</a:t>
            </a:r>
          </a:p>
          <a:p>
            <a:pPr marL="0" lvl="0" indent="0" rtl="0">
              <a:spcBef>
                <a:spcPts val="600"/>
              </a:spcBef>
              <a:spcAft>
                <a:spcPts val="0"/>
              </a:spcAft>
              <a:buClr>
                <a:schemeClr val="accent1"/>
              </a:buClr>
              <a:buSzPts val="1600"/>
              <a:buNone/>
            </a:pPr>
            <a:endParaRPr lang="en-DE" dirty="0"/>
          </a:p>
          <a:p>
            <a:pPr marL="285750" lvl="0" indent="-285750" rtl="0">
              <a:spcBef>
                <a:spcPts val="600"/>
              </a:spcBef>
              <a:spcAft>
                <a:spcPts val="0"/>
              </a:spcAft>
              <a:buClr>
                <a:schemeClr val="accent1"/>
              </a:buClr>
              <a:buSzPts val="1600"/>
              <a:buFont typeface="Arial"/>
              <a:buChar char="•"/>
            </a:pPr>
            <a:r>
              <a:rPr lang="en-DE" b="0" dirty="0"/>
              <a:t>Raw velocity </a:t>
            </a:r>
            <a:r>
              <a:rPr lang="en-DE" b="0" dirty="0" err="1"/>
              <a:t>v</a:t>
            </a:r>
            <a:r>
              <a:rPr lang="en-DE" b="0" baseline="-25000" dirty="0" err="1"/>
              <a:t>z</a:t>
            </a:r>
            <a:r>
              <a:rPr lang="en-DE" b="0" dirty="0"/>
              <a:t> is noisy and unstable, especially in cruise phase.</a:t>
            </a:r>
            <a:endParaRPr lang="en-DE" dirty="0"/>
          </a:p>
          <a:p>
            <a:pPr marL="285750" lvl="0" indent="-285750" rtl="0">
              <a:spcBef>
                <a:spcPts val="600"/>
              </a:spcBef>
              <a:spcAft>
                <a:spcPts val="0"/>
              </a:spcAft>
              <a:buClr>
                <a:schemeClr val="accent1"/>
              </a:buClr>
              <a:buSzPts val="1600"/>
              <a:buFont typeface="Arial"/>
              <a:buChar char="•"/>
            </a:pPr>
            <a:r>
              <a:rPr lang="en-DE" b="0" dirty="0"/>
              <a:t>Noise in </a:t>
            </a:r>
            <a:r>
              <a:rPr lang="en-DE" b="0" dirty="0" err="1"/>
              <a:t>v</a:t>
            </a:r>
            <a:r>
              <a:rPr lang="en-DE" b="0" baseline="-25000" dirty="0" err="1"/>
              <a:t>z</a:t>
            </a:r>
            <a:r>
              <a:rPr lang="en-DE" b="0" baseline="-25000" dirty="0"/>
              <a:t> </a:t>
            </a:r>
            <a:r>
              <a:rPr lang="en-DE" b="0" dirty="0"/>
              <a:t>leads to incorrect phase segmentation.</a:t>
            </a:r>
          </a:p>
          <a:p>
            <a:pPr marL="285750" lvl="0" indent="-285750" rtl="0">
              <a:spcBef>
                <a:spcPts val="600"/>
              </a:spcBef>
              <a:spcAft>
                <a:spcPts val="0"/>
              </a:spcAft>
              <a:buClr>
                <a:schemeClr val="accent1"/>
              </a:buClr>
              <a:buSzPts val="1600"/>
              <a:buFont typeface="Arial"/>
              <a:buChar char="•"/>
            </a:pPr>
            <a:r>
              <a:rPr lang="en-DE" b="0" dirty="0" err="1"/>
              <a:t>v</a:t>
            </a:r>
            <a:r>
              <a:rPr lang="en-DE" b="0" baseline="-25000" dirty="0" err="1"/>
              <a:t>z</a:t>
            </a:r>
            <a:r>
              <a:rPr lang="en-DE" b="0" baseline="-25000" dirty="0"/>
              <a:t> </a:t>
            </a:r>
            <a:r>
              <a:rPr lang="en-DE" b="0" dirty="0"/>
              <a:t>from altitude gives a physics-consistent vertical speed profile </a:t>
            </a:r>
            <a:endParaRPr lang="en-DE" dirty="0"/>
          </a:p>
          <a:p>
            <a:pPr marL="0" lvl="0" indent="0" rtl="0">
              <a:spcBef>
                <a:spcPts val="600"/>
              </a:spcBef>
              <a:spcAft>
                <a:spcPts val="0"/>
              </a:spcAft>
              <a:buClr>
                <a:schemeClr val="accent1"/>
              </a:buClr>
              <a:buSzPts val="1600"/>
              <a:buNone/>
            </a:pPr>
            <a:endParaRPr lang="en-DE"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322"/>
        <p:cNvGrpSpPr/>
        <p:nvPr/>
      </p:nvGrpSpPr>
      <p:grpSpPr>
        <a:xfrm>
          <a:off x="0" y="0"/>
          <a:ext cx="0" cy="0"/>
          <a:chOff x="0" y="0"/>
          <a:chExt cx="0" cy="0"/>
        </a:xfrm>
      </p:grpSpPr>
      <p:sp>
        <p:nvSpPr>
          <p:cNvPr id="323" name="Google Shape;323;p7"/>
          <p:cNvSpPr txBox="1">
            <a:spLocks noGrp="1"/>
          </p:cNvSpPr>
          <p:nvPr>
            <p:ph type="title"/>
          </p:nvPr>
        </p:nvSpPr>
        <p:spPr>
          <a:xfrm>
            <a:off x="874712" y="346075"/>
            <a:ext cx="10580687" cy="684213"/>
          </a:xfrm>
          <a:prstGeom prst="rect">
            <a:avLst/>
          </a:prstGeom>
          <a:noFill/>
          <a:ln>
            <a:noFill/>
          </a:ln>
        </p:spPr>
        <p:txBody>
          <a:bodyPr spcFirstLastPara="1" wrap="square" lIns="0" tIns="0" rIns="0" bIns="0" anchor="t" anchorCtr="0">
            <a:noAutofit/>
          </a:bodyPr>
          <a:lstStyle/>
          <a:p>
            <a:pPr marL="0" lvl="0" indent="0" algn="l" rtl="0">
              <a:spcBef>
                <a:spcPts val="0"/>
              </a:spcBef>
              <a:spcAft>
                <a:spcPts val="0"/>
              </a:spcAft>
              <a:buClr>
                <a:schemeClr val="accent1"/>
              </a:buClr>
              <a:buSzPts val="2400"/>
              <a:buFont typeface="Open Sans"/>
              <a:buNone/>
            </a:pPr>
            <a:r>
              <a:rPr lang="en-DE" dirty="0"/>
              <a:t>Definition of different phase of flight</a:t>
            </a:r>
            <a:endParaRPr dirty="0"/>
          </a:p>
        </p:txBody>
      </p:sp>
      <p:sp>
        <p:nvSpPr>
          <p:cNvPr id="324" name="Google Shape;324;p7"/>
          <p:cNvSpPr txBox="1">
            <a:spLocks noGrp="1"/>
          </p:cNvSpPr>
          <p:nvPr>
            <p:ph type="body" idx="1"/>
          </p:nvPr>
        </p:nvSpPr>
        <p:spPr>
          <a:xfrm>
            <a:off x="874713" y="1481138"/>
            <a:ext cx="4589785" cy="4360862"/>
          </a:xfrm>
          <a:prstGeom prst="rect">
            <a:avLst/>
          </a:prstGeom>
          <a:blipFill rotWithShape="1">
            <a:blip r:embed="rId3">
              <a:alphaModFix/>
            </a:blip>
            <a:stretch>
              <a:fillRect l="-2655" t="-1537" r="-1327" b="-3915"/>
            </a:stretch>
          </a:blipFill>
          <a:ln>
            <a:noFill/>
          </a:ln>
        </p:spPr>
        <p:txBody>
          <a:bodyPr spcFirstLastPara="1" wrap="square" lIns="0" tIns="0" rIns="0" bIns="0" anchor="t" anchorCtr="0">
            <a:noAutofit/>
          </a:bodyPr>
          <a:lstStyle/>
          <a:p>
            <a:pPr marL="0" lvl="0" indent="0" algn="l" rtl="0">
              <a:spcBef>
                <a:spcPts val="0"/>
              </a:spcBef>
              <a:spcAft>
                <a:spcPts val="0"/>
              </a:spcAft>
              <a:buSzPts val="1600"/>
              <a:buNone/>
            </a:pPr>
            <a:r>
              <a:rPr lang="en-DE"/>
              <a:t> </a:t>
            </a:r>
            <a:endParaRPr/>
          </a:p>
        </p:txBody>
      </p:sp>
      <p:sp>
        <p:nvSpPr>
          <p:cNvPr id="325" name="Google Shape;325;p7"/>
          <p:cNvSpPr txBox="1">
            <a:spLocks noGrp="1"/>
          </p:cNvSpPr>
          <p:nvPr>
            <p:ph type="body" idx="2"/>
          </p:nvPr>
        </p:nvSpPr>
        <p:spPr>
          <a:xfrm>
            <a:off x="6267450" y="1481138"/>
            <a:ext cx="5195887" cy="4360862"/>
          </a:xfrm>
          <a:prstGeom prst="rect">
            <a:avLst/>
          </a:prstGeom>
          <a:blipFill rotWithShape="1">
            <a:blip r:embed="rId4">
              <a:alphaModFix/>
            </a:blip>
            <a:stretch>
              <a:fillRect l="-2346" t="-1677"/>
            </a:stretch>
          </a:blipFill>
          <a:ln>
            <a:noFill/>
          </a:ln>
        </p:spPr>
        <p:txBody>
          <a:bodyPr spcFirstLastPara="1" wrap="square" lIns="0" tIns="0" rIns="0" bIns="0" anchor="t" anchorCtr="0">
            <a:noAutofit/>
          </a:bodyPr>
          <a:lstStyle/>
          <a:p>
            <a:pPr marL="0" lvl="0" indent="0" algn="l" rtl="0">
              <a:spcBef>
                <a:spcPts val="0"/>
              </a:spcBef>
              <a:spcAft>
                <a:spcPts val="0"/>
              </a:spcAft>
              <a:buSzPts val="1600"/>
              <a:buNone/>
            </a:pPr>
            <a:r>
              <a:rPr lang="en-DE"/>
              <a:t> </a:t>
            </a:r>
            <a:endParaRPr/>
          </a:p>
        </p:txBody>
      </p:sp>
      <p:pic>
        <p:nvPicPr>
          <p:cNvPr id="326" name="Google Shape;326;p7" descr="A graph of a speed diagram&#10;&#10;AI-generated content may be incorrect."/>
          <p:cNvPicPr preferRelativeResize="0"/>
          <p:nvPr/>
        </p:nvPicPr>
        <p:blipFill rotWithShape="1">
          <a:blip r:embed="rId5">
            <a:alphaModFix/>
          </a:blip>
          <a:srcRect/>
          <a:stretch/>
        </p:blipFill>
        <p:spPr>
          <a:xfrm>
            <a:off x="5634237" y="1481138"/>
            <a:ext cx="5745387" cy="4309040"/>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330"/>
        <p:cNvGrpSpPr/>
        <p:nvPr/>
      </p:nvGrpSpPr>
      <p:grpSpPr>
        <a:xfrm>
          <a:off x="0" y="0"/>
          <a:ext cx="0" cy="0"/>
          <a:chOff x="0" y="0"/>
          <a:chExt cx="0" cy="0"/>
        </a:xfrm>
      </p:grpSpPr>
      <p:sp>
        <p:nvSpPr>
          <p:cNvPr id="331" name="Google Shape;331;p8"/>
          <p:cNvSpPr txBox="1">
            <a:spLocks noGrp="1"/>
          </p:cNvSpPr>
          <p:nvPr>
            <p:ph type="title"/>
          </p:nvPr>
        </p:nvSpPr>
        <p:spPr>
          <a:xfrm>
            <a:off x="874712" y="346075"/>
            <a:ext cx="10580687" cy="684213"/>
          </a:xfrm>
          <a:prstGeom prst="rect">
            <a:avLst/>
          </a:prstGeom>
          <a:noFill/>
          <a:ln>
            <a:noFill/>
          </a:ln>
        </p:spPr>
        <p:txBody>
          <a:bodyPr spcFirstLastPara="1" wrap="square" lIns="0" tIns="0" rIns="0" bIns="0" anchor="t" anchorCtr="0">
            <a:noAutofit/>
          </a:bodyPr>
          <a:lstStyle/>
          <a:p>
            <a:pPr marL="0" lvl="0" indent="0" algn="l" rtl="0">
              <a:spcBef>
                <a:spcPts val="0"/>
              </a:spcBef>
              <a:spcAft>
                <a:spcPts val="0"/>
              </a:spcAft>
              <a:buClr>
                <a:schemeClr val="accent1"/>
              </a:buClr>
              <a:buSzPts val="2400"/>
              <a:buFont typeface="Open Sans"/>
              <a:buNone/>
            </a:pPr>
            <a:r>
              <a:rPr lang="en-DE"/>
              <a:t>Phase Segmentation </a:t>
            </a:r>
            <a:endParaRPr/>
          </a:p>
        </p:txBody>
      </p:sp>
      <p:sp>
        <p:nvSpPr>
          <p:cNvPr id="3" name="Text Placeholder 2">
            <a:extLst>
              <a:ext uri="{FF2B5EF4-FFF2-40B4-BE49-F238E27FC236}">
                <a16:creationId xmlns:a16="http://schemas.microsoft.com/office/drawing/2014/main" id="{6EA7EC5F-DBFE-44C2-BA20-4B24BE0AF72D}"/>
              </a:ext>
            </a:extLst>
          </p:cNvPr>
          <p:cNvSpPr>
            <a:spLocks noGrp="1"/>
          </p:cNvSpPr>
          <p:nvPr>
            <p:ph type="body" idx="1"/>
          </p:nvPr>
        </p:nvSpPr>
        <p:spPr/>
        <p:txBody>
          <a:bodyPr/>
          <a:lstStyle/>
          <a:p>
            <a:endParaRPr lang="en-DE" dirty="0"/>
          </a:p>
        </p:txBody>
      </p:sp>
      <p:pic>
        <p:nvPicPr>
          <p:cNvPr id="5" name="Graphic 4">
            <a:extLst>
              <a:ext uri="{FF2B5EF4-FFF2-40B4-BE49-F238E27FC236}">
                <a16:creationId xmlns:a16="http://schemas.microsoft.com/office/drawing/2014/main" id="{8710E1D7-CE80-0994-9A32-FB7D7D44353B}"/>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832339" y="1303144"/>
            <a:ext cx="9155723" cy="4577862"/>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DDD551-85D0-9DA5-7A76-2E614FA66F97}"/>
              </a:ext>
            </a:extLst>
          </p:cNvPr>
          <p:cNvSpPr>
            <a:spLocks noGrp="1"/>
          </p:cNvSpPr>
          <p:nvPr>
            <p:ph type="title"/>
          </p:nvPr>
        </p:nvSpPr>
        <p:spPr/>
        <p:txBody>
          <a:bodyPr/>
          <a:lstStyle/>
          <a:p>
            <a:r>
              <a:rPr lang="en-DE" dirty="0"/>
              <a:t>Phase segmentation distribution</a:t>
            </a:r>
          </a:p>
        </p:txBody>
      </p:sp>
      <p:sp>
        <p:nvSpPr>
          <p:cNvPr id="3" name="Text Placeholder 2">
            <a:extLst>
              <a:ext uri="{FF2B5EF4-FFF2-40B4-BE49-F238E27FC236}">
                <a16:creationId xmlns:a16="http://schemas.microsoft.com/office/drawing/2014/main" id="{9CA74B7A-EA21-939E-C8D9-C3C38A7513CE}"/>
              </a:ext>
            </a:extLst>
          </p:cNvPr>
          <p:cNvSpPr>
            <a:spLocks noGrp="1"/>
          </p:cNvSpPr>
          <p:nvPr>
            <p:ph type="body" idx="1"/>
          </p:nvPr>
        </p:nvSpPr>
        <p:spPr/>
        <p:txBody>
          <a:bodyPr/>
          <a:lstStyle/>
          <a:p>
            <a:pPr marL="514350" indent="-285750">
              <a:buFont typeface="Arial" panose="020B0604020202020204" pitchFamily="34" charset="0"/>
              <a:buChar char="•"/>
            </a:pPr>
            <a:r>
              <a:rPr lang="en-GB" b="0" dirty="0"/>
              <a:t>Cruise dominates the dataset with more than 100k samples.</a:t>
            </a:r>
          </a:p>
          <a:p>
            <a:pPr marL="514350" indent="-285750">
              <a:buFont typeface="Arial" panose="020B0604020202020204" pitchFamily="34" charset="0"/>
              <a:buChar char="•"/>
            </a:pPr>
            <a:r>
              <a:rPr lang="en-GB" b="0" dirty="0"/>
              <a:t>Taxi and “other” phases are excluded from physic model because they are not steady aerodynamic conditions.</a:t>
            </a:r>
          </a:p>
          <a:p>
            <a:pPr marL="514350" indent="-285750">
              <a:buFont typeface="Arial" panose="020B0604020202020204" pitchFamily="34" charset="0"/>
              <a:buChar char="•"/>
            </a:pPr>
            <a:r>
              <a:rPr lang="en-GB" b="0" dirty="0"/>
              <a:t>Understanding this distribution is important because it shows which phases the model will be most influenced by.</a:t>
            </a:r>
          </a:p>
          <a:p>
            <a:endParaRPr lang="en-DE" dirty="0"/>
          </a:p>
        </p:txBody>
      </p:sp>
      <p:pic>
        <p:nvPicPr>
          <p:cNvPr id="5" name="Picture 4">
            <a:extLst>
              <a:ext uri="{FF2B5EF4-FFF2-40B4-BE49-F238E27FC236}">
                <a16:creationId xmlns:a16="http://schemas.microsoft.com/office/drawing/2014/main" id="{5E3D67E6-56CF-B1E6-E3A1-4C66442A54F5}"/>
              </a:ext>
            </a:extLst>
          </p:cNvPr>
          <p:cNvPicPr>
            <a:picLocks noChangeAspect="1"/>
          </p:cNvPicPr>
          <p:nvPr/>
        </p:nvPicPr>
        <p:blipFill>
          <a:blip r:embed="rId3"/>
          <a:stretch>
            <a:fillRect/>
          </a:stretch>
        </p:blipFill>
        <p:spPr>
          <a:xfrm>
            <a:off x="6146811" y="1323350"/>
            <a:ext cx="5455909" cy="3594482"/>
          </a:xfrm>
          <a:prstGeom prst="rect">
            <a:avLst/>
          </a:prstGeom>
        </p:spPr>
      </p:pic>
      <p:sp>
        <p:nvSpPr>
          <p:cNvPr id="4" name="Text Placeholder 3">
            <a:extLst>
              <a:ext uri="{FF2B5EF4-FFF2-40B4-BE49-F238E27FC236}">
                <a16:creationId xmlns:a16="http://schemas.microsoft.com/office/drawing/2014/main" id="{825D4F0A-CAD8-F55A-868A-48D27F25D3C9}"/>
              </a:ext>
            </a:extLst>
          </p:cNvPr>
          <p:cNvSpPr>
            <a:spLocks noGrp="1"/>
          </p:cNvSpPr>
          <p:nvPr>
            <p:ph type="body" idx="2"/>
          </p:nvPr>
        </p:nvSpPr>
        <p:spPr>
          <a:xfrm>
            <a:off x="6259512" y="1416661"/>
            <a:ext cx="5195887" cy="4360862"/>
          </a:xfrm>
        </p:spPr>
        <p:txBody>
          <a:bodyPr/>
          <a:lstStyle/>
          <a:p>
            <a:endParaRPr lang="en-DE" dirty="0"/>
          </a:p>
        </p:txBody>
      </p:sp>
    </p:spTree>
    <p:extLst>
      <p:ext uri="{BB962C8B-B14F-4D97-AF65-F5344CB8AC3E}">
        <p14:creationId xmlns:p14="http://schemas.microsoft.com/office/powerpoint/2010/main" val="377447835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353"/>
        <p:cNvGrpSpPr/>
        <p:nvPr/>
      </p:nvGrpSpPr>
      <p:grpSpPr>
        <a:xfrm>
          <a:off x="0" y="0"/>
          <a:ext cx="0" cy="0"/>
          <a:chOff x="0" y="0"/>
          <a:chExt cx="0" cy="0"/>
        </a:xfrm>
      </p:grpSpPr>
      <p:sp>
        <p:nvSpPr>
          <p:cNvPr id="354" name="Google Shape;354;p9"/>
          <p:cNvSpPr txBox="1">
            <a:spLocks noGrp="1"/>
          </p:cNvSpPr>
          <p:nvPr>
            <p:ph type="title"/>
          </p:nvPr>
        </p:nvSpPr>
        <p:spPr>
          <a:xfrm>
            <a:off x="874712" y="346075"/>
            <a:ext cx="10580687" cy="684213"/>
          </a:xfrm>
          <a:prstGeom prst="rect">
            <a:avLst/>
          </a:prstGeom>
          <a:noFill/>
          <a:ln>
            <a:noFill/>
          </a:ln>
        </p:spPr>
        <p:txBody>
          <a:bodyPr spcFirstLastPara="1" wrap="square" lIns="0" tIns="0" rIns="0" bIns="0" anchor="t" anchorCtr="0">
            <a:noAutofit/>
          </a:bodyPr>
          <a:lstStyle/>
          <a:p>
            <a:pPr marL="0" lvl="0" indent="0" algn="l" rtl="0">
              <a:spcBef>
                <a:spcPts val="0"/>
              </a:spcBef>
              <a:spcAft>
                <a:spcPts val="0"/>
              </a:spcAft>
              <a:buClr>
                <a:schemeClr val="accent1"/>
              </a:buClr>
              <a:buSzPts val="2400"/>
              <a:buFont typeface="Open Sans"/>
              <a:buNone/>
            </a:pPr>
            <a:r>
              <a:rPr lang="en-DE"/>
              <a:t>Physics based power model development</a:t>
            </a:r>
            <a:endParaRPr/>
          </a:p>
        </p:txBody>
      </p:sp>
      <p:graphicFrame>
        <p:nvGraphicFramePr>
          <p:cNvPr id="355" name="Google Shape;355;p9"/>
          <p:cNvGraphicFramePr/>
          <p:nvPr/>
        </p:nvGraphicFramePr>
        <p:xfrm>
          <a:off x="874713" y="1481138"/>
          <a:ext cx="5195850" cy="4353180"/>
        </p:xfrm>
        <a:graphic>
          <a:graphicData uri="http://schemas.openxmlformats.org/drawingml/2006/table">
            <a:tbl>
              <a:tblPr firstRow="1" bandRow="1">
                <a:noFill/>
                <a:tableStyleId>{F5C11C54-A5FA-420C-9B6D-B5A98925737E}</a:tableStyleId>
              </a:tblPr>
              <a:tblGrid>
                <a:gridCol w="1595425">
                  <a:extLst>
                    <a:ext uri="{9D8B030D-6E8A-4147-A177-3AD203B41FA5}">
                      <a16:colId xmlns:a16="http://schemas.microsoft.com/office/drawing/2014/main" val="20000"/>
                    </a:ext>
                  </a:extLst>
                </a:gridCol>
                <a:gridCol w="1251100">
                  <a:extLst>
                    <a:ext uri="{9D8B030D-6E8A-4147-A177-3AD203B41FA5}">
                      <a16:colId xmlns:a16="http://schemas.microsoft.com/office/drawing/2014/main" val="20001"/>
                    </a:ext>
                  </a:extLst>
                </a:gridCol>
                <a:gridCol w="2349325">
                  <a:extLst>
                    <a:ext uri="{9D8B030D-6E8A-4147-A177-3AD203B41FA5}">
                      <a16:colId xmlns:a16="http://schemas.microsoft.com/office/drawing/2014/main" val="20002"/>
                    </a:ext>
                  </a:extLst>
                </a:gridCol>
              </a:tblGrid>
              <a:tr h="370850">
                <a:tc>
                  <a:txBody>
                    <a:bodyPr/>
                    <a:lstStyle/>
                    <a:p>
                      <a:pPr marL="0" marR="0" lvl="0" indent="0" algn="ctr" rtl="0">
                        <a:spcBef>
                          <a:spcPts val="0"/>
                        </a:spcBef>
                        <a:spcAft>
                          <a:spcPts val="0"/>
                        </a:spcAft>
                        <a:buNone/>
                      </a:pPr>
                      <a:r>
                        <a:rPr lang="en-DE" sz="1800" u="none" strike="noStrike" cap="none"/>
                        <a:t>Parameter</a:t>
                      </a:r>
                      <a:endParaRPr/>
                    </a:p>
                  </a:txBody>
                  <a:tcPr marL="91450" marR="91450" marT="45725" marB="45725"/>
                </a:tc>
                <a:tc>
                  <a:txBody>
                    <a:bodyPr/>
                    <a:lstStyle/>
                    <a:p>
                      <a:pPr marL="0" marR="0" lvl="0" indent="0" algn="ctr" rtl="0">
                        <a:spcBef>
                          <a:spcPts val="0"/>
                        </a:spcBef>
                        <a:spcAft>
                          <a:spcPts val="0"/>
                        </a:spcAft>
                        <a:buNone/>
                      </a:pPr>
                      <a:r>
                        <a:rPr lang="en-DE" sz="1800"/>
                        <a:t>Symbol</a:t>
                      </a:r>
                      <a:endParaRPr/>
                    </a:p>
                  </a:txBody>
                  <a:tcPr marL="91450" marR="91450" marT="45725" marB="45725"/>
                </a:tc>
                <a:tc>
                  <a:txBody>
                    <a:bodyPr/>
                    <a:lstStyle/>
                    <a:p>
                      <a:pPr marL="0" marR="0" lvl="0" indent="0" algn="ctr" rtl="0">
                        <a:spcBef>
                          <a:spcPts val="0"/>
                        </a:spcBef>
                        <a:spcAft>
                          <a:spcPts val="0"/>
                        </a:spcAft>
                        <a:buNone/>
                      </a:pPr>
                      <a:r>
                        <a:rPr lang="en-DE" sz="1800"/>
                        <a:t>Value</a:t>
                      </a:r>
                      <a:endParaRPr/>
                    </a:p>
                  </a:txBody>
                  <a:tcPr marL="91450" marR="91450" marT="45725" marB="45725"/>
                </a:tc>
                <a:extLst>
                  <a:ext uri="{0D108BD9-81ED-4DB2-BD59-A6C34878D82A}">
                    <a16:rowId xmlns:a16="http://schemas.microsoft.com/office/drawing/2014/main" val="10000"/>
                  </a:ext>
                </a:extLst>
              </a:tr>
              <a:tr h="370850">
                <a:tc>
                  <a:txBody>
                    <a:bodyPr/>
                    <a:lstStyle/>
                    <a:p>
                      <a:pPr marL="0" marR="0" lvl="0" indent="0" algn="l" rtl="0">
                        <a:spcBef>
                          <a:spcPts val="0"/>
                        </a:spcBef>
                        <a:spcAft>
                          <a:spcPts val="0"/>
                        </a:spcAft>
                        <a:buNone/>
                      </a:pPr>
                      <a:r>
                        <a:rPr lang="en-DE" sz="1800"/>
                        <a:t>Gravity</a:t>
                      </a:r>
                      <a:endParaRPr/>
                    </a:p>
                  </a:txBody>
                  <a:tcPr marL="91450" marR="91450" marT="45725" marB="45725"/>
                </a:tc>
                <a:tc>
                  <a:txBody>
                    <a:bodyPr/>
                    <a:lstStyle/>
                    <a:p>
                      <a:pPr marL="0" marR="0" lvl="0" indent="0" algn="l" rtl="0">
                        <a:spcBef>
                          <a:spcPts val="0"/>
                        </a:spcBef>
                        <a:spcAft>
                          <a:spcPts val="0"/>
                        </a:spcAft>
                        <a:buNone/>
                      </a:pPr>
                      <a:r>
                        <a:rPr lang="en-DE" sz="1800"/>
                        <a:t>g</a:t>
                      </a:r>
                      <a:endParaRPr/>
                    </a:p>
                  </a:txBody>
                  <a:tcPr marL="91450" marR="91450" marT="45725" marB="45725"/>
                </a:tc>
                <a:tc>
                  <a:txBody>
                    <a:bodyPr/>
                    <a:lstStyle/>
                    <a:p>
                      <a:pPr marL="0" marR="0" lvl="0" indent="0" algn="l" rtl="0">
                        <a:spcBef>
                          <a:spcPts val="0"/>
                        </a:spcBef>
                        <a:spcAft>
                          <a:spcPts val="0"/>
                        </a:spcAft>
                        <a:buNone/>
                      </a:pPr>
                      <a:r>
                        <a:rPr lang="en-DE" sz="1800"/>
                        <a:t>9.81 ms</a:t>
                      </a:r>
                      <a:r>
                        <a:rPr lang="en-DE" sz="1800" baseline="30000"/>
                        <a:t>-2</a:t>
                      </a:r>
                      <a:endParaRPr/>
                    </a:p>
                  </a:txBody>
                  <a:tcPr marL="91450" marR="91450" marT="45725" marB="45725"/>
                </a:tc>
                <a:extLst>
                  <a:ext uri="{0D108BD9-81ED-4DB2-BD59-A6C34878D82A}">
                    <a16:rowId xmlns:a16="http://schemas.microsoft.com/office/drawing/2014/main" val="10001"/>
                  </a:ext>
                </a:extLst>
              </a:tr>
              <a:tr h="421825">
                <a:tc>
                  <a:txBody>
                    <a:bodyPr/>
                    <a:lstStyle/>
                    <a:p>
                      <a:pPr marL="0" marR="0" lvl="0" indent="0" algn="l" rtl="0">
                        <a:spcBef>
                          <a:spcPts val="0"/>
                        </a:spcBef>
                        <a:spcAft>
                          <a:spcPts val="0"/>
                        </a:spcAft>
                        <a:buNone/>
                      </a:pPr>
                      <a:r>
                        <a:rPr lang="en-DE" sz="1800"/>
                        <a:t>Air Density</a:t>
                      </a:r>
                      <a:endParaRPr/>
                    </a:p>
                  </a:txBody>
                  <a:tcPr marL="91450" marR="91450" marT="45725" marB="45725"/>
                </a:tc>
                <a:tc>
                  <a:txBody>
                    <a:bodyPr/>
                    <a:lstStyle/>
                    <a:p>
                      <a:pPr marL="0" marR="0" lvl="0" indent="0" algn="l" rtl="0">
                        <a:spcBef>
                          <a:spcPts val="0"/>
                        </a:spcBef>
                        <a:spcAft>
                          <a:spcPts val="0"/>
                        </a:spcAft>
                        <a:buNone/>
                      </a:pPr>
                      <a:r>
                        <a:rPr lang="en-DE" sz="1800"/>
                        <a:t>ρ</a:t>
                      </a:r>
                      <a:endParaRPr sz="1800"/>
                    </a:p>
                  </a:txBody>
                  <a:tcPr marL="91450" marR="91450" marT="45725" marB="45725"/>
                </a:tc>
                <a:tc>
                  <a:txBody>
                    <a:bodyPr/>
                    <a:lstStyle/>
                    <a:p>
                      <a:pPr marL="0" marR="0" lvl="0" indent="0" algn="l" rtl="0">
                        <a:spcBef>
                          <a:spcPts val="0"/>
                        </a:spcBef>
                        <a:spcAft>
                          <a:spcPts val="0"/>
                        </a:spcAft>
                        <a:buNone/>
                      </a:pPr>
                      <a:r>
                        <a:rPr lang="en-DE" sz="1800"/>
                        <a:t>1.225 kgm</a:t>
                      </a:r>
                      <a:r>
                        <a:rPr lang="en-DE" sz="1800" baseline="30000"/>
                        <a:t>-3</a:t>
                      </a:r>
                      <a:endParaRPr/>
                    </a:p>
                  </a:txBody>
                  <a:tcPr marL="91450" marR="91450" marT="45725" marB="45725"/>
                </a:tc>
                <a:extLst>
                  <a:ext uri="{0D108BD9-81ED-4DB2-BD59-A6C34878D82A}">
                    <a16:rowId xmlns:a16="http://schemas.microsoft.com/office/drawing/2014/main" val="10002"/>
                  </a:ext>
                </a:extLst>
              </a:tr>
              <a:tr h="370850">
                <a:tc>
                  <a:txBody>
                    <a:bodyPr/>
                    <a:lstStyle/>
                    <a:p>
                      <a:pPr marL="0" marR="0" lvl="0" indent="0" algn="l" rtl="0">
                        <a:spcBef>
                          <a:spcPts val="0"/>
                        </a:spcBef>
                        <a:spcAft>
                          <a:spcPts val="0"/>
                        </a:spcAft>
                        <a:buNone/>
                      </a:pPr>
                      <a:r>
                        <a:rPr lang="en-DE" sz="1800"/>
                        <a:t>Empty mass</a:t>
                      </a:r>
                      <a:endParaRPr/>
                    </a:p>
                  </a:txBody>
                  <a:tcPr marL="91450" marR="91450" marT="45725" marB="45725"/>
                </a:tc>
                <a:tc>
                  <a:txBody>
                    <a:bodyPr/>
                    <a:lstStyle/>
                    <a:p>
                      <a:pPr marL="0" marR="0" lvl="0" indent="0" algn="l" rtl="0">
                        <a:spcBef>
                          <a:spcPts val="0"/>
                        </a:spcBef>
                        <a:spcAft>
                          <a:spcPts val="0"/>
                        </a:spcAft>
                        <a:buNone/>
                      </a:pPr>
                      <a:r>
                        <a:rPr lang="en-DE" sz="1800"/>
                        <a:t>m</a:t>
                      </a:r>
                      <a:r>
                        <a:rPr lang="en-DE" sz="1800" baseline="-25000"/>
                        <a:t>o</a:t>
                      </a:r>
                      <a:endParaRPr sz="1800" baseline="-25000"/>
                    </a:p>
                  </a:txBody>
                  <a:tcPr marL="91450" marR="91450" marT="45725" marB="45725"/>
                </a:tc>
                <a:tc>
                  <a:txBody>
                    <a:bodyPr/>
                    <a:lstStyle/>
                    <a:p>
                      <a:pPr marL="0" marR="0" lvl="0" indent="0" algn="l" rtl="0">
                        <a:spcBef>
                          <a:spcPts val="0"/>
                        </a:spcBef>
                        <a:spcAft>
                          <a:spcPts val="0"/>
                        </a:spcAft>
                        <a:buNone/>
                      </a:pPr>
                      <a:r>
                        <a:rPr lang="en-DE" sz="1800"/>
                        <a:t>3.68 kg</a:t>
                      </a:r>
                      <a:endParaRPr/>
                    </a:p>
                  </a:txBody>
                  <a:tcPr marL="91450" marR="91450" marT="45725" marB="45725"/>
                </a:tc>
                <a:extLst>
                  <a:ext uri="{0D108BD9-81ED-4DB2-BD59-A6C34878D82A}">
                    <a16:rowId xmlns:a16="http://schemas.microsoft.com/office/drawing/2014/main" val="10003"/>
                  </a:ext>
                </a:extLst>
              </a:tr>
              <a:tr h="370850">
                <a:tc>
                  <a:txBody>
                    <a:bodyPr/>
                    <a:lstStyle/>
                    <a:p>
                      <a:pPr marL="0" marR="0" lvl="0" indent="0" algn="l" rtl="0">
                        <a:spcBef>
                          <a:spcPts val="0"/>
                        </a:spcBef>
                        <a:spcAft>
                          <a:spcPts val="0"/>
                        </a:spcAft>
                        <a:buNone/>
                      </a:pPr>
                      <a:r>
                        <a:rPr lang="en-DE" sz="1800"/>
                        <a:t>Payload</a:t>
                      </a:r>
                      <a:endParaRPr/>
                    </a:p>
                  </a:txBody>
                  <a:tcPr marL="91450" marR="91450" marT="45725" marB="45725"/>
                </a:tc>
                <a:tc>
                  <a:txBody>
                    <a:bodyPr/>
                    <a:lstStyle/>
                    <a:p>
                      <a:pPr marL="0" marR="0" lvl="0" indent="0" algn="l" rtl="0">
                        <a:spcBef>
                          <a:spcPts val="0"/>
                        </a:spcBef>
                        <a:spcAft>
                          <a:spcPts val="0"/>
                        </a:spcAft>
                        <a:buNone/>
                      </a:pPr>
                      <a:r>
                        <a:rPr lang="en-DE" sz="1800"/>
                        <a:t>p</a:t>
                      </a:r>
                      <a:endParaRPr/>
                    </a:p>
                  </a:txBody>
                  <a:tcPr marL="91450" marR="91450" marT="45725" marB="45725"/>
                </a:tc>
                <a:tc>
                  <a:txBody>
                    <a:bodyPr/>
                    <a:lstStyle/>
                    <a:p>
                      <a:pPr marL="0" marR="0" lvl="0" indent="0" algn="l" rtl="0">
                        <a:spcBef>
                          <a:spcPts val="0"/>
                        </a:spcBef>
                        <a:spcAft>
                          <a:spcPts val="0"/>
                        </a:spcAft>
                        <a:buNone/>
                      </a:pPr>
                      <a:r>
                        <a:rPr lang="en-DE" sz="1800"/>
                        <a:t>0, 0.25, 0.5, 0.75 kg</a:t>
                      </a:r>
                      <a:endParaRPr/>
                    </a:p>
                  </a:txBody>
                  <a:tcPr marL="91450" marR="91450" marT="45725" marB="45725"/>
                </a:tc>
                <a:extLst>
                  <a:ext uri="{0D108BD9-81ED-4DB2-BD59-A6C34878D82A}">
                    <a16:rowId xmlns:a16="http://schemas.microsoft.com/office/drawing/2014/main" val="10004"/>
                  </a:ext>
                </a:extLst>
              </a:tr>
              <a:tr h="370850">
                <a:tc>
                  <a:txBody>
                    <a:bodyPr/>
                    <a:lstStyle/>
                    <a:p>
                      <a:pPr marL="0" marR="0" lvl="0" indent="0" algn="l" rtl="0">
                        <a:spcBef>
                          <a:spcPts val="0"/>
                        </a:spcBef>
                        <a:spcAft>
                          <a:spcPts val="0"/>
                        </a:spcAft>
                        <a:buNone/>
                      </a:pPr>
                      <a:r>
                        <a:rPr lang="en-DE" sz="1800"/>
                        <a:t>Total mass</a:t>
                      </a:r>
                      <a:endParaRPr/>
                    </a:p>
                  </a:txBody>
                  <a:tcPr marL="91450" marR="91450" marT="45725" marB="45725"/>
                </a:tc>
                <a:tc>
                  <a:txBody>
                    <a:bodyPr/>
                    <a:lstStyle/>
                    <a:p>
                      <a:pPr marL="0" marR="0" lvl="0" indent="0" algn="l" rtl="0">
                        <a:spcBef>
                          <a:spcPts val="0"/>
                        </a:spcBef>
                        <a:spcAft>
                          <a:spcPts val="0"/>
                        </a:spcAft>
                        <a:buNone/>
                      </a:pPr>
                      <a:r>
                        <a:rPr lang="en-DE" sz="1800"/>
                        <a:t>M</a:t>
                      </a:r>
                      <a:endParaRPr/>
                    </a:p>
                  </a:txBody>
                  <a:tcPr marL="91450" marR="91450" marT="45725" marB="45725"/>
                </a:tc>
                <a:tc>
                  <a:txBody>
                    <a:bodyPr/>
                    <a:lstStyle/>
                    <a:p>
                      <a:pPr marL="0" marR="0" lvl="0" indent="0" algn="l" rtl="0">
                        <a:spcBef>
                          <a:spcPts val="0"/>
                        </a:spcBef>
                        <a:spcAft>
                          <a:spcPts val="0"/>
                        </a:spcAft>
                        <a:buNone/>
                      </a:pPr>
                      <a:r>
                        <a:rPr lang="en-DE" sz="1800"/>
                        <a:t>m0 + p</a:t>
                      </a:r>
                      <a:endParaRPr/>
                    </a:p>
                  </a:txBody>
                  <a:tcPr marL="91450" marR="91450" marT="45725" marB="45725"/>
                </a:tc>
                <a:extLst>
                  <a:ext uri="{0D108BD9-81ED-4DB2-BD59-A6C34878D82A}">
                    <a16:rowId xmlns:a16="http://schemas.microsoft.com/office/drawing/2014/main" val="10005"/>
                  </a:ext>
                </a:extLst>
              </a:tr>
              <a:tr h="426075">
                <a:tc>
                  <a:txBody>
                    <a:bodyPr/>
                    <a:lstStyle/>
                    <a:p>
                      <a:pPr marL="0" marR="0" lvl="0" indent="0" algn="l" rtl="0">
                        <a:spcBef>
                          <a:spcPts val="0"/>
                        </a:spcBef>
                        <a:spcAft>
                          <a:spcPts val="0"/>
                        </a:spcAft>
                        <a:buNone/>
                      </a:pPr>
                      <a:r>
                        <a:rPr lang="en-DE" sz="1800"/>
                        <a:t>Weight</a:t>
                      </a:r>
                      <a:endParaRPr/>
                    </a:p>
                  </a:txBody>
                  <a:tcPr marL="91450" marR="91450" marT="45725" marB="45725"/>
                </a:tc>
                <a:tc>
                  <a:txBody>
                    <a:bodyPr/>
                    <a:lstStyle/>
                    <a:p>
                      <a:pPr marL="0" marR="0" lvl="0" indent="0" algn="l" rtl="0">
                        <a:spcBef>
                          <a:spcPts val="0"/>
                        </a:spcBef>
                        <a:spcAft>
                          <a:spcPts val="0"/>
                        </a:spcAft>
                        <a:buNone/>
                      </a:pPr>
                      <a:r>
                        <a:rPr lang="en-DE" sz="1800"/>
                        <a:t>W</a:t>
                      </a:r>
                      <a:endParaRPr/>
                    </a:p>
                  </a:txBody>
                  <a:tcPr marL="91450" marR="91450" marT="45725" marB="45725"/>
                </a:tc>
                <a:tc>
                  <a:txBody>
                    <a:bodyPr/>
                    <a:lstStyle/>
                    <a:p>
                      <a:pPr marL="0" marR="0" lvl="0" indent="0" algn="l" rtl="0">
                        <a:spcBef>
                          <a:spcPts val="0"/>
                        </a:spcBef>
                        <a:spcAft>
                          <a:spcPts val="0"/>
                        </a:spcAft>
                        <a:buNone/>
                      </a:pPr>
                      <a:r>
                        <a:rPr lang="en-DE" sz="1800"/>
                        <a:t>m.g</a:t>
                      </a:r>
                      <a:endParaRPr sz="1800"/>
                    </a:p>
                  </a:txBody>
                  <a:tcPr marL="91450" marR="91450" marT="45725" marB="45725"/>
                </a:tc>
                <a:extLst>
                  <a:ext uri="{0D108BD9-81ED-4DB2-BD59-A6C34878D82A}">
                    <a16:rowId xmlns:a16="http://schemas.microsoft.com/office/drawing/2014/main" val="10006"/>
                  </a:ext>
                </a:extLst>
              </a:tr>
              <a:tr h="370850">
                <a:tc>
                  <a:txBody>
                    <a:bodyPr/>
                    <a:lstStyle/>
                    <a:p>
                      <a:pPr marL="0" marR="0" lvl="0" indent="0" algn="l" rtl="0">
                        <a:spcBef>
                          <a:spcPts val="0"/>
                        </a:spcBef>
                        <a:spcAft>
                          <a:spcPts val="0"/>
                        </a:spcAft>
                        <a:buNone/>
                      </a:pPr>
                      <a:r>
                        <a:rPr lang="en-DE" sz="1800"/>
                        <a:t>Rotor radius</a:t>
                      </a:r>
                      <a:endParaRPr/>
                    </a:p>
                  </a:txBody>
                  <a:tcPr marL="91450" marR="91450" marT="45725" marB="45725"/>
                </a:tc>
                <a:tc>
                  <a:txBody>
                    <a:bodyPr/>
                    <a:lstStyle/>
                    <a:p>
                      <a:pPr marL="0" marR="0" lvl="0" indent="0" algn="l" rtl="0">
                        <a:spcBef>
                          <a:spcPts val="0"/>
                        </a:spcBef>
                        <a:spcAft>
                          <a:spcPts val="0"/>
                        </a:spcAft>
                        <a:buNone/>
                      </a:pPr>
                      <a:r>
                        <a:rPr lang="en-DE" sz="1800"/>
                        <a:t>R</a:t>
                      </a:r>
                      <a:r>
                        <a:rPr lang="en-DE" sz="1800" baseline="-25000"/>
                        <a:t>prop</a:t>
                      </a:r>
                      <a:endParaRPr sz="1800" baseline="-25000"/>
                    </a:p>
                  </a:txBody>
                  <a:tcPr marL="91450" marR="91450" marT="45725" marB="45725"/>
                </a:tc>
                <a:tc>
                  <a:txBody>
                    <a:bodyPr/>
                    <a:lstStyle/>
                    <a:p>
                      <a:pPr marL="0" marR="0" lvl="0" indent="0" algn="l" rtl="0">
                        <a:spcBef>
                          <a:spcPts val="0"/>
                        </a:spcBef>
                        <a:spcAft>
                          <a:spcPts val="0"/>
                        </a:spcAft>
                        <a:buNone/>
                      </a:pPr>
                      <a:r>
                        <a:rPr lang="en-DE" sz="1800"/>
                        <a:t>0165 m</a:t>
                      </a:r>
                      <a:endParaRPr/>
                    </a:p>
                  </a:txBody>
                  <a:tcPr marL="91450" marR="91450" marT="45725" marB="45725"/>
                </a:tc>
                <a:extLst>
                  <a:ext uri="{0D108BD9-81ED-4DB2-BD59-A6C34878D82A}">
                    <a16:rowId xmlns:a16="http://schemas.microsoft.com/office/drawing/2014/main" val="10007"/>
                  </a:ext>
                </a:extLst>
              </a:tr>
              <a:tr h="370850">
                <a:tc>
                  <a:txBody>
                    <a:bodyPr/>
                    <a:lstStyle/>
                    <a:p>
                      <a:pPr marL="0" marR="0" lvl="0" indent="0" algn="l" rtl="0">
                        <a:spcBef>
                          <a:spcPts val="0"/>
                        </a:spcBef>
                        <a:spcAft>
                          <a:spcPts val="0"/>
                        </a:spcAft>
                        <a:buNone/>
                      </a:pPr>
                      <a:r>
                        <a:rPr lang="en-DE" sz="1800"/>
                        <a:t>Disk area of one rotor</a:t>
                      </a:r>
                      <a:endParaRPr/>
                    </a:p>
                  </a:txBody>
                  <a:tcPr marL="91450" marR="91450" marT="45725" marB="45725"/>
                </a:tc>
                <a:tc>
                  <a:txBody>
                    <a:bodyPr/>
                    <a:lstStyle/>
                    <a:p>
                      <a:pPr marL="0" marR="0" lvl="0" indent="0" algn="l" rtl="0">
                        <a:spcBef>
                          <a:spcPts val="0"/>
                        </a:spcBef>
                        <a:spcAft>
                          <a:spcPts val="0"/>
                        </a:spcAft>
                        <a:buNone/>
                      </a:pPr>
                      <a:r>
                        <a:rPr lang="en-DE" sz="1800"/>
                        <a:t>A</a:t>
                      </a:r>
                      <a:r>
                        <a:rPr lang="en-DE" sz="1800" baseline="-25000"/>
                        <a:t>rot = πR2</a:t>
                      </a:r>
                      <a:endParaRPr sz="1800" baseline="-25000"/>
                    </a:p>
                  </a:txBody>
                  <a:tcPr marL="91450" marR="91450" marT="45725" marB="45725"/>
                </a:tc>
                <a:tc>
                  <a:txBody>
                    <a:bodyPr/>
                    <a:lstStyle/>
                    <a:p>
                      <a:pPr marL="0" marR="0" lvl="0" indent="0" algn="l" rtl="0">
                        <a:spcBef>
                          <a:spcPts val="0"/>
                        </a:spcBef>
                        <a:spcAft>
                          <a:spcPts val="0"/>
                        </a:spcAft>
                        <a:buNone/>
                      </a:pPr>
                      <a:r>
                        <a:rPr lang="en-DE" sz="1800"/>
                        <a:t>0.085 m</a:t>
                      </a:r>
                      <a:r>
                        <a:rPr lang="en-DE" sz="1800" baseline="30000"/>
                        <a:t>2</a:t>
                      </a:r>
                      <a:endParaRPr/>
                    </a:p>
                  </a:txBody>
                  <a:tcPr marL="91450" marR="91450" marT="45725" marB="45725"/>
                </a:tc>
                <a:extLst>
                  <a:ext uri="{0D108BD9-81ED-4DB2-BD59-A6C34878D82A}">
                    <a16:rowId xmlns:a16="http://schemas.microsoft.com/office/drawing/2014/main" val="10008"/>
                  </a:ext>
                </a:extLst>
              </a:tr>
              <a:tr h="286300">
                <a:tc>
                  <a:txBody>
                    <a:bodyPr/>
                    <a:lstStyle/>
                    <a:p>
                      <a:pPr marL="0" marR="0" lvl="0" indent="0" algn="l" rtl="0">
                        <a:spcBef>
                          <a:spcPts val="0"/>
                        </a:spcBef>
                        <a:spcAft>
                          <a:spcPts val="0"/>
                        </a:spcAft>
                        <a:buNone/>
                      </a:pPr>
                      <a:r>
                        <a:rPr lang="en-DE" sz="1800"/>
                        <a:t>Total rotor area</a:t>
                      </a:r>
                      <a:endParaRPr/>
                    </a:p>
                  </a:txBody>
                  <a:tcPr marL="91450" marR="91450" marT="45725" marB="45725"/>
                </a:tc>
                <a:tc>
                  <a:txBody>
                    <a:bodyPr/>
                    <a:lstStyle/>
                    <a:p>
                      <a:pPr marL="0" marR="0" lvl="0" indent="0" algn="l" rtl="0">
                        <a:spcBef>
                          <a:spcPts val="0"/>
                        </a:spcBef>
                        <a:spcAft>
                          <a:spcPts val="0"/>
                        </a:spcAft>
                        <a:buNone/>
                      </a:pPr>
                      <a:r>
                        <a:rPr lang="en-DE" sz="1800"/>
                        <a:t>A</a:t>
                      </a:r>
                      <a:r>
                        <a:rPr lang="en-DE" sz="1800" baseline="-25000"/>
                        <a:t>tot = </a:t>
                      </a:r>
                      <a:r>
                        <a:rPr lang="en-DE" sz="1800"/>
                        <a:t>A</a:t>
                      </a:r>
                      <a:r>
                        <a:rPr lang="en-DE" sz="1800" baseline="-25000"/>
                        <a:t>rot . 4</a:t>
                      </a:r>
                      <a:endParaRPr sz="1800" baseline="-25000"/>
                    </a:p>
                  </a:txBody>
                  <a:tcPr marL="91450" marR="91450" marT="45725" marB="45725"/>
                </a:tc>
                <a:tc>
                  <a:txBody>
                    <a:bodyPr/>
                    <a:lstStyle/>
                    <a:p>
                      <a:pPr marL="0" marR="0" lvl="0" indent="0" algn="l" rtl="0">
                        <a:spcBef>
                          <a:spcPts val="0"/>
                        </a:spcBef>
                        <a:spcAft>
                          <a:spcPts val="0"/>
                        </a:spcAft>
                        <a:buNone/>
                      </a:pPr>
                      <a:r>
                        <a:rPr lang="en-DE" sz="1800"/>
                        <a:t>0.34 m</a:t>
                      </a:r>
                      <a:r>
                        <a:rPr lang="en-DE" sz="1800" baseline="30000"/>
                        <a:t>2</a:t>
                      </a:r>
                      <a:endParaRPr/>
                    </a:p>
                  </a:txBody>
                  <a:tcPr marL="91450" marR="91450" marT="45725" marB="45725"/>
                </a:tc>
                <a:extLst>
                  <a:ext uri="{0D108BD9-81ED-4DB2-BD59-A6C34878D82A}">
                    <a16:rowId xmlns:a16="http://schemas.microsoft.com/office/drawing/2014/main" val="10009"/>
                  </a:ext>
                </a:extLst>
              </a:tr>
            </a:tbl>
          </a:graphicData>
        </a:graphic>
      </p:graphicFrame>
      <p:graphicFrame>
        <p:nvGraphicFramePr>
          <p:cNvPr id="356" name="Google Shape;356;p9"/>
          <p:cNvGraphicFramePr/>
          <p:nvPr/>
        </p:nvGraphicFramePr>
        <p:xfrm>
          <a:off x="6267450" y="1481138"/>
          <a:ext cx="5258400" cy="3664050"/>
        </p:xfrm>
        <a:graphic>
          <a:graphicData uri="http://schemas.openxmlformats.org/drawingml/2006/table">
            <a:tbl>
              <a:tblPr firstRow="1" bandRow="1">
                <a:noFill/>
                <a:tableStyleId>{F5C11C54-A5FA-420C-9B6D-B5A98925737E}</a:tableStyleId>
              </a:tblPr>
              <a:tblGrid>
                <a:gridCol w="1917050">
                  <a:extLst>
                    <a:ext uri="{9D8B030D-6E8A-4147-A177-3AD203B41FA5}">
                      <a16:colId xmlns:a16="http://schemas.microsoft.com/office/drawing/2014/main" val="20000"/>
                    </a:ext>
                  </a:extLst>
                </a:gridCol>
                <a:gridCol w="1588550">
                  <a:extLst>
                    <a:ext uri="{9D8B030D-6E8A-4147-A177-3AD203B41FA5}">
                      <a16:colId xmlns:a16="http://schemas.microsoft.com/office/drawing/2014/main" val="20001"/>
                    </a:ext>
                  </a:extLst>
                </a:gridCol>
                <a:gridCol w="1752800">
                  <a:extLst>
                    <a:ext uri="{9D8B030D-6E8A-4147-A177-3AD203B41FA5}">
                      <a16:colId xmlns:a16="http://schemas.microsoft.com/office/drawing/2014/main" val="20002"/>
                    </a:ext>
                  </a:extLst>
                </a:gridCol>
              </a:tblGrid>
              <a:tr h="399225">
                <a:tc>
                  <a:txBody>
                    <a:bodyPr/>
                    <a:lstStyle/>
                    <a:p>
                      <a:pPr marL="0" marR="0" lvl="0" indent="0" algn="ctr" rtl="0">
                        <a:spcBef>
                          <a:spcPts val="0"/>
                        </a:spcBef>
                        <a:spcAft>
                          <a:spcPts val="0"/>
                        </a:spcAft>
                        <a:buNone/>
                      </a:pPr>
                      <a:r>
                        <a:rPr lang="en-DE" sz="1800"/>
                        <a:t>Parameter</a:t>
                      </a:r>
                      <a:endParaRPr/>
                    </a:p>
                  </a:txBody>
                  <a:tcPr marL="91450" marR="91450" marT="45725" marB="45725"/>
                </a:tc>
                <a:tc>
                  <a:txBody>
                    <a:bodyPr/>
                    <a:lstStyle/>
                    <a:p>
                      <a:pPr marL="0" marR="0" lvl="0" indent="0" algn="ctr" rtl="0">
                        <a:spcBef>
                          <a:spcPts val="0"/>
                        </a:spcBef>
                        <a:spcAft>
                          <a:spcPts val="0"/>
                        </a:spcAft>
                        <a:buNone/>
                      </a:pPr>
                      <a:r>
                        <a:rPr lang="en-DE" sz="1800"/>
                        <a:t>Symbol</a:t>
                      </a:r>
                      <a:endParaRPr/>
                    </a:p>
                  </a:txBody>
                  <a:tcPr marL="91450" marR="91450" marT="45725" marB="45725"/>
                </a:tc>
                <a:tc>
                  <a:txBody>
                    <a:bodyPr/>
                    <a:lstStyle/>
                    <a:p>
                      <a:pPr marL="0" marR="0" lvl="0" indent="0" algn="ctr" rtl="0">
                        <a:spcBef>
                          <a:spcPts val="0"/>
                        </a:spcBef>
                        <a:spcAft>
                          <a:spcPts val="0"/>
                        </a:spcAft>
                        <a:buNone/>
                      </a:pPr>
                      <a:r>
                        <a:rPr lang="en-DE" sz="1800"/>
                        <a:t>Value</a:t>
                      </a:r>
                      <a:endParaRPr/>
                    </a:p>
                  </a:txBody>
                  <a:tcPr marL="91450" marR="91450" marT="45725" marB="45725"/>
                </a:tc>
                <a:extLst>
                  <a:ext uri="{0D108BD9-81ED-4DB2-BD59-A6C34878D82A}">
                    <a16:rowId xmlns:a16="http://schemas.microsoft.com/office/drawing/2014/main" val="10000"/>
                  </a:ext>
                </a:extLst>
              </a:tr>
              <a:tr h="399225">
                <a:tc>
                  <a:txBody>
                    <a:bodyPr/>
                    <a:lstStyle/>
                    <a:p>
                      <a:pPr marL="0" marR="0" lvl="0" indent="0" algn="l" rtl="0">
                        <a:spcBef>
                          <a:spcPts val="0"/>
                        </a:spcBef>
                        <a:spcAft>
                          <a:spcPts val="0"/>
                        </a:spcAft>
                        <a:buNone/>
                      </a:pPr>
                      <a:r>
                        <a:rPr lang="en-DE" sz="1800"/>
                        <a:t>Drag coefficient</a:t>
                      </a:r>
                      <a:endParaRPr sz="1800"/>
                    </a:p>
                  </a:txBody>
                  <a:tcPr marL="91450" marR="91450" marT="45725" marB="45725"/>
                </a:tc>
                <a:tc>
                  <a:txBody>
                    <a:bodyPr/>
                    <a:lstStyle/>
                    <a:p>
                      <a:pPr marL="0" marR="0" lvl="0" indent="0" algn="l" rtl="0">
                        <a:spcBef>
                          <a:spcPts val="0"/>
                        </a:spcBef>
                        <a:spcAft>
                          <a:spcPts val="0"/>
                        </a:spcAft>
                        <a:buNone/>
                      </a:pPr>
                      <a:r>
                        <a:rPr lang="en-DE" sz="1800"/>
                        <a:t>C</a:t>
                      </a:r>
                      <a:r>
                        <a:rPr lang="en-DE" sz="1800" baseline="-25000"/>
                        <a:t>d</a:t>
                      </a:r>
                      <a:endParaRPr/>
                    </a:p>
                  </a:txBody>
                  <a:tcPr marL="91450" marR="91450" marT="45725" marB="45725"/>
                </a:tc>
                <a:tc>
                  <a:txBody>
                    <a:bodyPr/>
                    <a:lstStyle/>
                    <a:p>
                      <a:pPr marL="0" marR="0" lvl="0" indent="0" algn="l" rtl="0">
                        <a:spcBef>
                          <a:spcPts val="0"/>
                        </a:spcBef>
                        <a:spcAft>
                          <a:spcPts val="0"/>
                        </a:spcAft>
                        <a:buNone/>
                      </a:pPr>
                      <a:r>
                        <a:rPr lang="en-DE" sz="1800"/>
                        <a:t>0.85</a:t>
                      </a:r>
                      <a:endParaRPr/>
                    </a:p>
                  </a:txBody>
                  <a:tcPr marL="91450" marR="91450" marT="45725" marB="45725"/>
                </a:tc>
                <a:extLst>
                  <a:ext uri="{0D108BD9-81ED-4DB2-BD59-A6C34878D82A}">
                    <a16:rowId xmlns:a16="http://schemas.microsoft.com/office/drawing/2014/main" val="10001"/>
                  </a:ext>
                </a:extLst>
              </a:tr>
              <a:tr h="689050">
                <a:tc>
                  <a:txBody>
                    <a:bodyPr/>
                    <a:lstStyle/>
                    <a:p>
                      <a:pPr marL="0" marR="0" lvl="0" indent="0" algn="l" rtl="0">
                        <a:spcBef>
                          <a:spcPts val="0"/>
                        </a:spcBef>
                        <a:spcAft>
                          <a:spcPts val="0"/>
                        </a:spcAft>
                        <a:buNone/>
                      </a:pPr>
                      <a:r>
                        <a:rPr lang="en-DE" sz="1800"/>
                        <a:t>Reference frontal area</a:t>
                      </a:r>
                      <a:endParaRPr/>
                    </a:p>
                  </a:txBody>
                  <a:tcPr marL="91450" marR="91450" marT="45725" marB="45725"/>
                </a:tc>
                <a:tc>
                  <a:txBody>
                    <a:bodyPr/>
                    <a:lstStyle/>
                    <a:p>
                      <a:pPr marL="0" marR="0" lvl="0" indent="0" algn="l" rtl="0">
                        <a:spcBef>
                          <a:spcPts val="0"/>
                        </a:spcBef>
                        <a:spcAft>
                          <a:spcPts val="0"/>
                        </a:spcAft>
                        <a:buNone/>
                      </a:pPr>
                      <a:r>
                        <a:rPr lang="en-DE" sz="1800"/>
                        <a:t>S</a:t>
                      </a:r>
                      <a:r>
                        <a:rPr lang="en-DE" sz="1800" baseline="-25000"/>
                        <a:t>ref</a:t>
                      </a:r>
                      <a:endParaRPr sz="1800" baseline="-25000"/>
                    </a:p>
                  </a:txBody>
                  <a:tcPr marL="91450" marR="91450" marT="45725" marB="45725"/>
                </a:tc>
                <a:tc>
                  <a:txBody>
                    <a:bodyPr/>
                    <a:lstStyle/>
                    <a:p>
                      <a:pPr marL="0" marR="0" lvl="0" indent="0" algn="l" rtl="0">
                        <a:spcBef>
                          <a:spcPts val="0"/>
                        </a:spcBef>
                        <a:spcAft>
                          <a:spcPts val="0"/>
                        </a:spcAft>
                        <a:buNone/>
                      </a:pPr>
                      <a:r>
                        <a:rPr lang="en-DE" sz="1800"/>
                        <a:t>0.07 m</a:t>
                      </a:r>
                      <a:r>
                        <a:rPr lang="en-DE" sz="1800" baseline="30000"/>
                        <a:t>2</a:t>
                      </a:r>
                      <a:endParaRPr/>
                    </a:p>
                  </a:txBody>
                  <a:tcPr marL="91450" marR="91450" marT="45725" marB="45725"/>
                </a:tc>
                <a:extLst>
                  <a:ext uri="{0D108BD9-81ED-4DB2-BD59-A6C34878D82A}">
                    <a16:rowId xmlns:a16="http://schemas.microsoft.com/office/drawing/2014/main" val="10002"/>
                  </a:ext>
                </a:extLst>
              </a:tr>
              <a:tr h="399225">
                <a:tc>
                  <a:txBody>
                    <a:bodyPr/>
                    <a:lstStyle/>
                    <a:p>
                      <a:pPr marL="0" marR="0" lvl="0" indent="0" algn="l" rtl="0">
                        <a:spcBef>
                          <a:spcPts val="0"/>
                        </a:spcBef>
                        <a:spcAft>
                          <a:spcPts val="0"/>
                        </a:spcAft>
                        <a:buNone/>
                      </a:pPr>
                      <a:r>
                        <a:rPr lang="en-DE" sz="1800"/>
                        <a:t>Wind speed</a:t>
                      </a:r>
                      <a:endParaRPr/>
                    </a:p>
                  </a:txBody>
                  <a:tcPr marL="91450" marR="91450" marT="45725" marB="45725"/>
                </a:tc>
                <a:tc>
                  <a:txBody>
                    <a:bodyPr/>
                    <a:lstStyle/>
                    <a:p>
                      <a:pPr marL="0" marR="0" lvl="0" indent="0" algn="l" rtl="0">
                        <a:spcBef>
                          <a:spcPts val="0"/>
                        </a:spcBef>
                        <a:spcAft>
                          <a:spcPts val="0"/>
                        </a:spcAft>
                        <a:buNone/>
                      </a:pPr>
                      <a:r>
                        <a:rPr lang="en-DE" sz="1800"/>
                        <a:t>v</a:t>
                      </a:r>
                      <a:r>
                        <a:rPr lang="en-DE" sz="1800" baseline="-25000"/>
                        <a:t>wind</a:t>
                      </a:r>
                      <a:endParaRPr sz="1800" baseline="-25000"/>
                    </a:p>
                  </a:txBody>
                  <a:tcPr marL="91450" marR="91450" marT="45725" marB="45725"/>
                </a:tc>
                <a:tc>
                  <a:txBody>
                    <a:bodyPr/>
                    <a:lstStyle/>
                    <a:p>
                      <a:pPr marL="0" marR="0" lvl="0" indent="0" algn="l" rtl="0">
                        <a:spcBef>
                          <a:spcPts val="0"/>
                        </a:spcBef>
                        <a:spcAft>
                          <a:spcPts val="0"/>
                        </a:spcAft>
                        <a:buNone/>
                      </a:pPr>
                      <a:r>
                        <a:rPr lang="en-DE" sz="1800"/>
                        <a:t>Data set</a:t>
                      </a:r>
                      <a:endParaRPr/>
                    </a:p>
                  </a:txBody>
                  <a:tcPr marL="91450" marR="91450" marT="45725" marB="45725"/>
                </a:tc>
                <a:extLst>
                  <a:ext uri="{0D108BD9-81ED-4DB2-BD59-A6C34878D82A}">
                    <a16:rowId xmlns:a16="http://schemas.microsoft.com/office/drawing/2014/main" val="10003"/>
                  </a:ext>
                </a:extLst>
              </a:tr>
              <a:tr h="399225">
                <a:tc>
                  <a:txBody>
                    <a:bodyPr/>
                    <a:lstStyle/>
                    <a:p>
                      <a:pPr marL="0" marR="0" lvl="0" indent="0" algn="l" rtl="0">
                        <a:spcBef>
                          <a:spcPts val="0"/>
                        </a:spcBef>
                        <a:spcAft>
                          <a:spcPts val="0"/>
                        </a:spcAft>
                        <a:buNone/>
                      </a:pPr>
                      <a:r>
                        <a:rPr lang="en-DE" sz="1800"/>
                        <a:t>Wind angle</a:t>
                      </a:r>
                      <a:endParaRPr/>
                    </a:p>
                  </a:txBody>
                  <a:tcPr marL="91450" marR="91450" marT="45725" marB="45725"/>
                </a:tc>
                <a:tc>
                  <a:txBody>
                    <a:bodyPr/>
                    <a:lstStyle/>
                    <a:p>
                      <a:pPr marL="0" marR="0" lvl="0" indent="0" algn="l" rtl="0">
                        <a:spcBef>
                          <a:spcPts val="0"/>
                        </a:spcBef>
                        <a:spcAft>
                          <a:spcPts val="0"/>
                        </a:spcAft>
                        <a:buNone/>
                      </a:pPr>
                      <a:r>
                        <a:rPr lang="en-DE" sz="1800"/>
                        <a:t>θ </a:t>
                      </a:r>
                      <a:endParaRPr/>
                    </a:p>
                  </a:txBody>
                  <a:tcPr marL="91450" marR="91450" marT="45725" marB="45725"/>
                </a:tc>
                <a:tc>
                  <a:txBody>
                    <a:bodyPr/>
                    <a:lstStyle/>
                    <a:p>
                      <a:pPr marL="0" marR="0" lvl="0" indent="0" algn="l" rtl="0">
                        <a:spcBef>
                          <a:spcPts val="0"/>
                        </a:spcBef>
                        <a:spcAft>
                          <a:spcPts val="0"/>
                        </a:spcAft>
                        <a:buNone/>
                      </a:pPr>
                      <a:r>
                        <a:rPr lang="en-DE" sz="1800"/>
                        <a:t>Data set</a:t>
                      </a:r>
                      <a:endParaRPr/>
                    </a:p>
                  </a:txBody>
                  <a:tcPr marL="91450" marR="91450" marT="45725" marB="45725"/>
                </a:tc>
                <a:extLst>
                  <a:ext uri="{0D108BD9-81ED-4DB2-BD59-A6C34878D82A}">
                    <a16:rowId xmlns:a16="http://schemas.microsoft.com/office/drawing/2014/main" val="10004"/>
                  </a:ext>
                </a:extLst>
              </a:tr>
              <a:tr h="689050">
                <a:tc>
                  <a:txBody>
                    <a:bodyPr/>
                    <a:lstStyle/>
                    <a:p>
                      <a:pPr marL="0" marR="0" lvl="0" indent="0" algn="l" rtl="0">
                        <a:spcBef>
                          <a:spcPts val="0"/>
                        </a:spcBef>
                        <a:spcAft>
                          <a:spcPts val="0"/>
                        </a:spcAft>
                        <a:buNone/>
                      </a:pPr>
                      <a:r>
                        <a:rPr lang="en-DE" sz="1800"/>
                        <a:t>Wind in x-direction</a:t>
                      </a:r>
                      <a:endParaRPr/>
                    </a:p>
                  </a:txBody>
                  <a:tcPr marL="91450" marR="91450" marT="45725" marB="45725"/>
                </a:tc>
                <a:tc>
                  <a:txBody>
                    <a:bodyPr/>
                    <a:lstStyle/>
                    <a:p>
                      <a:pPr marL="0" marR="0" lvl="0" indent="0" algn="l" rtl="0">
                        <a:spcBef>
                          <a:spcPts val="0"/>
                        </a:spcBef>
                        <a:spcAft>
                          <a:spcPts val="0"/>
                        </a:spcAft>
                        <a:buNone/>
                      </a:pPr>
                      <a:r>
                        <a:rPr lang="en-DE" sz="1800"/>
                        <a:t>w</a:t>
                      </a:r>
                      <a:r>
                        <a:rPr lang="en-DE" sz="1800" baseline="-25000"/>
                        <a:t>x</a:t>
                      </a:r>
                      <a:endParaRPr sz="1800" baseline="-25000"/>
                    </a:p>
                  </a:txBody>
                  <a:tcPr marL="91450" marR="91450" marT="45725" marB="45725"/>
                </a:tc>
                <a:tc>
                  <a:txBody>
                    <a:bodyPr/>
                    <a:lstStyle/>
                    <a:p>
                      <a:pPr marL="0" marR="0" lvl="0" indent="0" algn="l" rtl="0">
                        <a:spcBef>
                          <a:spcPts val="0"/>
                        </a:spcBef>
                        <a:spcAft>
                          <a:spcPts val="0"/>
                        </a:spcAft>
                        <a:buNone/>
                      </a:pPr>
                      <a:r>
                        <a:rPr lang="en-DE" sz="1800"/>
                        <a:t>- v</a:t>
                      </a:r>
                      <a:r>
                        <a:rPr lang="en-DE" sz="1800" baseline="-25000"/>
                        <a:t>wind</a:t>
                      </a:r>
                      <a:r>
                        <a:rPr lang="en-DE" sz="1800"/>
                        <a:t> .cos(θ)</a:t>
                      </a:r>
                      <a:endParaRPr/>
                    </a:p>
                  </a:txBody>
                  <a:tcPr marL="91450" marR="91450" marT="45725" marB="45725"/>
                </a:tc>
                <a:extLst>
                  <a:ext uri="{0D108BD9-81ED-4DB2-BD59-A6C34878D82A}">
                    <a16:rowId xmlns:a16="http://schemas.microsoft.com/office/drawing/2014/main" val="10005"/>
                  </a:ext>
                </a:extLst>
              </a:tr>
              <a:tr h="689050">
                <a:tc>
                  <a:txBody>
                    <a:bodyPr/>
                    <a:lstStyle/>
                    <a:p>
                      <a:pPr marL="0" marR="0" lvl="0" indent="0" algn="l" rtl="0">
                        <a:spcBef>
                          <a:spcPts val="0"/>
                        </a:spcBef>
                        <a:spcAft>
                          <a:spcPts val="0"/>
                        </a:spcAft>
                        <a:buNone/>
                      </a:pPr>
                      <a:r>
                        <a:rPr lang="en-DE" sz="1800"/>
                        <a:t>Wind in y direction</a:t>
                      </a:r>
                      <a:endParaRPr/>
                    </a:p>
                  </a:txBody>
                  <a:tcPr marL="91450" marR="91450" marT="45725" marB="45725"/>
                </a:tc>
                <a:tc>
                  <a:txBody>
                    <a:bodyPr/>
                    <a:lstStyle/>
                    <a:p>
                      <a:pPr marL="0" marR="0" lvl="0" indent="0" algn="l" rtl="0">
                        <a:spcBef>
                          <a:spcPts val="0"/>
                        </a:spcBef>
                        <a:spcAft>
                          <a:spcPts val="0"/>
                        </a:spcAft>
                        <a:buNone/>
                      </a:pPr>
                      <a:r>
                        <a:rPr lang="en-DE" sz="1800"/>
                        <a:t>w</a:t>
                      </a:r>
                      <a:r>
                        <a:rPr lang="en-DE" sz="1800" baseline="-25000"/>
                        <a:t>y</a:t>
                      </a:r>
                      <a:endParaRPr sz="1800" baseline="-25000"/>
                    </a:p>
                  </a:txBody>
                  <a:tcPr marL="91450" marR="91450" marT="45725" marB="45725"/>
                </a:tc>
                <a:tc>
                  <a:txBody>
                    <a:bodyPr/>
                    <a:lstStyle/>
                    <a:p>
                      <a:pPr marL="0" marR="0" lvl="0" indent="0" algn="l" rtl="0">
                        <a:spcBef>
                          <a:spcPts val="0"/>
                        </a:spcBef>
                        <a:spcAft>
                          <a:spcPts val="0"/>
                        </a:spcAft>
                        <a:buNone/>
                      </a:pPr>
                      <a:r>
                        <a:rPr lang="en-DE" sz="1800"/>
                        <a:t>-v</a:t>
                      </a:r>
                      <a:r>
                        <a:rPr lang="en-DE" sz="1800" baseline="-25000"/>
                        <a:t>wind</a:t>
                      </a:r>
                      <a:r>
                        <a:rPr lang="en-DE" sz="1800"/>
                        <a:t> sin(θ)</a:t>
                      </a:r>
                      <a:endParaRPr/>
                    </a:p>
                  </a:txBody>
                  <a:tcPr marL="91450" marR="91450" marT="45725" marB="45725"/>
                </a:tc>
                <a:extLst>
                  <a:ext uri="{0D108BD9-81ED-4DB2-BD59-A6C34878D82A}">
                    <a16:rowId xmlns:a16="http://schemas.microsoft.com/office/drawing/2014/main" val="10006"/>
                  </a:ext>
                </a:extLst>
              </a:tr>
            </a:tbl>
          </a:graphicData>
        </a:graphic>
      </p:graphicFrame>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360"/>
        <p:cNvGrpSpPr/>
        <p:nvPr/>
      </p:nvGrpSpPr>
      <p:grpSpPr>
        <a:xfrm>
          <a:off x="0" y="0"/>
          <a:ext cx="0" cy="0"/>
          <a:chOff x="0" y="0"/>
          <a:chExt cx="0" cy="0"/>
        </a:xfrm>
      </p:grpSpPr>
      <p:sp>
        <p:nvSpPr>
          <p:cNvPr id="361" name="Google Shape;361;p10"/>
          <p:cNvSpPr txBox="1">
            <a:spLocks noGrp="1"/>
          </p:cNvSpPr>
          <p:nvPr>
            <p:ph type="title"/>
          </p:nvPr>
        </p:nvSpPr>
        <p:spPr>
          <a:xfrm>
            <a:off x="874712" y="346075"/>
            <a:ext cx="10580687" cy="684213"/>
          </a:xfrm>
          <a:prstGeom prst="rect">
            <a:avLst/>
          </a:prstGeom>
          <a:noFill/>
          <a:ln>
            <a:noFill/>
          </a:ln>
        </p:spPr>
        <p:txBody>
          <a:bodyPr spcFirstLastPara="1" wrap="square" lIns="0" tIns="0" rIns="0" bIns="0" anchor="t" anchorCtr="0">
            <a:noAutofit/>
          </a:bodyPr>
          <a:lstStyle/>
          <a:p>
            <a:pPr marL="0" lvl="0" indent="0" algn="l" rtl="0">
              <a:spcBef>
                <a:spcPts val="0"/>
              </a:spcBef>
              <a:spcAft>
                <a:spcPts val="0"/>
              </a:spcAft>
              <a:buClr>
                <a:schemeClr val="accent1"/>
              </a:buClr>
              <a:buSzPts val="2400"/>
              <a:buFont typeface="Open Sans"/>
              <a:buNone/>
            </a:pPr>
            <a:r>
              <a:rPr lang="en-DE"/>
              <a:t>Physics equations for different phases</a:t>
            </a:r>
            <a:endParaRPr/>
          </a:p>
        </p:txBody>
      </p:sp>
      <p:sp>
        <p:nvSpPr>
          <p:cNvPr id="362" name="Google Shape;362;p10"/>
          <p:cNvSpPr txBox="1">
            <a:spLocks noGrp="1"/>
          </p:cNvSpPr>
          <p:nvPr>
            <p:ph type="body" idx="1"/>
          </p:nvPr>
        </p:nvSpPr>
        <p:spPr>
          <a:xfrm>
            <a:off x="874713" y="1481138"/>
            <a:ext cx="5196000" cy="4360800"/>
          </a:xfrm>
          <a:prstGeom prst="rect">
            <a:avLst/>
          </a:prstGeom>
          <a:blipFill rotWithShape="1">
            <a:blip r:embed="rId3">
              <a:alphaModFix/>
            </a:blip>
            <a:stretch>
              <a:fillRect l="-2344" t="-1537"/>
            </a:stretch>
          </a:blipFill>
          <a:ln>
            <a:noFill/>
          </a:ln>
        </p:spPr>
        <p:txBody>
          <a:bodyPr spcFirstLastPara="1" wrap="square" lIns="0" tIns="0" rIns="0" bIns="0" anchor="t" anchorCtr="0">
            <a:noAutofit/>
          </a:bodyPr>
          <a:lstStyle/>
          <a:p>
            <a:pPr marL="0" lvl="0" indent="0" algn="l" rtl="0">
              <a:spcBef>
                <a:spcPts val="0"/>
              </a:spcBef>
              <a:spcAft>
                <a:spcPts val="0"/>
              </a:spcAft>
              <a:buSzPts val="1600"/>
              <a:buNone/>
            </a:pPr>
            <a:r>
              <a:rPr lang="en-DE"/>
              <a:t> </a:t>
            </a:r>
            <a:endParaRPr/>
          </a:p>
        </p:txBody>
      </p:sp>
      <p:sp>
        <p:nvSpPr>
          <p:cNvPr id="363" name="Google Shape;363;p10"/>
          <p:cNvSpPr txBox="1">
            <a:spLocks noGrp="1"/>
          </p:cNvSpPr>
          <p:nvPr>
            <p:ph type="body" idx="2"/>
          </p:nvPr>
        </p:nvSpPr>
        <p:spPr>
          <a:xfrm>
            <a:off x="6267450" y="1481138"/>
            <a:ext cx="5196000" cy="4360800"/>
          </a:xfrm>
          <a:prstGeom prst="rect">
            <a:avLst/>
          </a:prstGeom>
          <a:blipFill rotWithShape="1">
            <a:blip r:embed="rId4">
              <a:alphaModFix/>
            </a:blip>
            <a:stretch>
              <a:fillRect l="-2346" t="-1537"/>
            </a:stretch>
          </a:blipFill>
          <a:ln>
            <a:noFill/>
          </a:ln>
        </p:spPr>
        <p:txBody>
          <a:bodyPr spcFirstLastPara="1" wrap="square" lIns="0" tIns="0" rIns="0" bIns="0" anchor="t" anchorCtr="0">
            <a:noAutofit/>
          </a:bodyPr>
          <a:lstStyle/>
          <a:p>
            <a:pPr marL="0" lvl="0" indent="0" algn="l" rtl="0">
              <a:spcBef>
                <a:spcPts val="0"/>
              </a:spcBef>
              <a:spcAft>
                <a:spcPts val="0"/>
              </a:spcAft>
              <a:buSzPts val="1600"/>
              <a:buNone/>
            </a:pPr>
            <a:r>
              <a:rPr lang="en-DE"/>
              <a:t> </a:t>
            </a:r>
            <a:endParaRPr/>
          </a:p>
        </p:txBody>
      </p:sp>
      <p:graphicFrame>
        <p:nvGraphicFramePr>
          <p:cNvPr id="364" name="Google Shape;364;p10"/>
          <p:cNvGraphicFramePr/>
          <p:nvPr/>
        </p:nvGraphicFramePr>
        <p:xfrm>
          <a:off x="6267451" y="3429000"/>
          <a:ext cx="5195875" cy="2448905"/>
        </p:xfrm>
        <a:graphic>
          <a:graphicData uri="http://schemas.openxmlformats.org/drawingml/2006/table">
            <a:tbl>
              <a:tblPr firstRow="1" bandRow="1">
                <a:noFill/>
                <a:tableStyleId>{F5C11C54-A5FA-420C-9B6D-B5A98925737E}</a:tableStyleId>
              </a:tblPr>
              <a:tblGrid>
                <a:gridCol w="1039175">
                  <a:extLst>
                    <a:ext uri="{9D8B030D-6E8A-4147-A177-3AD203B41FA5}">
                      <a16:colId xmlns:a16="http://schemas.microsoft.com/office/drawing/2014/main" val="20000"/>
                    </a:ext>
                  </a:extLst>
                </a:gridCol>
                <a:gridCol w="1039175">
                  <a:extLst>
                    <a:ext uri="{9D8B030D-6E8A-4147-A177-3AD203B41FA5}">
                      <a16:colId xmlns:a16="http://schemas.microsoft.com/office/drawing/2014/main" val="20001"/>
                    </a:ext>
                  </a:extLst>
                </a:gridCol>
                <a:gridCol w="1039175">
                  <a:extLst>
                    <a:ext uri="{9D8B030D-6E8A-4147-A177-3AD203B41FA5}">
                      <a16:colId xmlns:a16="http://schemas.microsoft.com/office/drawing/2014/main" val="20002"/>
                    </a:ext>
                  </a:extLst>
                </a:gridCol>
                <a:gridCol w="1039175">
                  <a:extLst>
                    <a:ext uri="{9D8B030D-6E8A-4147-A177-3AD203B41FA5}">
                      <a16:colId xmlns:a16="http://schemas.microsoft.com/office/drawing/2014/main" val="20003"/>
                    </a:ext>
                  </a:extLst>
                </a:gridCol>
                <a:gridCol w="1039175">
                  <a:extLst>
                    <a:ext uri="{9D8B030D-6E8A-4147-A177-3AD203B41FA5}">
                      <a16:colId xmlns:a16="http://schemas.microsoft.com/office/drawing/2014/main" val="20004"/>
                    </a:ext>
                  </a:extLst>
                </a:gridCol>
              </a:tblGrid>
              <a:tr h="389575">
                <a:tc>
                  <a:txBody>
                    <a:bodyPr/>
                    <a:lstStyle/>
                    <a:p>
                      <a:pPr marL="0" marR="0" lvl="0" indent="0" algn="l" rtl="0">
                        <a:spcBef>
                          <a:spcPts val="0"/>
                        </a:spcBef>
                        <a:spcAft>
                          <a:spcPts val="0"/>
                        </a:spcAft>
                        <a:buNone/>
                      </a:pPr>
                      <a:r>
                        <a:rPr lang="en-DE" sz="1800"/>
                        <a:t>Phase</a:t>
                      </a:r>
                      <a:endParaRPr/>
                    </a:p>
                  </a:txBody>
                  <a:tcPr marL="91450" marR="91450" marT="45725" marB="45725"/>
                </a:tc>
                <a:tc>
                  <a:txBody>
                    <a:bodyPr/>
                    <a:lstStyle/>
                    <a:p>
                      <a:pPr marL="0" marR="0" lvl="0" indent="0" algn="l" rtl="0">
                        <a:spcBef>
                          <a:spcPts val="0"/>
                        </a:spcBef>
                        <a:spcAft>
                          <a:spcPts val="0"/>
                        </a:spcAft>
                        <a:buNone/>
                      </a:pPr>
                      <a:r>
                        <a:rPr lang="en-DE" sz="1800"/>
                        <a:t>Sample</a:t>
                      </a:r>
                      <a:endParaRPr/>
                    </a:p>
                  </a:txBody>
                  <a:tcPr marL="91450" marR="91450" marT="45725" marB="45725"/>
                </a:tc>
                <a:tc>
                  <a:txBody>
                    <a:bodyPr/>
                    <a:lstStyle/>
                    <a:p>
                      <a:pPr marL="0" marR="0" lvl="0" indent="0" algn="l" rtl="0">
                        <a:spcBef>
                          <a:spcPts val="0"/>
                        </a:spcBef>
                        <a:spcAft>
                          <a:spcPts val="0"/>
                        </a:spcAft>
                        <a:buNone/>
                      </a:pPr>
                      <a:r>
                        <a:rPr lang="en-DE" sz="1800"/>
                        <a:t>Mean</a:t>
                      </a:r>
                      <a:endParaRPr/>
                    </a:p>
                    <a:p>
                      <a:pPr marL="0" marR="0" lvl="0" indent="0" algn="l" rtl="0">
                        <a:spcBef>
                          <a:spcPts val="0"/>
                        </a:spcBef>
                        <a:spcAft>
                          <a:spcPts val="0"/>
                        </a:spcAft>
                        <a:buNone/>
                      </a:pPr>
                      <a:r>
                        <a:rPr lang="en-DE" sz="1800"/>
                        <a:t>Power (w)</a:t>
                      </a:r>
                      <a:endParaRPr/>
                    </a:p>
                  </a:txBody>
                  <a:tcPr marL="91450" marR="91450" marT="45725" marB="45725"/>
                </a:tc>
                <a:tc>
                  <a:txBody>
                    <a:bodyPr/>
                    <a:lstStyle/>
                    <a:p>
                      <a:pPr marL="0" marR="0" lvl="0" indent="0" algn="l" rtl="0">
                        <a:spcBef>
                          <a:spcPts val="0"/>
                        </a:spcBef>
                        <a:spcAft>
                          <a:spcPts val="0"/>
                        </a:spcAft>
                        <a:buNone/>
                      </a:pPr>
                      <a:r>
                        <a:rPr lang="en-DE" sz="1800"/>
                        <a:t>Min Power (w)</a:t>
                      </a:r>
                      <a:endParaRPr/>
                    </a:p>
                  </a:txBody>
                  <a:tcPr marL="91450" marR="91450" marT="45725" marB="45725"/>
                </a:tc>
                <a:tc>
                  <a:txBody>
                    <a:bodyPr/>
                    <a:lstStyle/>
                    <a:p>
                      <a:pPr marL="0" marR="0" lvl="0" indent="0" algn="l" rtl="0">
                        <a:spcBef>
                          <a:spcPts val="0"/>
                        </a:spcBef>
                        <a:spcAft>
                          <a:spcPts val="0"/>
                        </a:spcAft>
                        <a:buNone/>
                      </a:pPr>
                      <a:r>
                        <a:rPr lang="en-DE" sz="1800"/>
                        <a:t>Max Power (w)</a:t>
                      </a:r>
                      <a:endParaRPr/>
                    </a:p>
                  </a:txBody>
                  <a:tcPr marL="91450" marR="91450" marT="45725" marB="45725"/>
                </a:tc>
                <a:extLst>
                  <a:ext uri="{0D108BD9-81ED-4DB2-BD59-A6C34878D82A}">
                    <a16:rowId xmlns:a16="http://schemas.microsoft.com/office/drawing/2014/main" val="10000"/>
                  </a:ext>
                </a:extLst>
              </a:tr>
              <a:tr h="0">
                <a:tc>
                  <a:txBody>
                    <a:bodyPr/>
                    <a:lstStyle/>
                    <a:p>
                      <a:pPr marL="0" marR="0" lvl="0" indent="0" algn="l" rtl="0">
                        <a:spcBef>
                          <a:spcPts val="0"/>
                        </a:spcBef>
                        <a:spcAft>
                          <a:spcPts val="0"/>
                        </a:spcAft>
                        <a:buNone/>
                      </a:pPr>
                      <a:r>
                        <a:rPr lang="en-DE" sz="1800"/>
                        <a:t>Hover</a:t>
                      </a:r>
                      <a:endParaRPr/>
                    </a:p>
                  </a:txBody>
                  <a:tcPr marL="91450" marR="91450" marT="45725" marB="45725"/>
                </a:tc>
                <a:tc>
                  <a:txBody>
                    <a:bodyPr/>
                    <a:lstStyle/>
                    <a:p>
                      <a:pPr marL="0" marR="0" lvl="0" indent="0" algn="l" rtl="0">
                        <a:spcBef>
                          <a:spcPts val="0"/>
                        </a:spcBef>
                        <a:spcAft>
                          <a:spcPts val="0"/>
                        </a:spcAft>
                        <a:buNone/>
                      </a:pPr>
                      <a:r>
                        <a:rPr lang="en-DE" sz="1800"/>
                        <a:t>12722</a:t>
                      </a:r>
                      <a:endParaRPr/>
                    </a:p>
                  </a:txBody>
                  <a:tcPr marL="91450" marR="91450" marT="45725" marB="45725"/>
                </a:tc>
                <a:tc>
                  <a:txBody>
                    <a:bodyPr/>
                    <a:lstStyle/>
                    <a:p>
                      <a:pPr marL="0" marR="0" lvl="0" indent="0" algn="l" rtl="0">
                        <a:spcBef>
                          <a:spcPts val="0"/>
                        </a:spcBef>
                        <a:spcAft>
                          <a:spcPts val="0"/>
                        </a:spcAft>
                        <a:buNone/>
                      </a:pPr>
                      <a:r>
                        <a:rPr lang="en-DE" sz="1800"/>
                        <a:t>252.07</a:t>
                      </a:r>
                      <a:endParaRPr/>
                    </a:p>
                  </a:txBody>
                  <a:tcPr marL="91450" marR="91450" marT="45725" marB="45725"/>
                </a:tc>
                <a:tc>
                  <a:txBody>
                    <a:bodyPr/>
                    <a:lstStyle/>
                    <a:p>
                      <a:pPr marL="0" marR="0" lvl="0" indent="0" algn="l" rtl="0">
                        <a:spcBef>
                          <a:spcPts val="0"/>
                        </a:spcBef>
                        <a:spcAft>
                          <a:spcPts val="0"/>
                        </a:spcAft>
                        <a:buNone/>
                      </a:pPr>
                      <a:r>
                        <a:rPr lang="en-DE" sz="1800"/>
                        <a:t>236.92</a:t>
                      </a:r>
                      <a:endParaRPr/>
                    </a:p>
                  </a:txBody>
                  <a:tcPr marL="91450" marR="91450" marT="45725" marB="45725"/>
                </a:tc>
                <a:tc>
                  <a:txBody>
                    <a:bodyPr/>
                    <a:lstStyle/>
                    <a:p>
                      <a:pPr marL="0" marR="0" lvl="0" indent="0" algn="l" rtl="0">
                        <a:spcBef>
                          <a:spcPts val="0"/>
                        </a:spcBef>
                        <a:spcAft>
                          <a:spcPts val="0"/>
                        </a:spcAft>
                        <a:buNone/>
                      </a:pPr>
                      <a:r>
                        <a:rPr lang="en-DE" sz="1800"/>
                        <a:t>312.92</a:t>
                      </a:r>
                      <a:endParaRPr/>
                    </a:p>
                  </a:txBody>
                  <a:tcPr marL="91450" marR="91450" marT="45725" marB="45725"/>
                </a:tc>
                <a:extLst>
                  <a:ext uri="{0D108BD9-81ED-4DB2-BD59-A6C34878D82A}">
                    <a16:rowId xmlns:a16="http://schemas.microsoft.com/office/drawing/2014/main" val="10001"/>
                  </a:ext>
                </a:extLst>
              </a:tr>
              <a:tr h="389575">
                <a:tc>
                  <a:txBody>
                    <a:bodyPr/>
                    <a:lstStyle/>
                    <a:p>
                      <a:pPr marL="0" marR="0" lvl="0" indent="0" algn="l" rtl="0">
                        <a:spcBef>
                          <a:spcPts val="0"/>
                        </a:spcBef>
                        <a:spcAft>
                          <a:spcPts val="0"/>
                        </a:spcAft>
                        <a:buNone/>
                      </a:pPr>
                      <a:r>
                        <a:rPr lang="en-DE" sz="1800"/>
                        <a:t>Climb</a:t>
                      </a:r>
                      <a:endParaRPr/>
                    </a:p>
                  </a:txBody>
                  <a:tcPr marL="91450" marR="91450" marT="45725" marB="45725"/>
                </a:tc>
                <a:tc>
                  <a:txBody>
                    <a:bodyPr/>
                    <a:lstStyle/>
                    <a:p>
                      <a:pPr marL="0" marR="0" lvl="0" indent="0" algn="l" rtl="0">
                        <a:spcBef>
                          <a:spcPts val="0"/>
                        </a:spcBef>
                        <a:spcAft>
                          <a:spcPts val="0"/>
                        </a:spcAft>
                        <a:buNone/>
                      </a:pPr>
                      <a:r>
                        <a:rPr lang="en-DE" sz="1800"/>
                        <a:t>29954</a:t>
                      </a:r>
                      <a:endParaRPr/>
                    </a:p>
                  </a:txBody>
                  <a:tcPr marL="91450" marR="91450" marT="45725" marB="45725"/>
                </a:tc>
                <a:tc>
                  <a:txBody>
                    <a:bodyPr/>
                    <a:lstStyle/>
                    <a:p>
                      <a:pPr marL="0" marR="0" lvl="0" indent="0" algn="l" rtl="0">
                        <a:spcBef>
                          <a:spcPts val="0"/>
                        </a:spcBef>
                        <a:spcAft>
                          <a:spcPts val="0"/>
                        </a:spcAft>
                        <a:buNone/>
                      </a:pPr>
                      <a:r>
                        <a:rPr lang="en-DE" sz="1800"/>
                        <a:t>321.79</a:t>
                      </a:r>
                      <a:endParaRPr/>
                    </a:p>
                  </a:txBody>
                  <a:tcPr marL="91450" marR="91450" marT="45725" marB="45725"/>
                </a:tc>
                <a:tc>
                  <a:txBody>
                    <a:bodyPr/>
                    <a:lstStyle/>
                    <a:p>
                      <a:pPr marL="0" marR="0" lvl="0" indent="0" algn="l" rtl="0">
                        <a:spcBef>
                          <a:spcPts val="0"/>
                        </a:spcBef>
                        <a:spcAft>
                          <a:spcPts val="0"/>
                        </a:spcAft>
                        <a:buNone/>
                      </a:pPr>
                      <a:r>
                        <a:rPr lang="en-DE" sz="1800"/>
                        <a:t>248.01</a:t>
                      </a:r>
                      <a:endParaRPr/>
                    </a:p>
                  </a:txBody>
                  <a:tcPr marL="91450" marR="91450" marT="45725" marB="45725"/>
                </a:tc>
                <a:tc>
                  <a:txBody>
                    <a:bodyPr/>
                    <a:lstStyle/>
                    <a:p>
                      <a:pPr marL="0" marR="0" lvl="0" indent="0" algn="l" rtl="0">
                        <a:spcBef>
                          <a:spcPts val="0"/>
                        </a:spcBef>
                        <a:spcAft>
                          <a:spcPts val="0"/>
                        </a:spcAft>
                        <a:buNone/>
                      </a:pPr>
                      <a:r>
                        <a:rPr lang="en-DE" sz="1800"/>
                        <a:t>405.35</a:t>
                      </a:r>
                      <a:endParaRPr/>
                    </a:p>
                  </a:txBody>
                  <a:tcPr marL="91450" marR="91450" marT="45725" marB="45725"/>
                </a:tc>
                <a:extLst>
                  <a:ext uri="{0D108BD9-81ED-4DB2-BD59-A6C34878D82A}">
                    <a16:rowId xmlns:a16="http://schemas.microsoft.com/office/drawing/2014/main" val="10002"/>
                  </a:ext>
                </a:extLst>
              </a:tr>
              <a:tr h="389575">
                <a:tc>
                  <a:txBody>
                    <a:bodyPr/>
                    <a:lstStyle/>
                    <a:p>
                      <a:pPr marL="0" marR="0" lvl="0" indent="0" algn="l" rtl="0">
                        <a:spcBef>
                          <a:spcPts val="0"/>
                        </a:spcBef>
                        <a:spcAft>
                          <a:spcPts val="0"/>
                        </a:spcAft>
                        <a:buNone/>
                      </a:pPr>
                      <a:r>
                        <a:rPr lang="en-DE" sz="1800"/>
                        <a:t>Decent</a:t>
                      </a:r>
                      <a:endParaRPr/>
                    </a:p>
                  </a:txBody>
                  <a:tcPr marL="91450" marR="91450" marT="45725" marB="45725"/>
                </a:tc>
                <a:tc>
                  <a:txBody>
                    <a:bodyPr/>
                    <a:lstStyle/>
                    <a:p>
                      <a:pPr marL="0" marR="0" lvl="0" indent="0" algn="l" rtl="0">
                        <a:spcBef>
                          <a:spcPts val="0"/>
                        </a:spcBef>
                        <a:spcAft>
                          <a:spcPts val="0"/>
                        </a:spcAft>
                        <a:buNone/>
                      </a:pPr>
                      <a:r>
                        <a:rPr lang="en-DE" sz="1800"/>
                        <a:t>48272</a:t>
                      </a:r>
                      <a:endParaRPr/>
                    </a:p>
                  </a:txBody>
                  <a:tcPr marL="91450" marR="91450" marT="45725" marB="45725"/>
                </a:tc>
                <a:tc>
                  <a:txBody>
                    <a:bodyPr/>
                    <a:lstStyle/>
                    <a:p>
                      <a:pPr marL="0" marR="0" lvl="0" indent="0" algn="l" rtl="0">
                        <a:spcBef>
                          <a:spcPts val="0"/>
                        </a:spcBef>
                        <a:spcAft>
                          <a:spcPts val="0"/>
                        </a:spcAft>
                        <a:buNone/>
                      </a:pPr>
                      <a:r>
                        <a:rPr lang="en-DE" sz="1800"/>
                        <a:t>231.11</a:t>
                      </a:r>
                      <a:endParaRPr/>
                    </a:p>
                  </a:txBody>
                  <a:tcPr marL="91450" marR="91450" marT="45725" marB="45725"/>
                </a:tc>
                <a:tc>
                  <a:txBody>
                    <a:bodyPr/>
                    <a:lstStyle/>
                    <a:p>
                      <a:pPr marL="0" marR="0" lvl="0" indent="0" algn="l" rtl="0">
                        <a:spcBef>
                          <a:spcPts val="0"/>
                        </a:spcBef>
                        <a:spcAft>
                          <a:spcPts val="0"/>
                        </a:spcAft>
                        <a:buNone/>
                      </a:pPr>
                      <a:r>
                        <a:rPr lang="en-DE" sz="1800"/>
                        <a:t>170.79</a:t>
                      </a:r>
                      <a:endParaRPr/>
                    </a:p>
                  </a:txBody>
                  <a:tcPr marL="91450" marR="91450" marT="45725" marB="45725"/>
                </a:tc>
                <a:tc>
                  <a:txBody>
                    <a:bodyPr/>
                    <a:lstStyle/>
                    <a:p>
                      <a:pPr marL="0" marR="0" lvl="0" indent="0" algn="l" rtl="0">
                        <a:spcBef>
                          <a:spcPts val="0"/>
                        </a:spcBef>
                        <a:spcAft>
                          <a:spcPts val="0"/>
                        </a:spcAft>
                        <a:buNone/>
                      </a:pPr>
                      <a:r>
                        <a:rPr lang="en-DE" sz="1800"/>
                        <a:t>300.04</a:t>
                      </a:r>
                      <a:endParaRPr/>
                    </a:p>
                  </a:txBody>
                  <a:tcPr marL="91450" marR="91450" marT="45725" marB="45725"/>
                </a:tc>
                <a:extLst>
                  <a:ext uri="{0D108BD9-81ED-4DB2-BD59-A6C34878D82A}">
                    <a16:rowId xmlns:a16="http://schemas.microsoft.com/office/drawing/2014/main" val="10003"/>
                  </a:ext>
                </a:extLst>
              </a:tr>
              <a:tr h="389575">
                <a:tc>
                  <a:txBody>
                    <a:bodyPr/>
                    <a:lstStyle/>
                    <a:p>
                      <a:pPr marL="0" marR="0" lvl="0" indent="0" algn="l" rtl="0">
                        <a:spcBef>
                          <a:spcPts val="0"/>
                        </a:spcBef>
                        <a:spcAft>
                          <a:spcPts val="0"/>
                        </a:spcAft>
                        <a:buNone/>
                      </a:pPr>
                      <a:r>
                        <a:rPr lang="en-DE" sz="1800"/>
                        <a:t>Cruise</a:t>
                      </a:r>
                      <a:endParaRPr/>
                    </a:p>
                  </a:txBody>
                  <a:tcPr marL="91450" marR="91450" marT="45725" marB="45725"/>
                </a:tc>
                <a:tc>
                  <a:txBody>
                    <a:bodyPr/>
                    <a:lstStyle/>
                    <a:p>
                      <a:pPr marL="0" marR="0" lvl="0" indent="0" algn="l" rtl="0">
                        <a:spcBef>
                          <a:spcPts val="0"/>
                        </a:spcBef>
                        <a:spcAft>
                          <a:spcPts val="0"/>
                        </a:spcAft>
                        <a:buNone/>
                      </a:pPr>
                      <a:r>
                        <a:rPr lang="en-DE" sz="1800"/>
                        <a:t>103112</a:t>
                      </a:r>
                      <a:endParaRPr/>
                    </a:p>
                  </a:txBody>
                  <a:tcPr marL="91450" marR="91450" marT="45725" marB="45725"/>
                </a:tc>
                <a:tc>
                  <a:txBody>
                    <a:bodyPr/>
                    <a:lstStyle/>
                    <a:p>
                      <a:pPr marL="0" marR="0" lvl="0" indent="0" algn="l" rtl="0">
                        <a:spcBef>
                          <a:spcPts val="0"/>
                        </a:spcBef>
                        <a:spcAft>
                          <a:spcPts val="0"/>
                        </a:spcAft>
                        <a:buNone/>
                      </a:pPr>
                      <a:r>
                        <a:rPr lang="en-DE" sz="1800"/>
                        <a:t>300.52</a:t>
                      </a:r>
                      <a:endParaRPr/>
                    </a:p>
                  </a:txBody>
                  <a:tcPr marL="91450" marR="91450" marT="45725" marB="45725"/>
                </a:tc>
                <a:tc>
                  <a:txBody>
                    <a:bodyPr/>
                    <a:lstStyle/>
                    <a:p>
                      <a:pPr marL="0" marR="0" lvl="0" indent="0" algn="l" rtl="0">
                        <a:spcBef>
                          <a:spcPts val="0"/>
                        </a:spcBef>
                        <a:spcAft>
                          <a:spcPts val="0"/>
                        </a:spcAft>
                        <a:buNone/>
                      </a:pPr>
                      <a:r>
                        <a:rPr lang="en-DE" sz="1800"/>
                        <a:t>236.92</a:t>
                      </a:r>
                      <a:endParaRPr/>
                    </a:p>
                  </a:txBody>
                  <a:tcPr marL="91450" marR="91450" marT="45725" marB="45725"/>
                </a:tc>
                <a:tc>
                  <a:txBody>
                    <a:bodyPr/>
                    <a:lstStyle/>
                    <a:p>
                      <a:pPr marL="0" marR="0" lvl="0" indent="0" algn="l" rtl="0">
                        <a:spcBef>
                          <a:spcPts val="0"/>
                        </a:spcBef>
                        <a:spcAft>
                          <a:spcPts val="0"/>
                        </a:spcAft>
                        <a:buNone/>
                      </a:pPr>
                      <a:r>
                        <a:rPr lang="en-DE" sz="1800"/>
                        <a:t>773.26</a:t>
                      </a:r>
                      <a:endParaRPr/>
                    </a:p>
                  </a:txBody>
                  <a:tcPr marL="91450" marR="91450" marT="45725" marB="45725"/>
                </a:tc>
                <a:extLst>
                  <a:ext uri="{0D108BD9-81ED-4DB2-BD59-A6C34878D82A}">
                    <a16:rowId xmlns:a16="http://schemas.microsoft.com/office/drawing/2014/main" val="10004"/>
                  </a:ext>
                </a:extLst>
              </a:tr>
            </a:tbl>
          </a:graphicData>
        </a:graphic>
      </p:graphicFrame>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368"/>
        <p:cNvGrpSpPr/>
        <p:nvPr/>
      </p:nvGrpSpPr>
      <p:grpSpPr>
        <a:xfrm>
          <a:off x="0" y="0"/>
          <a:ext cx="0" cy="0"/>
          <a:chOff x="0" y="0"/>
          <a:chExt cx="0" cy="0"/>
        </a:xfrm>
      </p:grpSpPr>
      <p:sp>
        <p:nvSpPr>
          <p:cNvPr id="369" name="Google Shape;369;p11"/>
          <p:cNvSpPr txBox="1">
            <a:spLocks noGrp="1"/>
          </p:cNvSpPr>
          <p:nvPr>
            <p:ph type="title"/>
          </p:nvPr>
        </p:nvSpPr>
        <p:spPr>
          <a:xfrm>
            <a:off x="874712" y="346075"/>
            <a:ext cx="10580687" cy="684213"/>
          </a:xfrm>
          <a:prstGeom prst="rect">
            <a:avLst/>
          </a:prstGeom>
          <a:noFill/>
          <a:ln>
            <a:noFill/>
          </a:ln>
        </p:spPr>
        <p:txBody>
          <a:bodyPr spcFirstLastPara="1" wrap="square" lIns="0" tIns="0" rIns="0" bIns="0" anchor="t" anchorCtr="0">
            <a:noAutofit/>
          </a:bodyPr>
          <a:lstStyle/>
          <a:p>
            <a:pPr marL="0" lvl="0" indent="0" algn="l" rtl="0">
              <a:spcBef>
                <a:spcPts val="0"/>
              </a:spcBef>
              <a:spcAft>
                <a:spcPts val="0"/>
              </a:spcAft>
              <a:buClr>
                <a:schemeClr val="accent1"/>
              </a:buClr>
              <a:buSzPts val="2400"/>
              <a:buFont typeface="Open Sans"/>
              <a:buNone/>
            </a:pPr>
            <a:r>
              <a:rPr lang="en-DE"/>
              <a:t> Efficiency and evaluation Metrics</a:t>
            </a:r>
            <a:endParaRPr/>
          </a:p>
        </p:txBody>
      </p:sp>
      <p:sp>
        <p:nvSpPr>
          <p:cNvPr id="370" name="Google Shape;370;p11"/>
          <p:cNvSpPr txBox="1">
            <a:spLocks noGrp="1"/>
          </p:cNvSpPr>
          <p:nvPr>
            <p:ph type="body" idx="1"/>
          </p:nvPr>
        </p:nvSpPr>
        <p:spPr>
          <a:xfrm>
            <a:off x="977100" y="1030300"/>
            <a:ext cx="4905600" cy="4360800"/>
          </a:xfrm>
          <a:prstGeom prst="rect">
            <a:avLst/>
          </a:prstGeom>
          <a:blipFill rotWithShape="1">
            <a:blip r:embed="rId3">
              <a:alphaModFix/>
            </a:blip>
            <a:stretch>
              <a:fillRect l="-2464" t="-1396"/>
            </a:stretch>
          </a:blipFill>
          <a:ln>
            <a:noFill/>
          </a:ln>
        </p:spPr>
        <p:txBody>
          <a:bodyPr spcFirstLastPara="1" wrap="square" lIns="0" tIns="0" rIns="0" bIns="0" anchor="t" anchorCtr="0">
            <a:noAutofit/>
          </a:bodyPr>
          <a:lstStyle/>
          <a:p>
            <a:pPr marL="0" lvl="0" indent="0" algn="l" rtl="0">
              <a:spcBef>
                <a:spcPts val="0"/>
              </a:spcBef>
              <a:spcAft>
                <a:spcPts val="0"/>
              </a:spcAft>
              <a:buSzPts val="1600"/>
              <a:buNone/>
            </a:pPr>
            <a:r>
              <a:rPr lang="en-DE" dirty="0"/>
              <a:t> </a:t>
            </a:r>
            <a:endParaRPr dirty="0"/>
          </a:p>
        </p:txBody>
      </p:sp>
      <p:sp>
        <p:nvSpPr>
          <p:cNvPr id="371" name="Google Shape;371;p11"/>
          <p:cNvSpPr txBox="1">
            <a:spLocks noGrp="1"/>
          </p:cNvSpPr>
          <p:nvPr>
            <p:ph type="body" idx="2"/>
          </p:nvPr>
        </p:nvSpPr>
        <p:spPr>
          <a:xfrm>
            <a:off x="6070600" y="970200"/>
            <a:ext cx="6045600" cy="4360800"/>
          </a:xfrm>
          <a:prstGeom prst="rect">
            <a:avLst/>
          </a:prstGeom>
          <a:noFill/>
          <a:ln>
            <a:noFill/>
          </a:ln>
        </p:spPr>
        <p:txBody>
          <a:bodyPr spcFirstLastPara="1" wrap="square" lIns="0" tIns="0" rIns="0" bIns="0" anchor="t" anchorCtr="0">
            <a:noAutofit/>
          </a:bodyPr>
          <a:lstStyle/>
          <a:p>
            <a:pPr marL="0" lvl="0" indent="0" algn="l" rtl="0">
              <a:spcBef>
                <a:spcPts val="0"/>
              </a:spcBef>
              <a:spcAft>
                <a:spcPts val="0"/>
              </a:spcAft>
              <a:buClr>
                <a:schemeClr val="accent1"/>
              </a:buClr>
              <a:buSzPts val="1600"/>
              <a:buNone/>
            </a:pPr>
            <a:r>
              <a:rPr lang="en-DE" dirty="0"/>
              <a:t>Mean Absolute Error(MAE): </a:t>
            </a:r>
            <a:endParaRPr dirty="0"/>
          </a:p>
          <a:p>
            <a:pPr marL="285750" lvl="0" indent="-285750" algn="l" rtl="0">
              <a:spcBef>
                <a:spcPts val="600"/>
              </a:spcBef>
              <a:spcAft>
                <a:spcPts val="0"/>
              </a:spcAft>
              <a:buClr>
                <a:schemeClr val="accent1"/>
              </a:buClr>
              <a:buSzPts val="1600"/>
              <a:buFont typeface="Arial"/>
              <a:buChar char="•"/>
            </a:pPr>
            <a:r>
              <a:rPr lang="en-DE" b="0" dirty="0"/>
              <a:t>Shows how far </a:t>
            </a:r>
            <a:r>
              <a:rPr lang="en-DE" b="0" dirty="0" err="1"/>
              <a:t>predic</a:t>
            </a:r>
            <a:r>
              <a:rPr lang="de-DE" b="0" dirty="0"/>
              <a:t>t</a:t>
            </a:r>
            <a:r>
              <a:rPr lang="en-DE" b="0" dirty="0"/>
              <a:t>ed power is from real power</a:t>
            </a:r>
            <a:endParaRPr b="0" dirty="0"/>
          </a:p>
          <a:p>
            <a:pPr marL="0" lvl="0" indent="0" algn="l" rtl="0">
              <a:spcBef>
                <a:spcPts val="600"/>
              </a:spcBef>
              <a:spcAft>
                <a:spcPts val="0"/>
              </a:spcAft>
              <a:buClr>
                <a:schemeClr val="accent1"/>
              </a:buClr>
              <a:buSzPts val="1600"/>
              <a:buNone/>
            </a:pPr>
            <a:r>
              <a:rPr lang="en-DE" dirty="0"/>
              <a:t>Root Mean square Error(RMSE):</a:t>
            </a:r>
            <a:endParaRPr dirty="0"/>
          </a:p>
          <a:p>
            <a:pPr marL="285750" lvl="0" indent="-285750" algn="l" rtl="0">
              <a:spcBef>
                <a:spcPts val="600"/>
              </a:spcBef>
              <a:spcAft>
                <a:spcPts val="0"/>
              </a:spcAft>
              <a:buClr>
                <a:schemeClr val="accent1"/>
              </a:buClr>
              <a:buSzPts val="1600"/>
              <a:buFont typeface="Arial"/>
              <a:buChar char="•"/>
            </a:pPr>
            <a:r>
              <a:rPr lang="en-DE" b="0" dirty="0"/>
              <a:t>Shows how big error between model and real power</a:t>
            </a:r>
            <a:endParaRPr dirty="0"/>
          </a:p>
          <a:p>
            <a:pPr marL="0" lvl="0" indent="0" algn="l" rtl="0">
              <a:spcBef>
                <a:spcPts val="600"/>
              </a:spcBef>
              <a:spcAft>
                <a:spcPts val="0"/>
              </a:spcAft>
              <a:buClr>
                <a:schemeClr val="accent1"/>
              </a:buClr>
              <a:buSzPts val="1600"/>
              <a:buNone/>
            </a:pPr>
            <a:r>
              <a:rPr lang="en-DE" dirty="0"/>
              <a:t>Mean Absolute Percentage Error (MAPE):</a:t>
            </a:r>
            <a:endParaRPr dirty="0"/>
          </a:p>
          <a:p>
            <a:pPr marL="285750" lvl="0" indent="-285750" algn="l" rtl="0">
              <a:spcBef>
                <a:spcPts val="600"/>
              </a:spcBef>
              <a:spcAft>
                <a:spcPts val="0"/>
              </a:spcAft>
              <a:buClr>
                <a:schemeClr val="accent1"/>
              </a:buClr>
              <a:buSzPts val="1600"/>
              <a:buFont typeface="Arial"/>
              <a:buChar char="•"/>
            </a:pPr>
            <a:r>
              <a:rPr lang="en-DE" b="0" dirty="0"/>
              <a:t>Measures accuracy in percent (%)</a:t>
            </a:r>
            <a:endParaRPr dirty="0"/>
          </a:p>
          <a:p>
            <a:pPr marL="0" lvl="0" indent="0" algn="l" rtl="0">
              <a:spcBef>
                <a:spcPts val="600"/>
              </a:spcBef>
              <a:spcAft>
                <a:spcPts val="0"/>
              </a:spcAft>
              <a:buClr>
                <a:schemeClr val="accent1"/>
              </a:buClr>
              <a:buSzPts val="1600"/>
              <a:buNone/>
            </a:pPr>
            <a:endParaRPr b="0" dirty="0"/>
          </a:p>
        </p:txBody>
      </p:sp>
      <p:pic>
        <p:nvPicPr>
          <p:cNvPr id="372" name="Google Shape;372;p11"/>
          <p:cNvPicPr preferRelativeResize="0"/>
          <p:nvPr/>
        </p:nvPicPr>
        <p:blipFill>
          <a:blip r:embed="rId4">
            <a:alphaModFix/>
          </a:blip>
          <a:stretch>
            <a:fillRect/>
          </a:stretch>
        </p:blipFill>
        <p:spPr>
          <a:xfrm>
            <a:off x="1384925" y="3616089"/>
            <a:ext cx="3505200" cy="1940650"/>
          </a:xfrm>
          <a:prstGeom prst="rect">
            <a:avLst/>
          </a:prstGeom>
          <a:noFill/>
          <a:ln>
            <a:noFill/>
          </a:ln>
        </p:spPr>
      </p:pic>
      <p:pic>
        <p:nvPicPr>
          <p:cNvPr id="373" name="Google Shape;373;p11"/>
          <p:cNvPicPr preferRelativeResize="0"/>
          <p:nvPr/>
        </p:nvPicPr>
        <p:blipFill>
          <a:blip r:embed="rId5">
            <a:alphaModFix/>
          </a:blip>
          <a:stretch>
            <a:fillRect/>
          </a:stretch>
        </p:blipFill>
        <p:spPr>
          <a:xfrm>
            <a:off x="6070600" y="3115600"/>
            <a:ext cx="5238750" cy="2362200"/>
          </a:xfrm>
          <a:prstGeom prst="rect">
            <a:avLst/>
          </a:prstGeom>
          <a:noFill/>
          <a:ln>
            <a:noFill/>
          </a:ln>
        </p:spPr>
      </p:pic>
      <p:sp>
        <p:nvSpPr>
          <p:cNvPr id="374" name="Google Shape;374;p11"/>
          <p:cNvSpPr/>
          <p:nvPr/>
        </p:nvSpPr>
        <p:spPr>
          <a:xfrm>
            <a:off x="6070600" y="3533800"/>
            <a:ext cx="5161800" cy="379800"/>
          </a:xfrm>
          <a:prstGeom prst="rect">
            <a:avLst/>
          </a:prstGeom>
          <a:noFill/>
          <a:ln w="28575"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Open Sans"/>
              <a:ea typeface="Open Sans"/>
              <a:cs typeface="Open Sans"/>
              <a:sym typeface="Open Sans"/>
            </a:endParaRPr>
          </a:p>
        </p:txBody>
      </p:sp>
      <p:sp>
        <p:nvSpPr>
          <p:cNvPr id="375" name="Google Shape;375;p11"/>
          <p:cNvSpPr/>
          <p:nvPr/>
        </p:nvSpPr>
        <p:spPr>
          <a:xfrm>
            <a:off x="6070600" y="5011300"/>
            <a:ext cx="5161800" cy="379800"/>
          </a:xfrm>
          <a:prstGeom prst="rect">
            <a:avLst/>
          </a:prstGeom>
          <a:noFill/>
          <a:ln w="28575"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dirty="0">
              <a:solidFill>
                <a:schemeClr val="accent4"/>
              </a:solidFill>
              <a:latin typeface="Open Sans"/>
              <a:ea typeface="Open Sans"/>
              <a:cs typeface="Open Sans"/>
              <a:sym typeface="Open Sans"/>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950116-675B-ADA0-A268-BCA7EDD7B2A8}"/>
              </a:ext>
            </a:extLst>
          </p:cNvPr>
          <p:cNvSpPr>
            <a:spLocks noGrp="1"/>
          </p:cNvSpPr>
          <p:nvPr>
            <p:ph type="title"/>
          </p:nvPr>
        </p:nvSpPr>
        <p:spPr/>
        <p:txBody>
          <a:bodyPr/>
          <a:lstStyle/>
          <a:p>
            <a:r>
              <a:rPr lang="en-DE" dirty="0"/>
              <a:t>Discussion</a:t>
            </a:r>
          </a:p>
        </p:txBody>
      </p:sp>
      <p:sp>
        <p:nvSpPr>
          <p:cNvPr id="3" name="Text Placeholder 2">
            <a:extLst>
              <a:ext uri="{FF2B5EF4-FFF2-40B4-BE49-F238E27FC236}">
                <a16:creationId xmlns:a16="http://schemas.microsoft.com/office/drawing/2014/main" id="{8F9D1312-CB50-330E-BD12-57CF0C023EC8}"/>
              </a:ext>
            </a:extLst>
          </p:cNvPr>
          <p:cNvSpPr>
            <a:spLocks noGrp="1"/>
          </p:cNvSpPr>
          <p:nvPr>
            <p:ph type="body" idx="1"/>
          </p:nvPr>
        </p:nvSpPr>
        <p:spPr/>
        <p:txBody>
          <a:bodyPr/>
          <a:lstStyle/>
          <a:p>
            <a:pPr marL="514350" indent="-285750">
              <a:buFont typeface="Arial" panose="020B0604020202020204" pitchFamily="34" charset="0"/>
              <a:buChar char="•"/>
            </a:pPr>
            <a:r>
              <a:rPr lang="en-GB" b="0" dirty="0"/>
              <a:t>Hover is the most unstable phase</a:t>
            </a:r>
          </a:p>
          <a:p>
            <a:pPr marL="514350" indent="-285750">
              <a:buFont typeface="Arial" panose="020B0604020202020204" pitchFamily="34" charset="0"/>
              <a:buChar char="•"/>
            </a:pPr>
            <a:r>
              <a:rPr lang="en-GB" b="0" dirty="0"/>
              <a:t>UAV continuously adjusts roll, pitch, and yaw to maintain position.</a:t>
            </a:r>
          </a:p>
          <a:p>
            <a:pPr marL="514350" indent="-285750">
              <a:buFont typeface="Arial" panose="020B0604020202020204" pitchFamily="34" charset="0"/>
              <a:buChar char="•"/>
            </a:pPr>
            <a:r>
              <a:rPr lang="en-GB" b="0" dirty="0"/>
              <a:t>High sensitivity to wind &amp; turbulence</a:t>
            </a:r>
          </a:p>
          <a:p>
            <a:pPr marL="514350" indent="-285750">
              <a:buFont typeface="Arial" panose="020B0604020202020204" pitchFamily="34" charset="0"/>
              <a:buChar char="•"/>
            </a:pPr>
            <a:r>
              <a:rPr lang="en-GB" b="0" dirty="0"/>
              <a:t>Even small gusts cause large power fluctuations (±50–120 W).</a:t>
            </a:r>
          </a:p>
          <a:p>
            <a:pPr marL="514350" indent="-285750">
              <a:buFont typeface="Arial" panose="020B0604020202020204" pitchFamily="34" charset="0"/>
              <a:buChar char="•"/>
            </a:pPr>
            <a:r>
              <a:rPr lang="en-GB" b="0" dirty="0"/>
              <a:t>Ideal physics model underestimates hover power. Hover formula does not include:</a:t>
            </a:r>
          </a:p>
          <a:p>
            <a:pPr marL="514350" indent="-285750">
              <a:buFont typeface="Arial" panose="020B0604020202020204" pitchFamily="34" charset="0"/>
              <a:buChar char="•"/>
            </a:pPr>
            <a:r>
              <a:rPr lang="en-GB" b="0" dirty="0"/>
              <a:t>Rotor profile power</a:t>
            </a:r>
          </a:p>
          <a:p>
            <a:pPr marL="514350" indent="-285750">
              <a:buFont typeface="Arial" panose="020B0604020202020204" pitchFamily="34" charset="0"/>
              <a:buChar char="•"/>
            </a:pPr>
            <a:r>
              <a:rPr lang="en-GB" b="0" dirty="0"/>
              <a:t>Wind effects</a:t>
            </a:r>
            <a:endParaRPr lang="en-DE" b="0" dirty="0"/>
          </a:p>
          <a:p>
            <a:pPr marL="228600" indent="0"/>
            <a:r>
              <a:rPr lang="en-GB" dirty="0"/>
              <a:t>Real hover power is much higher than </a:t>
            </a:r>
            <a:r>
              <a:rPr lang="en-DE" dirty="0"/>
              <a:t>    </a:t>
            </a:r>
            <a:r>
              <a:rPr lang="en-GB" dirty="0"/>
              <a:t>theoretical hover power → Results in large prediction errors</a:t>
            </a:r>
            <a:endParaRPr lang="en-DE" dirty="0"/>
          </a:p>
        </p:txBody>
      </p:sp>
      <p:sp>
        <p:nvSpPr>
          <p:cNvPr id="4" name="Text Placeholder 3">
            <a:extLst>
              <a:ext uri="{FF2B5EF4-FFF2-40B4-BE49-F238E27FC236}">
                <a16:creationId xmlns:a16="http://schemas.microsoft.com/office/drawing/2014/main" id="{C0C33148-3694-74F2-22B5-C23E1CABB70C}"/>
              </a:ext>
            </a:extLst>
          </p:cNvPr>
          <p:cNvSpPr>
            <a:spLocks noGrp="1"/>
          </p:cNvSpPr>
          <p:nvPr>
            <p:ph type="body" idx="2"/>
          </p:nvPr>
        </p:nvSpPr>
        <p:spPr>
          <a:xfrm>
            <a:off x="6259512" y="1481138"/>
            <a:ext cx="5195887" cy="4360862"/>
          </a:xfrm>
        </p:spPr>
        <p:txBody>
          <a:bodyPr/>
          <a:lstStyle/>
          <a:p>
            <a:endParaRPr lang="en-DE" dirty="0"/>
          </a:p>
        </p:txBody>
      </p:sp>
      <p:pic>
        <p:nvPicPr>
          <p:cNvPr id="5" name="Google Shape;383;g3ae7805bb3a_7_101">
            <a:extLst>
              <a:ext uri="{FF2B5EF4-FFF2-40B4-BE49-F238E27FC236}">
                <a16:creationId xmlns:a16="http://schemas.microsoft.com/office/drawing/2014/main" id="{D507B15B-3EAA-5178-D777-237F1824CFB5}"/>
              </a:ext>
            </a:extLst>
          </p:cNvPr>
          <p:cNvPicPr preferRelativeResize="0"/>
          <p:nvPr/>
        </p:nvPicPr>
        <p:blipFill rotWithShape="1">
          <a:blip r:embed="rId3">
            <a:alphaModFix/>
          </a:blip>
          <a:srcRect t="3025"/>
          <a:stretch/>
        </p:blipFill>
        <p:spPr>
          <a:xfrm>
            <a:off x="6165055" y="1481138"/>
            <a:ext cx="5640865" cy="4532354"/>
          </a:xfrm>
          <a:prstGeom prst="rect">
            <a:avLst/>
          </a:prstGeom>
          <a:noFill/>
          <a:ln>
            <a:noFill/>
          </a:ln>
        </p:spPr>
      </p:pic>
    </p:spTree>
    <p:extLst>
      <p:ext uri="{BB962C8B-B14F-4D97-AF65-F5344CB8AC3E}">
        <p14:creationId xmlns:p14="http://schemas.microsoft.com/office/powerpoint/2010/main" val="143598146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387"/>
        <p:cNvGrpSpPr/>
        <p:nvPr/>
      </p:nvGrpSpPr>
      <p:grpSpPr>
        <a:xfrm>
          <a:off x="0" y="0"/>
          <a:ext cx="0" cy="0"/>
          <a:chOff x="0" y="0"/>
          <a:chExt cx="0" cy="0"/>
        </a:xfrm>
      </p:grpSpPr>
      <p:sp>
        <p:nvSpPr>
          <p:cNvPr id="388" name="Google Shape;388;p12"/>
          <p:cNvSpPr txBox="1">
            <a:spLocks noGrp="1"/>
          </p:cNvSpPr>
          <p:nvPr>
            <p:ph type="title"/>
          </p:nvPr>
        </p:nvSpPr>
        <p:spPr>
          <a:xfrm>
            <a:off x="874712" y="346075"/>
            <a:ext cx="10580687" cy="684213"/>
          </a:xfrm>
          <a:prstGeom prst="rect">
            <a:avLst/>
          </a:prstGeom>
          <a:noFill/>
          <a:ln>
            <a:noFill/>
          </a:ln>
        </p:spPr>
        <p:txBody>
          <a:bodyPr spcFirstLastPara="1" wrap="square" lIns="0" tIns="0" rIns="0" bIns="0" anchor="t" anchorCtr="0">
            <a:noAutofit/>
          </a:bodyPr>
          <a:lstStyle/>
          <a:p>
            <a:pPr marL="0" lvl="0" indent="0" algn="l" rtl="0">
              <a:spcBef>
                <a:spcPts val="0"/>
              </a:spcBef>
              <a:spcAft>
                <a:spcPts val="0"/>
              </a:spcAft>
              <a:buClr>
                <a:schemeClr val="accent1"/>
              </a:buClr>
              <a:buSzPts val="2400"/>
              <a:buFont typeface="Open Sans"/>
              <a:buNone/>
            </a:pPr>
            <a:r>
              <a:rPr lang="en-DE" dirty="0"/>
              <a:t>Real Power vs Model Power</a:t>
            </a:r>
            <a:endParaRPr dirty="0"/>
          </a:p>
        </p:txBody>
      </p:sp>
      <p:pic>
        <p:nvPicPr>
          <p:cNvPr id="7" name="Graphic 6">
            <a:extLst>
              <a:ext uri="{FF2B5EF4-FFF2-40B4-BE49-F238E27FC236}">
                <a16:creationId xmlns:a16="http://schemas.microsoft.com/office/drawing/2014/main" id="{9DFE63DD-10F6-924B-BCC5-5AA36DEB2600}"/>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348154" y="1092758"/>
            <a:ext cx="7268308" cy="4672484"/>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F961A2-7837-1CD6-C4E6-0364B43B5BA0}"/>
              </a:ext>
            </a:extLst>
          </p:cNvPr>
          <p:cNvSpPr>
            <a:spLocks noGrp="1"/>
          </p:cNvSpPr>
          <p:nvPr>
            <p:ph type="title"/>
          </p:nvPr>
        </p:nvSpPr>
        <p:spPr/>
        <p:txBody>
          <a:bodyPr/>
          <a:lstStyle/>
          <a:p>
            <a:r>
              <a:rPr lang="de-DE" dirty="0"/>
              <a:t>References</a:t>
            </a:r>
            <a:endParaRPr lang="en-DE" dirty="0"/>
          </a:p>
        </p:txBody>
      </p:sp>
      <p:sp>
        <p:nvSpPr>
          <p:cNvPr id="3" name="Text Placeholder 2">
            <a:extLst>
              <a:ext uri="{FF2B5EF4-FFF2-40B4-BE49-F238E27FC236}">
                <a16:creationId xmlns:a16="http://schemas.microsoft.com/office/drawing/2014/main" id="{6E86AB3F-5B0B-1138-B3E1-AA6FD4D722A3}"/>
              </a:ext>
            </a:extLst>
          </p:cNvPr>
          <p:cNvSpPr>
            <a:spLocks noGrp="1"/>
          </p:cNvSpPr>
          <p:nvPr>
            <p:ph type="body" idx="1"/>
          </p:nvPr>
        </p:nvSpPr>
        <p:spPr/>
        <p:txBody>
          <a:bodyPr/>
          <a:lstStyle/>
          <a:p>
            <a:pPr marL="285750" lvl="0" indent="-285750">
              <a:buFont typeface="Arial" panose="020B0604020202020204" pitchFamily="34" charset="0"/>
              <a:buChar char="•"/>
            </a:pPr>
            <a:r>
              <a:rPr lang="de-DE" b="0" dirty="0" err="1"/>
              <a:t>Abeywickrama</a:t>
            </a:r>
            <a:r>
              <a:rPr lang="de-DE" b="0" dirty="0"/>
              <a:t>, H., </a:t>
            </a:r>
            <a:r>
              <a:rPr lang="de-DE" b="0" dirty="0" err="1"/>
              <a:t>Jayawickrama</a:t>
            </a:r>
            <a:r>
              <a:rPr lang="de-DE" b="0" dirty="0"/>
              <a:t>, B. A., </a:t>
            </a:r>
            <a:r>
              <a:rPr lang="de-DE" b="0" dirty="0" err="1"/>
              <a:t>Chathuranga</a:t>
            </a:r>
            <a:r>
              <a:rPr lang="de-DE" b="0" dirty="0"/>
              <a:t>, D., &amp; </a:t>
            </a:r>
            <a:r>
              <a:rPr lang="de-DE" b="0" dirty="0" err="1"/>
              <a:t>Munasinghe</a:t>
            </a:r>
            <a:r>
              <a:rPr lang="de-DE" b="0" dirty="0"/>
              <a:t>, S. (2018). </a:t>
            </a:r>
            <a:r>
              <a:rPr lang="de-DE" b="0" dirty="0" err="1"/>
              <a:t>Comprehensive</a:t>
            </a:r>
            <a:r>
              <a:rPr lang="de-DE" b="0" dirty="0"/>
              <a:t> </a:t>
            </a:r>
            <a:r>
              <a:rPr lang="de-DE" b="0" dirty="0" err="1"/>
              <a:t>modeling</a:t>
            </a:r>
            <a:r>
              <a:rPr lang="de-DE" b="0" dirty="0"/>
              <a:t> </a:t>
            </a:r>
            <a:r>
              <a:rPr lang="de-DE" b="0" dirty="0" err="1"/>
              <a:t>of</a:t>
            </a:r>
            <a:r>
              <a:rPr lang="de-DE" b="0" dirty="0"/>
              <a:t> </a:t>
            </a:r>
            <a:r>
              <a:rPr lang="de-DE" b="0" dirty="0" err="1"/>
              <a:t>quadrotor</a:t>
            </a:r>
            <a:r>
              <a:rPr lang="de-DE" b="0" dirty="0"/>
              <a:t> </a:t>
            </a:r>
            <a:r>
              <a:rPr lang="de-DE" b="0" dirty="0" err="1"/>
              <a:t>energy</a:t>
            </a:r>
            <a:r>
              <a:rPr lang="de-DE" b="0" dirty="0"/>
              <a:t> </a:t>
            </a:r>
            <a:r>
              <a:rPr lang="de-DE" b="0" dirty="0" err="1"/>
              <a:t>consumption</a:t>
            </a:r>
            <a:r>
              <a:rPr lang="de-DE" b="0" dirty="0"/>
              <a:t>. International Journal </a:t>
            </a:r>
            <a:r>
              <a:rPr lang="de-DE" b="0" dirty="0" err="1"/>
              <a:t>of</a:t>
            </a:r>
            <a:r>
              <a:rPr lang="de-DE" b="0" dirty="0"/>
              <a:t> Aerospace Engineering, 2018, 1–16.</a:t>
            </a:r>
          </a:p>
          <a:p>
            <a:pPr marL="285750" lvl="0" indent="-285750">
              <a:buFont typeface="Arial" panose="020B0604020202020204" pitchFamily="34" charset="0"/>
              <a:buChar char="•"/>
            </a:pPr>
            <a:r>
              <a:rPr lang="de-DE" b="0" dirty="0" err="1"/>
              <a:t>Bangura</a:t>
            </a:r>
            <a:r>
              <a:rPr lang="de-DE" b="0" dirty="0"/>
              <a:t>, M., &amp; </a:t>
            </a:r>
            <a:r>
              <a:rPr lang="de-DE" b="0" dirty="0" err="1"/>
              <a:t>Mahony</a:t>
            </a:r>
            <a:r>
              <a:rPr lang="de-DE" b="0" dirty="0"/>
              <a:t>, R. (2014). Real-time </a:t>
            </a:r>
            <a:r>
              <a:rPr lang="de-DE" b="0" dirty="0" err="1"/>
              <a:t>model</a:t>
            </a:r>
            <a:r>
              <a:rPr lang="de-DE" b="0" dirty="0"/>
              <a:t> </a:t>
            </a:r>
            <a:r>
              <a:rPr lang="de-DE" b="0" dirty="0" err="1"/>
              <a:t>predictive</a:t>
            </a:r>
            <a:r>
              <a:rPr lang="de-DE" b="0" dirty="0"/>
              <a:t> </a:t>
            </a:r>
            <a:r>
              <a:rPr lang="de-DE" b="0" dirty="0" err="1"/>
              <a:t>control</a:t>
            </a:r>
            <a:r>
              <a:rPr lang="de-DE" b="0" dirty="0"/>
              <a:t> </a:t>
            </a:r>
            <a:r>
              <a:rPr lang="de-DE" b="0" dirty="0" err="1"/>
              <a:t>for</a:t>
            </a:r>
            <a:r>
              <a:rPr lang="de-DE" b="0" dirty="0"/>
              <a:t> </a:t>
            </a:r>
            <a:r>
              <a:rPr lang="de-DE" b="0" dirty="0" err="1"/>
              <a:t>quadrotors</a:t>
            </a:r>
            <a:r>
              <a:rPr lang="de-DE" b="0" dirty="0"/>
              <a:t>. </a:t>
            </a:r>
            <a:r>
              <a:rPr lang="de-DE" b="0" dirty="0" err="1"/>
              <a:t>Australasian</a:t>
            </a:r>
            <a:r>
              <a:rPr lang="de-DE" b="0" dirty="0"/>
              <a:t> Conference on Robotics and Automation.</a:t>
            </a:r>
          </a:p>
          <a:p>
            <a:pPr marL="285750" lvl="0" indent="-285750">
              <a:buFont typeface="Arial" panose="020B0604020202020204" pitchFamily="34" charset="0"/>
              <a:buChar char="•"/>
            </a:pPr>
            <a:r>
              <a:rPr lang="de-DE" b="0" dirty="0"/>
              <a:t>DJI. (2015). </a:t>
            </a:r>
            <a:r>
              <a:rPr lang="de-DE" b="0" dirty="0" err="1"/>
              <a:t>Matrice</a:t>
            </a:r>
            <a:r>
              <a:rPr lang="de-DE" b="0" dirty="0"/>
              <a:t> 100 </a:t>
            </a:r>
            <a:r>
              <a:rPr lang="de-DE" b="0" dirty="0" err="1"/>
              <a:t>specification</a:t>
            </a:r>
            <a:r>
              <a:rPr lang="de-DE" b="0" dirty="0"/>
              <a:t> </a:t>
            </a:r>
            <a:r>
              <a:rPr lang="de-DE" b="0" dirty="0" err="1"/>
              <a:t>sheet</a:t>
            </a:r>
            <a:endParaRPr lang="de-DE" b="0" dirty="0"/>
          </a:p>
          <a:p>
            <a:pPr marL="285750" lvl="0" indent="-285750">
              <a:buFont typeface="Arial" panose="020B0604020202020204" pitchFamily="34" charset="0"/>
              <a:buChar char="•"/>
            </a:pPr>
            <a:r>
              <a:rPr lang="de-DE" b="0" dirty="0"/>
              <a:t>Dorling, K., Heinrichs, J., Messier, G. G., &amp; </a:t>
            </a:r>
            <a:r>
              <a:rPr lang="de-DE" b="0" dirty="0" err="1"/>
              <a:t>Magierowski</a:t>
            </a:r>
            <a:r>
              <a:rPr lang="de-DE" b="0" dirty="0"/>
              <a:t>, S. (2017). Energy </a:t>
            </a:r>
            <a:r>
              <a:rPr lang="de-DE" b="0" dirty="0" err="1"/>
              <a:t>consumption</a:t>
            </a:r>
            <a:r>
              <a:rPr lang="de-DE" b="0" dirty="0"/>
              <a:t> </a:t>
            </a:r>
            <a:r>
              <a:rPr lang="de-DE" b="0" dirty="0" err="1"/>
              <a:t>model</a:t>
            </a:r>
            <a:r>
              <a:rPr lang="de-DE" b="0" dirty="0"/>
              <a:t> </a:t>
            </a:r>
            <a:r>
              <a:rPr lang="de-DE" b="0" dirty="0" err="1"/>
              <a:t>for</a:t>
            </a:r>
            <a:r>
              <a:rPr lang="de-DE" b="0" dirty="0"/>
              <a:t> UAV </a:t>
            </a:r>
            <a:r>
              <a:rPr lang="de-DE" b="0" dirty="0" err="1"/>
              <a:t>flight</a:t>
            </a:r>
            <a:r>
              <a:rPr lang="de-DE" b="0" dirty="0"/>
              <a:t>. IEEE Transactions on </a:t>
            </a:r>
            <a:r>
              <a:rPr lang="de-DE" b="0" dirty="0" err="1"/>
              <a:t>Vehicular</a:t>
            </a:r>
            <a:r>
              <a:rPr lang="de-DE" b="0" dirty="0"/>
              <a:t> Technology, 66(1), 376–385.</a:t>
            </a:r>
          </a:p>
          <a:p>
            <a:pPr marL="285750" lvl="0" indent="-285750">
              <a:buFont typeface="Arial" panose="020B0604020202020204" pitchFamily="34" charset="0"/>
              <a:buChar char="•"/>
            </a:pPr>
            <a:r>
              <a:rPr lang="de-DE" b="0" dirty="0"/>
              <a:t>Gupta, L., Jain, R., &amp; </a:t>
            </a:r>
            <a:r>
              <a:rPr lang="de-DE" b="0" dirty="0" err="1"/>
              <a:t>Vaszkun</a:t>
            </a:r>
            <a:r>
              <a:rPr lang="de-DE" b="0" dirty="0"/>
              <a:t>, G. (2016). Survey </a:t>
            </a:r>
            <a:r>
              <a:rPr lang="de-DE" b="0" dirty="0" err="1"/>
              <a:t>of</a:t>
            </a:r>
            <a:r>
              <a:rPr lang="de-DE" b="0" dirty="0"/>
              <a:t> </a:t>
            </a:r>
            <a:r>
              <a:rPr lang="de-DE" b="0" dirty="0" err="1"/>
              <a:t>important</a:t>
            </a:r>
            <a:r>
              <a:rPr lang="de-DE" b="0" dirty="0"/>
              <a:t> </a:t>
            </a:r>
            <a:r>
              <a:rPr lang="de-DE" b="0" dirty="0" err="1"/>
              <a:t>issues</a:t>
            </a:r>
            <a:r>
              <a:rPr lang="de-DE" b="0" dirty="0"/>
              <a:t> in UAV </a:t>
            </a:r>
            <a:r>
              <a:rPr lang="de-DE" b="0" dirty="0" err="1"/>
              <a:t>communication</a:t>
            </a:r>
            <a:r>
              <a:rPr lang="de-DE" b="0" dirty="0"/>
              <a:t> </a:t>
            </a:r>
            <a:r>
              <a:rPr lang="de-DE" b="0" dirty="0" err="1"/>
              <a:t>networks</a:t>
            </a:r>
            <a:r>
              <a:rPr lang="de-DE" b="0" dirty="0"/>
              <a:t>. IEEE Communications Surveys &amp; Tutorials, 18(2), 1123–1152.</a:t>
            </a:r>
          </a:p>
          <a:p>
            <a:pPr marL="285750" lvl="0" indent="-285750">
              <a:buFont typeface="Arial" panose="020B0604020202020204" pitchFamily="34" charset="0"/>
              <a:buChar char="•"/>
            </a:pPr>
            <a:r>
              <a:rPr lang="de-DE" b="0" dirty="0" err="1"/>
              <a:t>Hossen</a:t>
            </a:r>
            <a:r>
              <a:rPr lang="de-DE" b="0" dirty="0"/>
              <a:t>, M., et al. (2021). Deep </a:t>
            </a:r>
            <a:r>
              <a:rPr lang="de-DE" b="0" dirty="0" err="1"/>
              <a:t>learning-based</a:t>
            </a:r>
            <a:r>
              <a:rPr lang="de-DE" b="0" dirty="0"/>
              <a:t> UAV power </a:t>
            </a:r>
            <a:r>
              <a:rPr lang="de-DE" b="0" dirty="0" err="1"/>
              <a:t>consumption</a:t>
            </a:r>
            <a:r>
              <a:rPr lang="de-DE" b="0" dirty="0"/>
              <a:t> </a:t>
            </a:r>
            <a:r>
              <a:rPr lang="de-DE" b="0" dirty="0" err="1"/>
              <a:t>prediction</a:t>
            </a:r>
            <a:r>
              <a:rPr lang="de-DE" b="0" dirty="0"/>
              <a:t>. IEEE Access, 9, 134662–134673.</a:t>
            </a:r>
          </a:p>
          <a:p>
            <a:pPr marL="285750" lvl="0" indent="-285750">
              <a:buFont typeface="Arial" panose="020B0604020202020204" pitchFamily="34" charset="0"/>
              <a:buChar char="•"/>
            </a:pPr>
            <a:r>
              <a:rPr lang="de-DE" b="0" dirty="0" err="1"/>
              <a:t>Leishman</a:t>
            </a:r>
            <a:r>
              <a:rPr lang="de-DE" b="0" dirty="0"/>
              <a:t>, J. G. (2006). </a:t>
            </a:r>
            <a:r>
              <a:rPr lang="de-DE" b="0" dirty="0" err="1"/>
              <a:t>Principles</a:t>
            </a:r>
            <a:r>
              <a:rPr lang="de-DE" b="0" dirty="0"/>
              <a:t> </a:t>
            </a:r>
            <a:r>
              <a:rPr lang="de-DE" b="0" dirty="0" err="1"/>
              <a:t>of</a:t>
            </a:r>
            <a:r>
              <a:rPr lang="de-DE" b="0" dirty="0"/>
              <a:t> </a:t>
            </a:r>
            <a:r>
              <a:rPr lang="de-DE" b="0" dirty="0" err="1"/>
              <a:t>helicopter</a:t>
            </a:r>
            <a:r>
              <a:rPr lang="de-DE" b="0" dirty="0"/>
              <a:t> </a:t>
            </a:r>
            <a:r>
              <a:rPr lang="de-DE" b="0" dirty="0" err="1"/>
              <a:t>aerodynamics</a:t>
            </a:r>
            <a:r>
              <a:rPr lang="de-DE" b="0" dirty="0"/>
              <a:t> (2nd </a:t>
            </a:r>
            <a:r>
              <a:rPr lang="de-DE" b="0" dirty="0" err="1"/>
              <a:t>ed</a:t>
            </a:r>
            <a:r>
              <a:rPr lang="de-DE" b="0" dirty="0"/>
              <a:t>.). Cambridge University Press.</a:t>
            </a:r>
          </a:p>
          <a:p>
            <a:pPr marL="285750" lvl="0" indent="-285750">
              <a:buFont typeface="Arial" panose="020B0604020202020204" pitchFamily="34" charset="0"/>
              <a:buChar char="•"/>
            </a:pPr>
            <a:r>
              <a:rPr lang="de-DE" b="0" dirty="0"/>
              <a:t>Liu, X., et al. (2020). </a:t>
            </a:r>
            <a:r>
              <a:rPr lang="de-DE" b="0" dirty="0" err="1"/>
              <a:t>Machine</a:t>
            </a:r>
            <a:r>
              <a:rPr lang="de-DE" b="0" dirty="0"/>
              <a:t> </a:t>
            </a:r>
            <a:r>
              <a:rPr lang="de-DE" b="0" dirty="0" err="1"/>
              <a:t>learning</a:t>
            </a:r>
            <a:r>
              <a:rPr lang="de-DE" b="0" dirty="0"/>
              <a:t> </a:t>
            </a:r>
            <a:r>
              <a:rPr lang="de-DE" b="0" dirty="0" err="1"/>
              <a:t>models</a:t>
            </a:r>
            <a:r>
              <a:rPr lang="de-DE" b="0" dirty="0"/>
              <a:t> </a:t>
            </a:r>
            <a:r>
              <a:rPr lang="de-DE" b="0" dirty="0" err="1"/>
              <a:t>for</a:t>
            </a:r>
            <a:r>
              <a:rPr lang="de-DE" b="0" dirty="0"/>
              <a:t> UAV </a:t>
            </a:r>
            <a:r>
              <a:rPr lang="de-DE" b="0" dirty="0" err="1"/>
              <a:t>energy</a:t>
            </a:r>
            <a:r>
              <a:rPr lang="de-DE" b="0" dirty="0"/>
              <a:t> </a:t>
            </a:r>
            <a:r>
              <a:rPr lang="de-DE" b="0" dirty="0" err="1"/>
              <a:t>estimation</a:t>
            </a:r>
            <a:r>
              <a:rPr lang="de-DE" b="0" dirty="0"/>
              <a:t>. Sensors, 20(18), 5152.</a:t>
            </a:r>
          </a:p>
          <a:p>
            <a:endParaRPr lang="en-DE" dirty="0"/>
          </a:p>
        </p:txBody>
      </p:sp>
    </p:spTree>
    <p:extLst>
      <p:ext uri="{BB962C8B-B14F-4D97-AF65-F5344CB8AC3E}">
        <p14:creationId xmlns:p14="http://schemas.microsoft.com/office/powerpoint/2010/main" val="148017928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400"/>
        <p:cNvGrpSpPr/>
        <p:nvPr/>
      </p:nvGrpSpPr>
      <p:grpSpPr>
        <a:xfrm>
          <a:off x="0" y="0"/>
          <a:ext cx="0" cy="0"/>
          <a:chOff x="0" y="0"/>
          <a:chExt cx="0" cy="0"/>
        </a:xfrm>
      </p:grpSpPr>
      <p:sp>
        <p:nvSpPr>
          <p:cNvPr id="401" name="Google Shape;401;p13"/>
          <p:cNvSpPr txBox="1">
            <a:spLocks noGrp="1"/>
          </p:cNvSpPr>
          <p:nvPr>
            <p:ph type="body" idx="1"/>
          </p:nvPr>
        </p:nvSpPr>
        <p:spPr>
          <a:xfrm>
            <a:off x="874711" y="1484313"/>
            <a:ext cx="10580688" cy="4344987"/>
          </a:xfrm>
          <a:prstGeom prst="rect">
            <a:avLst/>
          </a:prstGeom>
          <a:noFill/>
          <a:ln>
            <a:noFill/>
          </a:ln>
        </p:spPr>
        <p:txBody>
          <a:bodyPr spcFirstLastPara="1" wrap="square" lIns="0" tIns="0" rIns="0" bIns="0" anchor="t" anchorCtr="0">
            <a:noAutofit/>
          </a:bodyPr>
          <a:lstStyle/>
          <a:p>
            <a:pPr marL="0" lvl="0" indent="0" algn="ctr" rtl="0">
              <a:spcBef>
                <a:spcPts val="0"/>
              </a:spcBef>
              <a:spcAft>
                <a:spcPts val="0"/>
              </a:spcAft>
              <a:buClr>
                <a:schemeClr val="accent1"/>
              </a:buClr>
              <a:buSzPts val="6600"/>
              <a:buNone/>
            </a:pPr>
            <a:endParaRPr sz="6600"/>
          </a:p>
          <a:p>
            <a:pPr marL="0" lvl="0" indent="0" algn="ctr" rtl="0">
              <a:spcBef>
                <a:spcPts val="1200"/>
              </a:spcBef>
              <a:spcAft>
                <a:spcPts val="0"/>
              </a:spcAft>
              <a:buClr>
                <a:schemeClr val="accent1"/>
              </a:buClr>
              <a:buSzPts val="6600"/>
              <a:buNone/>
            </a:pPr>
            <a:r>
              <a:rPr lang="en-DE" sz="6600"/>
              <a:t>Thank You </a:t>
            </a:r>
            <a:endParaRPr/>
          </a:p>
        </p:txBody>
      </p:sp>
    </p:spTree>
  </p:cSld>
  <p:clrMapOvr>
    <a:masterClrMapping/>
  </p:clrMapOvr>
</p:sld>
</file>

<file path=ppt/theme/theme1.xml><?xml version="1.0" encoding="utf-8"?>
<a:theme xmlns:a="http://schemas.openxmlformats.org/drawingml/2006/main" name="TUD_2018_16zu9">
  <a:themeElements>
    <a:clrScheme name="TUD_2021-08_grün">
      <a:dk1>
        <a:srgbClr val="000000"/>
      </a:dk1>
      <a:lt1>
        <a:srgbClr val="FFFFFF"/>
      </a:lt1>
      <a:dk2>
        <a:srgbClr val="727277"/>
      </a:dk2>
      <a:lt2>
        <a:srgbClr val="FFFFFF"/>
      </a:lt2>
      <a:accent1>
        <a:srgbClr val="00305D"/>
      </a:accent1>
      <a:accent2>
        <a:srgbClr val="0069B4"/>
      </a:accent2>
      <a:accent3>
        <a:srgbClr val="009FE3"/>
      </a:accent3>
      <a:accent4>
        <a:srgbClr val="008244"/>
      </a:accent4>
      <a:accent5>
        <a:srgbClr val="65B32E"/>
      </a:accent5>
      <a:accent6>
        <a:srgbClr val="94C356"/>
      </a:accent6>
      <a:hlink>
        <a:srgbClr val="0069B4"/>
      </a:hlink>
      <a:folHlink>
        <a:srgbClr val="009FE3"/>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Larissa">
  <a:themeElements>
    <a:clrScheme name="Larissa">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1885</Words>
  <Application>Microsoft Office PowerPoint</Application>
  <PresentationFormat>Widescreen</PresentationFormat>
  <Paragraphs>210</Paragraphs>
  <Slides>16</Slides>
  <Notes>15</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16</vt:i4>
      </vt:variant>
    </vt:vector>
  </HeadingPairs>
  <TitlesOfParts>
    <vt:vector size="22" baseType="lpstr">
      <vt:lpstr>Open Sans</vt:lpstr>
      <vt:lpstr>Helvetica Neue</vt:lpstr>
      <vt:lpstr>Noto Sans Symbols</vt:lpstr>
      <vt:lpstr>Calibri</vt:lpstr>
      <vt:lpstr>Arial</vt:lpstr>
      <vt:lpstr>TUD_2018_16zu9</vt:lpstr>
      <vt:lpstr>Research Task in Air Transport  and Logistics</vt:lpstr>
      <vt:lpstr>PowerPoint Presentation</vt:lpstr>
      <vt:lpstr>Research Topic &amp; Motivation</vt:lpstr>
      <vt:lpstr>Provided Data</vt:lpstr>
      <vt:lpstr>Data Cleaning &amp; Feature Extraction</vt:lpstr>
      <vt:lpstr>Use of vertical speed vv from altitude instead of raw vz</vt:lpstr>
      <vt:lpstr>Definition of different phase of flight</vt:lpstr>
      <vt:lpstr>Phase Segmentation </vt:lpstr>
      <vt:lpstr>Phase segmentation distribution</vt:lpstr>
      <vt:lpstr>Physics based power model development</vt:lpstr>
      <vt:lpstr>Physics equations for different phases</vt:lpstr>
      <vt:lpstr> Efficiency and evaluation Metrics</vt:lpstr>
      <vt:lpstr>Discussion</vt:lpstr>
      <vt:lpstr>Real Power vs Model Power</vt:lpstr>
      <vt:lpstr>References</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Zeh, Thomas Rudolf</dc:creator>
  <cp:lastModifiedBy>2a8ea262, 8c589d24</cp:lastModifiedBy>
  <cp:revision>14</cp:revision>
  <dcterms:created xsi:type="dcterms:W3CDTF">2022-05-23T11:07:22Z</dcterms:created>
  <dcterms:modified xsi:type="dcterms:W3CDTF">2025-12-12T06:53:03Z</dcterms:modified>
</cp:coreProperties>
</file>